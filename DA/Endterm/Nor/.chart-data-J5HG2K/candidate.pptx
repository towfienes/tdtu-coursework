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e6649049a44ff5" /><Relationship Type="http://schemas.openxmlformats.org/officeDocument/2006/relationships/extended-properties" Target="/docProps/app.xml" Id="R2de6eaf7e86c4a97" /><Relationship Type="http://schemas.openxmlformats.org/officeDocument/2006/relationships/officeDocument" Target="/ppt/presentation.xml" Id="R162b02b7a939451f" /></Relationships>
</file>

<file path=ppt/presentation.xml><?xml version="1.0" encoding="utf-8"?>
<p:presentation xmlns:p="http://schemas.openxmlformats.org/presentationml/2006/main">
  <p:sldMasterIdLst>
    <p:sldMasterId xmlns:r="http://schemas.openxmlformats.org/officeDocument/2006/relationships" id="2147483648" r:id="R47a0ec9af2874127"/>
  </p:sldMasterIdLst>
  <p:notesMasterIdLst>
    <p:notesMasterId xmlns:r="http://schemas.openxmlformats.org/officeDocument/2006/relationships" r:id="Rb239b8d2e1e04dc0"/>
  </p:notesMasterIdLst>
  <p:sldIdLst>
    <p:sldId xmlns:r="http://schemas.openxmlformats.org/officeDocument/2006/relationships" id="256" r:id="R39e8139be3974cbf"/>
    <p:sldId xmlns:r="http://schemas.openxmlformats.org/officeDocument/2006/relationships" id="257" r:id="Rb8232410827e4b71"/>
    <p:sldId xmlns:r="http://schemas.openxmlformats.org/officeDocument/2006/relationships" id="258" r:id="Rf9c1621fb25d4d73"/>
    <p:sldId xmlns:r="http://schemas.openxmlformats.org/officeDocument/2006/relationships" id="259" r:id="R7f6c549daab1437f"/>
    <p:sldId xmlns:r="http://schemas.openxmlformats.org/officeDocument/2006/relationships" id="260" r:id="R2df7f3d536234ea2"/>
    <p:sldId xmlns:r="http://schemas.openxmlformats.org/officeDocument/2006/relationships" id="261" r:id="R20474b68aee24115"/>
    <p:sldId xmlns:r="http://schemas.openxmlformats.org/officeDocument/2006/relationships" id="262" r:id="R468e000729c34286"/>
    <p:sldId xmlns:r="http://schemas.openxmlformats.org/officeDocument/2006/relationships" id="263" r:id="R53caa2056e2f415d"/>
    <p:sldId xmlns:r="http://schemas.openxmlformats.org/officeDocument/2006/relationships" id="264" r:id="R26692dadc4b54601"/>
    <p:sldId xmlns:r="http://schemas.openxmlformats.org/officeDocument/2006/relationships" id="265" r:id="R948afa2fcb994b87"/>
    <p:sldId xmlns:r="http://schemas.openxmlformats.org/officeDocument/2006/relationships" id="266" r:id="R37a961361bdd44b6"/>
    <p:sldId xmlns:r="http://schemas.openxmlformats.org/officeDocument/2006/relationships" id="267" r:id="Ra3441b409c7d4a9b"/>
    <p:sldId xmlns:r="http://schemas.openxmlformats.org/officeDocument/2006/relationships" id="268" r:id="R386df6287e8e4ca8"/>
    <p:sldId xmlns:r="http://schemas.openxmlformats.org/officeDocument/2006/relationships" id="269" r:id="R0a0be513e3d24e6e"/>
    <p:sldId xmlns:r="http://schemas.openxmlformats.org/officeDocument/2006/relationships" id="270" r:id="R6031656820574cf3"/>
    <p:sldId xmlns:r="http://schemas.openxmlformats.org/officeDocument/2006/relationships" id="271" r:id="R2c9f7b20dc714ca6"/>
    <p:sldId xmlns:r="http://schemas.openxmlformats.org/officeDocument/2006/relationships" id="272" r:id="R902499cb20964d7e"/>
    <p:sldId xmlns:r="http://schemas.openxmlformats.org/officeDocument/2006/relationships" id="273" r:id="R9122a9e3bcfe45ab"/>
    <p:sldId xmlns:r="http://schemas.openxmlformats.org/officeDocument/2006/relationships" id="274" r:id="R03b93695100b43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1ba3a508764cf4" /><Relationship Type="http://schemas.openxmlformats.org/officeDocument/2006/relationships/slideMaster" Target="/ppt/slideMasters/slideMaster1.xml" Id="R47a0ec9af2874127" /><Relationship Type="http://schemas.openxmlformats.org/officeDocument/2006/relationships/notesMaster" Target="/ppt/notesMasters/notesMaster1.xml" Id="Rb239b8d2e1e04dc0" /><Relationship Type="http://schemas.openxmlformats.org/officeDocument/2006/relationships/presProps" Target="/ppt/presProps.xml" Id="R4c03d4c0306442fa" /><Relationship Type="http://schemas.openxmlformats.org/officeDocument/2006/relationships/tableStyles" Target="/ppt/tableStyles.xml" Id="Rfbceab16fd714c3c" /><Relationship Type="http://schemas.openxmlformats.org/officeDocument/2006/relationships/slide" Target="/ppt/slides/slide1.xml" Id="R39e8139be3974cbf" /><Relationship Type="http://schemas.openxmlformats.org/officeDocument/2006/relationships/slide" Target="/ppt/slides/slide2.xml" Id="Rb8232410827e4b71" /><Relationship Type="http://schemas.openxmlformats.org/officeDocument/2006/relationships/slide" Target="/ppt/slides/slide3.xml" Id="Rf9c1621fb25d4d73" /><Relationship Type="http://schemas.openxmlformats.org/officeDocument/2006/relationships/slide" Target="/ppt/slides/slide4.xml" Id="R7f6c549daab1437f" /><Relationship Type="http://schemas.openxmlformats.org/officeDocument/2006/relationships/slide" Target="/ppt/slides/slide5.xml" Id="R2df7f3d536234ea2" /><Relationship Type="http://schemas.openxmlformats.org/officeDocument/2006/relationships/slide" Target="/ppt/slides/slide6.xml" Id="R20474b68aee24115" /><Relationship Type="http://schemas.openxmlformats.org/officeDocument/2006/relationships/slide" Target="/ppt/slides/slide7.xml" Id="R468e000729c34286" /><Relationship Type="http://schemas.openxmlformats.org/officeDocument/2006/relationships/slide" Target="/ppt/slides/slide8.xml" Id="R53caa2056e2f415d" /><Relationship Type="http://schemas.openxmlformats.org/officeDocument/2006/relationships/slide" Target="/ppt/slides/slide9.xml" Id="R26692dadc4b54601" /><Relationship Type="http://schemas.openxmlformats.org/officeDocument/2006/relationships/slide" Target="/ppt/slides/slide10.xml" Id="R948afa2fcb994b87" /><Relationship Type="http://schemas.openxmlformats.org/officeDocument/2006/relationships/slide" Target="/ppt/slides/slide11.xml" Id="R37a961361bdd44b6" /><Relationship Type="http://schemas.openxmlformats.org/officeDocument/2006/relationships/slide" Target="/ppt/slides/slide12.xml" Id="Ra3441b409c7d4a9b" /><Relationship Type="http://schemas.openxmlformats.org/officeDocument/2006/relationships/slide" Target="/ppt/slides/slide13.xml" Id="R386df6287e8e4ca8" /><Relationship Type="http://schemas.openxmlformats.org/officeDocument/2006/relationships/slide" Target="/ppt/slides/slide14.xml" Id="R0a0be513e3d24e6e" /><Relationship Type="http://schemas.openxmlformats.org/officeDocument/2006/relationships/slide" Target="/ppt/slides/slide15.xml" Id="R6031656820574cf3" /><Relationship Type="http://schemas.openxmlformats.org/officeDocument/2006/relationships/slide" Target="/ppt/slides/slide16.xml" Id="R2c9f7b20dc714ca6" /><Relationship Type="http://schemas.openxmlformats.org/officeDocument/2006/relationships/slide" Target="/ppt/slides/slide17.xml" Id="R902499cb20964d7e" /><Relationship Type="http://schemas.openxmlformats.org/officeDocument/2006/relationships/slide" Target="/ppt/slides/slide18.xml" Id="R9122a9e3bcfe45ab" /><Relationship Type="http://schemas.openxmlformats.org/officeDocument/2006/relationships/slide" Target="/ppt/slides/slide19.xml" Id="R03b93695100b43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908c104c1d4d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8f1781031d4500" /><Relationship Type="http://schemas.openxmlformats.org/officeDocument/2006/relationships/notesMaster" Target="/ppt/notesMasters/notesMaster1.xml" Id="R0c504835a7ca47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d6dc33e40843e6" /><Relationship Type="http://schemas.openxmlformats.org/officeDocument/2006/relationships/notesMaster" Target="/ppt/notesMasters/notesMaster1.xml" Id="R014544f51724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b12e5e20174e4b" /><Relationship Type="http://schemas.openxmlformats.org/officeDocument/2006/relationships/notesMaster" Target="/ppt/notesMasters/notesMaster1.xml" Id="Rc4ea8dc8533c49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a32ae1b77041fb" /><Relationship Type="http://schemas.openxmlformats.org/officeDocument/2006/relationships/notesMaster" Target="/ppt/notesMasters/notesMaster1.xml" Id="R39503140b71b49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f7a6fc9e97479e" /><Relationship Type="http://schemas.openxmlformats.org/officeDocument/2006/relationships/notesMaster" Target="/ppt/notesMasters/notesMaster1.xml" Id="R3f261d1b189f44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6dd002810e4f31" /><Relationship Type="http://schemas.openxmlformats.org/officeDocument/2006/relationships/notesMaster" Target="/ppt/notesMasters/notesMaster1.xml" Id="R7e27389df98e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611440848c4530" /><Relationship Type="http://schemas.openxmlformats.org/officeDocument/2006/relationships/notesMaster" Target="/ppt/notesMasters/notesMaster1.xml" Id="Re635bcbfe44d40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ba3de170e448ad" /><Relationship Type="http://schemas.openxmlformats.org/officeDocument/2006/relationships/notesMaster" Target="/ppt/notesMasters/notesMaster1.xml" Id="Rd9c884a5634441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d6e3889f0b458c" /><Relationship Type="http://schemas.openxmlformats.org/officeDocument/2006/relationships/notesMaster" Target="/ppt/notesMasters/notesMaster1.xml" Id="R0e885d9ae38445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2bf38fa23a45f7" /><Relationship Type="http://schemas.openxmlformats.org/officeDocument/2006/relationships/notesMaster" Target="/ppt/notesMasters/notesMaster1.xml" Id="R072147f856ff4b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b98561364849c8" /><Relationship Type="http://schemas.openxmlformats.org/officeDocument/2006/relationships/notesMaster" Target="/ppt/notesMasters/notesMaster1.xml" Id="R7690bda09bd94a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df2e77a6e34a75" /><Relationship Type="http://schemas.openxmlformats.org/officeDocument/2006/relationships/notesMaster" Target="/ppt/notesMasters/notesMaster1.xml" Id="Rc8d6f6444f714d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ec790b3c954424" /><Relationship Type="http://schemas.openxmlformats.org/officeDocument/2006/relationships/notesMaster" Target="/ppt/notesMasters/notesMaster1.xml" Id="Re6c1cd86bb5e4c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d9f2f001624308" /><Relationship Type="http://schemas.openxmlformats.org/officeDocument/2006/relationships/notesMaster" Target="/ppt/notesMasters/notesMaster1.xml" Id="R1dc6d37e183b4e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7e6464dc194de2" /><Relationship Type="http://schemas.openxmlformats.org/officeDocument/2006/relationships/notesMaster" Target="/ppt/notesMasters/notesMaster1.xml" Id="R987e681a40b34a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bf01a3428640ba" /><Relationship Type="http://schemas.openxmlformats.org/officeDocument/2006/relationships/notesMaster" Target="/ppt/notesMasters/notesMaster1.xml" Id="R7a7501881ff845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c4ae8887ab4c3a" /><Relationship Type="http://schemas.openxmlformats.org/officeDocument/2006/relationships/notesMaster" Target="/ppt/notesMasters/notesMaster1.xml" Id="R7f33cd292e1b46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c209810d1b4c55" /><Relationship Type="http://schemas.openxmlformats.org/officeDocument/2006/relationships/notesMaster" Target="/ppt/notesMasters/notesMaster1.xml" Id="R4c500d128b7b44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83d459e9ad45d7" /><Relationship Type="http://schemas.openxmlformats.org/officeDocument/2006/relationships/notesMaster" Target="/ppt/notesMasters/notesMaster1.xml" Id="Rc558eef6dc3347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Các điểm xám thể hiện mật độ quan sát theo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6aa64c678c4f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86db15078d43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d13b47267b48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f897c65ed946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27ca88395841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c0a9e4deb14c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112479-BC09-4176-9F7C-2287063E8B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A09434-089B-493A-98F6-B93E0F237A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91CB57-0986-4DDF-A699-BB3AC151B0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A743C3-6FF5-45AF-80FA-C643FEE348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DD9DC0-6C81-4831-89FC-1E7075C182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DB2BD5-DF52-4B42-BA48-14F90C31F0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9ED4D4-D98D-4949-8B60-11B0461BF9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F7E916-DE6D-4CF0-9BFA-C4F5949F29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896F04-F37B-4951-946A-D723912FF5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D7B70B-7F61-4E39-854C-858D691850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0ac04eaecd4b5a" /><Relationship Type="http://schemas.openxmlformats.org/officeDocument/2006/relationships/slideLayout" Target="/ppt/slideLayouts/slideLayout1.xml" Id="Rbb5fa52015a042a3" /><Relationship Type="http://schemas.openxmlformats.org/officeDocument/2006/relationships/slideLayout" Target="/ppt/slideLayouts/slideLayout2.xml" Id="R0df107f88b2245df" /><Relationship Type="http://schemas.openxmlformats.org/officeDocument/2006/relationships/slideLayout" Target="/ppt/slideLayouts/slideLayout3.xml" Id="Rb6ac19bde374493f" /><Relationship Type="http://schemas.openxmlformats.org/officeDocument/2006/relationships/slideLayout" Target="/ppt/slideLayouts/slideLayout4.xml" Id="Re358cf438d394377" /><Relationship Type="http://schemas.openxmlformats.org/officeDocument/2006/relationships/slideLayout" Target="/ppt/slideLayouts/slideLayout5.xml" Id="Rd6e01e10b4ed4032" /><Relationship Type="http://schemas.openxmlformats.org/officeDocument/2006/relationships/slideLayout" Target="/ppt/slideLayouts/slideLayout6.xml" Id="R4f7554219b2f4a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5fa52015a042a3"/>
    <p:sldLayoutId xmlns:r="http://schemas.openxmlformats.org/officeDocument/2006/relationships" id="2147483650" r:id="R0df107f88b2245df"/>
    <p:sldLayoutId xmlns:r="http://schemas.openxmlformats.org/officeDocument/2006/relationships" id="2147483651" r:id="Rb6ac19bde374493f"/>
    <p:sldLayoutId xmlns:r="http://schemas.openxmlformats.org/officeDocument/2006/relationships" id="2147483652" r:id="Re358cf438d394377"/>
    <p:sldLayoutId xmlns:r="http://schemas.openxmlformats.org/officeDocument/2006/relationships" id="2147483653" r:id="Rd6e01e10b4ed4032"/>
    <p:sldLayoutId xmlns:r="http://schemas.openxmlformats.org/officeDocument/2006/relationships" id="2147483654" r:id="R4f7554219b2f4a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510088beea47da" /><Relationship Type="http://schemas.openxmlformats.org/officeDocument/2006/relationships/image" Target="/ppt/media/image.png" Id="R27c8dbc0888f42da" /><Relationship Type="http://schemas.openxmlformats.org/officeDocument/2006/relationships/notesSlide" Target="/ppt/notesSlides/notesSlide1.xml" Id="Rbd3a652762f642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6d27f0f80640bd" /><Relationship Type="http://schemas.openxmlformats.org/officeDocument/2006/relationships/image" Target="/ppt/media/image2.png" Id="R80540c68d8654740" /><Relationship Type="http://schemas.openxmlformats.org/officeDocument/2006/relationships/notesSlide" Target="/ppt/notesSlides/notesSlide2.xml" Id="R2985a765411c41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cf5e5ed5164dad" /><Relationship Type="http://schemas.openxmlformats.org/officeDocument/2006/relationships/image" Target="/ppt/media/image3.png" Id="Ra00c1688979940fb" /><Relationship Type="http://schemas.openxmlformats.org/officeDocument/2006/relationships/notesSlide" Target="/ppt/notesSlides/notesSlide3.xml" Id="R82472d37336c4a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ab8af3bea7445d" /><Relationship Type="http://schemas.openxmlformats.org/officeDocument/2006/relationships/image" Target="/ppt/media/image4.png" Id="R9338ad40727446bc" /><Relationship Type="http://schemas.openxmlformats.org/officeDocument/2006/relationships/notesSlide" Target="/ppt/notesSlides/notesSlide4.xml" Id="R1739f01fc70e46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c4000eda5d45ed" /><Relationship Type="http://schemas.openxmlformats.org/officeDocument/2006/relationships/image" Target="/ppt/media/image5.png" Id="Rdd961ba5e7c742b9" /><Relationship Type="http://schemas.openxmlformats.org/officeDocument/2006/relationships/chart" Target="/ppt/slides/charts/chart1.xml" Id="Rd39dd9b0650e418f" /><Relationship Type="http://schemas.openxmlformats.org/officeDocument/2006/relationships/notesSlide" Target="/ppt/notesSlides/notesSlide5.xml" Id="R2c3c3ce68b4d49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43cce465034eff" /><Relationship Type="http://schemas.openxmlformats.org/officeDocument/2006/relationships/image" Target="/ppt/media/image6.png" Id="R465c8595b3704bba" /><Relationship Type="http://schemas.openxmlformats.org/officeDocument/2006/relationships/chart" Target="/ppt/slides/charts/chart2.xml" Id="Rd64daf54fe034d89" /><Relationship Type="http://schemas.openxmlformats.org/officeDocument/2006/relationships/notesSlide" Target="/ppt/notesSlides/notesSlide6.xml" Id="Rcc2c4a20d75945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26a515e6ce4ace" /><Relationship Type="http://schemas.openxmlformats.org/officeDocument/2006/relationships/image" Target="/ppt/media/image7.png" Id="Ra7b6909119064085" /><Relationship Type="http://schemas.openxmlformats.org/officeDocument/2006/relationships/chart" Target="/ppt/slides/charts/chart3.xml" Id="Rac05b8a5978f4a62" /><Relationship Type="http://schemas.openxmlformats.org/officeDocument/2006/relationships/notesSlide" Target="/ppt/notesSlides/notesSlide7.xml" Id="Re42f1f1248234b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b98ef8ed40493f" /><Relationship Type="http://schemas.openxmlformats.org/officeDocument/2006/relationships/image" Target="/ppt/media/image8.png" Id="Rbab97e58ebbb4a8e" /><Relationship Type="http://schemas.openxmlformats.org/officeDocument/2006/relationships/chart" Target="/ppt/slides/charts/chart4.xml" Id="R704882820d20458c" /><Relationship Type="http://schemas.openxmlformats.org/officeDocument/2006/relationships/notesSlide" Target="/ppt/notesSlides/notesSlide8.xml" Id="R82d420bad5b843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2704ce34854519" /><Relationship Type="http://schemas.openxmlformats.org/officeDocument/2006/relationships/image" Target="/ppt/media/image9.png" Id="R1d71924889ce400d" /><Relationship Type="http://schemas.openxmlformats.org/officeDocument/2006/relationships/notesSlide" Target="/ppt/notesSlides/notesSlide9.xml" Id="Re3daa0abcbe54c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8099498f48472f" /><Relationship Type="http://schemas.openxmlformats.org/officeDocument/2006/relationships/image" Target="/ppt/media/image10.png" Id="Re7beebe4f2de4fd4" /><Relationship Type="http://schemas.openxmlformats.org/officeDocument/2006/relationships/notesSlide" Target="/ppt/notesSlides/notesSlide10.xml" Id="Rb1fa5f4966dd45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0fd63751cbe4c56" /><Relationship Type="http://schemas.openxmlformats.org/officeDocument/2006/relationships/image" Target="/ppt/media/image11.png" Id="R30a1bb101356432c" /><Relationship Type="http://schemas.openxmlformats.org/officeDocument/2006/relationships/notesSlide" Target="/ppt/notesSlides/notesSlide11.xml" Id="R7f763e62dbc849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c2257ecdd46438c" /><Relationship Type="http://schemas.openxmlformats.org/officeDocument/2006/relationships/image" Target="/ppt/media/image12.png" Id="R0eafe9abe396451b" /><Relationship Type="http://schemas.openxmlformats.org/officeDocument/2006/relationships/chart" Target="/ppt/slides/charts/chart5.xml" Id="R1bc1ff206e9e41ce" /><Relationship Type="http://schemas.openxmlformats.org/officeDocument/2006/relationships/notesSlide" Target="/ppt/notesSlides/notesSlide12.xml" Id="R2900adbbc8ec4a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9df45a39dd9433e" /><Relationship Type="http://schemas.openxmlformats.org/officeDocument/2006/relationships/image" Target="/ppt/media/image13.png" Id="R5133db86a8d749c3" /><Relationship Type="http://schemas.openxmlformats.org/officeDocument/2006/relationships/notesSlide" Target="/ppt/notesSlides/notesSlide13.xml" Id="Rb958f8cf67a841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5878d1aaa5f4b3c" /><Relationship Type="http://schemas.openxmlformats.org/officeDocument/2006/relationships/image" Target="/ppt/media/image14.png" Id="R371030554d374a38" /><Relationship Type="http://schemas.openxmlformats.org/officeDocument/2006/relationships/chart" Target="/ppt/slides/charts/chart6.xml" Id="R2e617c168054452b" /><Relationship Type="http://schemas.openxmlformats.org/officeDocument/2006/relationships/notesSlide" Target="/ppt/notesSlides/notesSlide14.xml" Id="R6fa02fbe958b48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2331023bcf8412f" /><Relationship Type="http://schemas.openxmlformats.org/officeDocument/2006/relationships/image" Target="/ppt/media/image15.png" Id="R6f4a199d5c44491f" /><Relationship Type="http://schemas.openxmlformats.org/officeDocument/2006/relationships/notesSlide" Target="/ppt/notesSlides/notesSlide15.xml" Id="R51c76a0a922649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00fb6e30c764f3c" /><Relationship Type="http://schemas.openxmlformats.org/officeDocument/2006/relationships/image" Target="/ppt/media/image16.png" Id="R18c0852ec7ab441e" /><Relationship Type="http://schemas.openxmlformats.org/officeDocument/2006/relationships/notesSlide" Target="/ppt/notesSlides/notesSlide16.xml" Id="R32a0389df44d4c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1e15cc7dc28484e" /><Relationship Type="http://schemas.openxmlformats.org/officeDocument/2006/relationships/image" Target="/ppt/media/image17.png" Id="R2c4d0332a2624a2b" /><Relationship Type="http://schemas.openxmlformats.org/officeDocument/2006/relationships/notesSlide" Target="/ppt/notesSlides/notesSlide17.xml" Id="R5ba7572e2e814a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c63d04231864567" /><Relationship Type="http://schemas.openxmlformats.org/officeDocument/2006/relationships/image" Target="/ppt/media/image18.png" Id="R5805ae147676404c" /><Relationship Type="http://schemas.openxmlformats.org/officeDocument/2006/relationships/notesSlide" Target="/ppt/notesSlides/notesSlide18.xml" Id="R0d2a19a9bf6c41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225a630a7644479" /><Relationship Type="http://schemas.openxmlformats.org/officeDocument/2006/relationships/image" Target="/ppt/media/image19.png" Id="R9fb26a57171a4430" /><Relationship Type="http://schemas.openxmlformats.org/officeDocument/2006/relationships/notesSlide" Target="/ppt/notesSlides/notesSlide19.xml" Id="R8a37731646a74c1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bin densities</c:v>
          </c:tx>
          <c:spPr>
            <a:solidFill xmlns:a="http://schemas.openxmlformats.org/drawingml/2006/main">
              <a:srgbClr val="888888"/>
            </a:solidFill>
            <a:ln xmlns:a="http://schemas.openxmlformats.org/drawingml/2006/main" w="0">
              <a:noFill/>
              <a:prstDash val="solid"/>
            </a:ln>
          </c:spPr>
          <c:marker>
            <c:symbol val="circle"/>
            <c:size val="5"/>
            <c:spPr>
              <a:solidFill xmlns:a="http://schemas.openxmlformats.org/drawingml/2006/main">
                <a:srgbClr val="888888"/>
              </a:solidFill>
            </c:spPr>
          </c:marker>
          <c:xVal>
            <c:numRef>
              <c:f>'Chart Data'!$A$2:$A$26</c:f>
              <c:numCache>
                <c:formatCode>General</c:formatCode>
                <c:ptCount val="25"/>
                <c:pt idx="0">
                  <c:v>0.1437</c:v>
                </c:pt>
                <c:pt idx="1">
                  <c:v>0.1711</c:v>
                </c:pt>
                <c:pt idx="2">
                  <c:v>0.1985</c:v>
                </c:pt>
                <c:pt idx="3">
                  <c:v>0.2259</c:v>
                </c:pt>
                <c:pt idx="4">
                  <c:v>0.2533</c:v>
                </c:pt>
                <c:pt idx="5">
                  <c:v>0.2807</c:v>
                </c:pt>
                <c:pt idx="6">
                  <c:v>0.3081</c:v>
                </c:pt>
                <c:pt idx="7">
                  <c:v>0.3355</c:v>
                </c:pt>
                <c:pt idx="8">
                  <c:v>0.3629</c:v>
                </c:pt>
                <c:pt idx="9">
                  <c:v>0.3903</c:v>
                </c:pt>
                <c:pt idx="10">
                  <c:v>0.4177</c:v>
                </c:pt>
                <c:pt idx="11">
                  <c:v>0.4451</c:v>
                </c:pt>
                <c:pt idx="12">
                  <c:v>0.4725</c:v>
                </c:pt>
                <c:pt idx="13">
                  <c:v>0.4999</c:v>
                </c:pt>
                <c:pt idx="14">
                  <c:v>0.5273</c:v>
                </c:pt>
                <c:pt idx="15">
                  <c:v>0.5547</c:v>
                </c:pt>
                <c:pt idx="16">
                  <c:v>0.5821</c:v>
                </c:pt>
                <c:pt idx="17">
                  <c:v>0.6095</c:v>
                </c:pt>
                <c:pt idx="18">
                  <c:v>0.6369</c:v>
                </c:pt>
                <c:pt idx="19">
                  <c:v>0.6643</c:v>
                </c:pt>
                <c:pt idx="20">
                  <c:v>0.6917</c:v>
                </c:pt>
                <c:pt idx="21">
                  <c:v>0.7191</c:v>
                </c:pt>
                <c:pt idx="22">
                  <c:v>0.7465</c:v>
                </c:pt>
                <c:pt idx="23">
                  <c:v>0.7739</c:v>
                </c:pt>
                <c:pt idx="24">
                  <c:v>0.8013</c:v>
                </c:pt>
              </c:numCache>
            </c:numRef>
          </c:xVal>
          <c:y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c:v>
          </c:tx>
          <c:spPr>
            <a:solidFill xmlns:a="http://schemas.openxmlformats.org/drawingml/2006/main">
              <a:srgbClr val="999999"/>
            </a:solidFill>
            <a:ln xmlns:a="http://schemas.openxmlformats.org/drawingml/2006/main" w="0">
              <a:noFill/>
              <a:prstDash val="solid"/>
            </a:ln>
          </c:spPr>
          <c:marker>
            <c:symbol val="circle"/>
            <c:size val="5"/>
            <c:spPr>
              <a:solidFill xmlns:a="http://schemas.openxmlformats.org/drawingml/2006/main">
                <a:srgbClr val="999999"/>
              </a:solidFill>
            </c:spPr>
          </c:marker>
          <c:xVal>
            <c:numRef>
              <c:f>'Chart Data'!$A$2:$A$26</c:f>
              <c:numCache>
                <c:formatCode>General</c:formatCode>
                <c:ptCount val="25"/>
                <c:pt idx="0">
                  <c:v>0.0668</c:v>
                </c:pt>
                <c:pt idx="1">
                  <c:v>0.1794</c:v>
                </c:pt>
                <c:pt idx="2">
                  <c:v>0.292</c:v>
                </c:pt>
                <c:pt idx="3">
                  <c:v>0.4046</c:v>
                </c:pt>
                <c:pt idx="4">
                  <c:v>0.5172</c:v>
                </c:pt>
                <c:pt idx="5">
                  <c:v>0.6298</c:v>
                </c:pt>
                <c:pt idx="6">
                  <c:v>0.7424</c:v>
                </c:pt>
                <c:pt idx="7">
                  <c:v>0.855</c:v>
                </c:pt>
                <c:pt idx="8">
                  <c:v>0.9676</c:v>
                </c:pt>
                <c:pt idx="9">
                  <c:v>1.0802</c:v>
                </c:pt>
                <c:pt idx="10">
                  <c:v>1.1928</c:v>
                </c:pt>
                <c:pt idx="11">
                  <c:v>1.3054</c:v>
                </c:pt>
                <c:pt idx="12">
                  <c:v>1.418</c:v>
                </c:pt>
                <c:pt idx="13">
                  <c:v>1.5306</c:v>
                </c:pt>
                <c:pt idx="14">
                  <c:v>1.6432</c:v>
                </c:pt>
                <c:pt idx="15">
                  <c:v>1.7558</c:v>
                </c:pt>
                <c:pt idx="16">
                  <c:v>1.8684</c:v>
                </c:pt>
                <c:pt idx="17">
                  <c:v>1.981</c:v>
                </c:pt>
                <c:pt idx="18">
                  <c:v>2.0936</c:v>
                </c:pt>
                <c:pt idx="19">
                  <c:v>2.2062</c:v>
                </c:pt>
                <c:pt idx="20">
                  <c:v>2.3188</c:v>
                </c:pt>
                <c:pt idx="21">
                  <c:v>2.4314</c:v>
                </c:pt>
                <c:pt idx="22">
                  <c:v>2.544</c:v>
                </c:pt>
                <c:pt idx="23">
                  <c:v>2.6566</c:v>
                </c:pt>
                <c:pt idx="24">
                  <c:v>2.7692</c:v>
                </c:pt>
              </c:numCache>
            </c:numRef>
          </c:xVal>
          <c:yVal>
            <c:numRef>
              <c:f>'Chart Data'!$B$2:$B$26</c:f>
              <c:numCache>
                <c:formatCode>General</c:formatCode>
                <c:ptCount val="25"/>
                <c:pt idx="0">
                  <c:v>0.419993163149</c:v>
                </c:pt>
                <c:pt idx="1">
                  <c:v>0.656571590493</c:v>
                </c:pt>
                <c:pt idx="2">
                  <c:v>0.584800606917</c:v>
                </c:pt>
                <c:pt idx="3">
                  <c:v>0.691127989992</c:v>
                </c:pt>
                <c:pt idx="4">
                  <c:v>0.715051651185</c:v>
                </c:pt>
                <c:pt idx="5">
                  <c:v>0.728342574069</c:v>
                </c:pt>
                <c:pt idx="6">
                  <c:v>0.629989744724</c:v>
                </c:pt>
                <c:pt idx="7">
                  <c:v>0.768215342722</c:v>
                </c:pt>
                <c:pt idx="8">
                  <c:v>0.685811620839</c:v>
                </c:pt>
                <c:pt idx="9">
                  <c:v>0.675178882531</c:v>
                </c:pt>
                <c:pt idx="10">
                  <c:v>0.600749714378</c:v>
                </c:pt>
                <c:pt idx="11">
                  <c:v>0.483789592995</c:v>
                </c:pt>
                <c:pt idx="12">
                  <c:v>0.361513102458</c:v>
                </c:pt>
                <c:pt idx="13">
                  <c:v>0.252527534805</c:v>
                </c:pt>
                <c:pt idx="14">
                  <c:v>0.202022027844</c:v>
                </c:pt>
                <c:pt idx="15">
                  <c:v>0.162149259191</c:v>
                </c:pt>
                <c:pt idx="16">
                  <c:v>0.0637964298455</c:v>
                </c:pt>
                <c:pt idx="17">
                  <c:v>0.0664546144224</c:v>
                </c:pt>
                <c:pt idx="18">
                  <c:v>0.0451891378072</c:v>
                </c:pt>
                <c:pt idx="19">
                  <c:v>0.0372145840765</c:v>
                </c:pt>
                <c:pt idx="20">
                  <c:v>0.0159491074614</c:v>
                </c:pt>
                <c:pt idx="21">
                  <c:v>0.00797455373068</c:v>
                </c:pt>
                <c:pt idx="22">
                  <c:v>0.0186072920383</c:v>
                </c:pt>
                <c:pt idx="23">
                  <c:v>0.00265818457689</c:v>
                </c:pt>
                <c:pt idx="24">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prstDash val="solid"/>
            </a:ln>
          </c:spPr>
          <c:marker>
            <c:symbol val="circle"/>
            <c:size val="5"/>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002E172-0B3E-45D1-AB5B-45010FF10CFA}"/>
              </a:ext>
            </a:extLst>
          </p:cNvPr>
          <p:cNvPicPr>
            <a:picLocks xmlns:a="http://schemas.openxmlformats.org/drawingml/2006/main" noChangeAspect="1"/>
          </p:cNvPicPr>
          <p:nvPr/>
        </p:nvPicPr>
        <p:blipFill>
          <a:blip xmlns:r="http://schemas.openxmlformats.org/officeDocument/2006/relationships" xmlns:a="http://schemas.openxmlformats.org/drawingml/2006/main" r:embed="R27c8dbc0888f42d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53C4803-F942-4315-8DF3-7514D51A62E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B2513661-F48D-42F3-BCB4-313ED9DE3F0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00DEE007-C755-42C4-8D59-324E55D278A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90693B5A-AA75-4113-8E24-E226F6DFE3E0}"/>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AD5AFDA7-642C-4F30-8BCE-7BDB742EDF64}"/>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0236F655-89B3-485D-BF2E-0357BE9A7664}"/>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679BA4E0-AE4C-4996-AC47-403E317DE5F0}"/>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72A1D26F-FCF1-41A4-A5E0-E04592574E9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17919282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5FF2274-E9B8-46A7-A5FA-5B2F78C1FACB}"/>
              </a:ext>
            </a:extLst>
          </p:cNvPr>
          <p:cNvPicPr>
            <a:picLocks xmlns:a="http://schemas.openxmlformats.org/drawingml/2006/main" noChangeAspect="1"/>
          </p:cNvPicPr>
          <p:nvPr/>
        </p:nvPicPr>
        <p:blipFill>
          <a:blip xmlns:r="http://schemas.openxmlformats.org/officeDocument/2006/relationships" xmlns:a="http://schemas.openxmlformats.org/drawingml/2006/main" r:embed="R80540c68d865474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C2589AB-4F3F-476E-B95B-ABD8E6A2436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4E525E6F-0B9E-4BCA-BDAE-6869C7E761D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777F8B86-0349-436A-9FA7-3BC013F09C0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6E492E46-3B4F-4C92-BBB1-B6AA4611980C}"/>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C46F1EDF-5708-4022-A85B-82250F3E8428}"/>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8CC11EFF-8780-4BD8-BB36-D07121ED49A6}"/>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9E361CA6-8195-4995-A1DC-EE26E38C151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11910732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63B9D35-E86A-41E4-A3B3-6F9E52512CE8}"/>
              </a:ext>
            </a:extLst>
          </p:cNvPr>
          <p:cNvPicPr>
            <a:picLocks xmlns:a="http://schemas.openxmlformats.org/drawingml/2006/main" noChangeAspect="1"/>
          </p:cNvPicPr>
          <p:nvPr/>
        </p:nvPicPr>
        <p:blipFill>
          <a:blip xmlns:r="http://schemas.openxmlformats.org/officeDocument/2006/relationships" xmlns:a="http://schemas.openxmlformats.org/drawingml/2006/main" r:embed="Ra00c1688979940f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7480EB3-13D8-4314-A7D8-C253398E78C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2EAD853B-CBAB-4D40-AAE1-C39D554B6A8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CB37F369-9B68-465C-9F2C-C4784359166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9EBA4BDE-0E5E-45E8-9BD2-DDEF6EA06FC0}"/>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01D717C9-AE05-4655-9F96-E6AAFE9A604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1221771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23292B7-F9F3-405A-98C5-7B1D5F461272}"/>
              </a:ext>
            </a:extLst>
          </p:cNvPr>
          <p:cNvPicPr>
            <a:picLocks xmlns:a="http://schemas.openxmlformats.org/drawingml/2006/main" noChangeAspect="1"/>
          </p:cNvPicPr>
          <p:nvPr/>
        </p:nvPicPr>
        <p:blipFill>
          <a:blip xmlns:r="http://schemas.openxmlformats.org/officeDocument/2006/relationships" xmlns:a="http://schemas.openxmlformats.org/drawingml/2006/main" r:embed="R9338ad40727446b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C92E515-FDE4-42B7-9223-4DE6818915A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1985AC5F-4754-49C2-AEB6-90A82D431CC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3A39675E-1A19-4A14-BEBA-7260DF18220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6E978A4C-E940-44DC-86BB-F4EF043EF970}"/>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308049CE-ADE6-48D7-9E41-5B67DAB1923F}"/>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64D66D25-3BB3-4C00-9775-92BCE5B631A3}"/>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2FEC1D11-7B2B-436E-8564-43971909A887}"/>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024A4156-9511-4D36-8643-197B4FDF7298}"/>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0E915FF3-C93C-4E9D-95A9-21BDE36460D6}"/>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36973839-EABE-4571-8536-5B469DEE848A}"/>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478EAF55-36FD-4278-BFC0-CEA56E713A9F}"/>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72221C58-A6D7-41D4-9F73-7BE8D75BE60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15215503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9107313-6A54-4A80-9A4C-4538B96D149C}"/>
              </a:ext>
            </a:extLst>
          </p:cNvPr>
          <p:cNvPicPr>
            <a:picLocks xmlns:a="http://schemas.openxmlformats.org/drawingml/2006/main" noChangeAspect="1"/>
          </p:cNvPicPr>
          <p:nvPr/>
        </p:nvPicPr>
        <p:blipFill>
          <a:blip xmlns:r="http://schemas.openxmlformats.org/officeDocument/2006/relationships" xmlns:a="http://schemas.openxmlformats.org/drawingml/2006/main" r:embed="Rdd961ba5e7c742b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25EFD0D-C27C-4277-9849-CCBD4B10FC8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A7C4D460-3521-4D58-A835-3D5E5788FE5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6B8247B2-7141-4AC8-AFE6-4369CCCA659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3140E5F7-A26E-47A2-A6F7-AD421DC98F42}"/>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39dd9b0650e418f"/>
          </a:graphicData>
        </a:graphic>
      </p:graphicFrame>
      <p:sp>
        <p:nvSpPr>
          <p:cNvPr id="6" name="Training n = 3,341">
            <a:extLst xmlns:a="http://schemas.openxmlformats.org/drawingml/2006/main">
              <a:ext uri="{FF2B5EF4-FFF2-40B4-BE49-F238E27FC236}">
                <a16:creationId xmlns:a16="http://schemas.microsoft.com/office/drawing/2014/main" id="{7559C6B2-67C7-4CAC-8B59-BD687CAE37AD}"/>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6CEE5338-0D3A-4C3B-8CAE-B2948E22BC2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01CC663E-7A8F-4C36-A4FF-0ACB23B290E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1039219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C829BA0-483E-47C7-9C0F-A84D5F26E925}"/>
              </a:ext>
            </a:extLst>
          </p:cNvPr>
          <p:cNvPicPr>
            <a:picLocks xmlns:a="http://schemas.openxmlformats.org/drawingml/2006/main" noChangeAspect="1"/>
          </p:cNvPicPr>
          <p:nvPr/>
        </p:nvPicPr>
        <p:blipFill>
          <a:blip xmlns:r="http://schemas.openxmlformats.org/officeDocument/2006/relationships" xmlns:a="http://schemas.openxmlformats.org/drawingml/2006/main" r:embed="R465c8595b3704bb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2C0D6D9-3E2C-48C3-945C-963130A385B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E59F3EE2-E9A8-41A4-8455-70B7D9FAD21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04A760AB-CFE7-4D5E-B3DE-193D66B2207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3A49D036-DB3F-4FD6-A184-A823CD836B4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64daf54fe034d89"/>
          </a:graphicData>
        </a:graphic>
      </p:graphicFrame>
      <p:sp>
        <p:nvSpPr>
          <p:cNvPr id="6" name="I means infant">
            <a:extLst xmlns:a="http://schemas.openxmlformats.org/drawingml/2006/main">
              <a:ext uri="{FF2B5EF4-FFF2-40B4-BE49-F238E27FC236}">
                <a16:creationId xmlns:a16="http://schemas.microsoft.com/office/drawing/2014/main" id="{0189F6F3-E0DE-4F18-8067-7AE092FC638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6B6CA9BD-B770-4AB6-AB07-6DEEAA5F35C7}"/>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0F20D35B-B539-4437-AA63-9FA7C277944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14065083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9FC569D-052C-4805-90D9-103174C5C4B6}"/>
              </a:ext>
            </a:extLst>
          </p:cNvPr>
          <p:cNvPicPr>
            <a:picLocks xmlns:a="http://schemas.openxmlformats.org/drawingml/2006/main" noChangeAspect="1"/>
          </p:cNvPicPr>
          <p:nvPr/>
        </p:nvPicPr>
        <p:blipFill>
          <a:blip xmlns:r="http://schemas.openxmlformats.org/officeDocument/2006/relationships" xmlns:a="http://schemas.openxmlformats.org/drawingml/2006/main" r:embed="Ra7b690911906408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367ECB2-B016-43E9-9F16-A81752DB394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F747D269-6D35-4874-B8B8-CC25813ACEE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7A5BC65F-E902-4BB1-B71E-74DBE571BAB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0736F4A9-5DD8-454A-A2A2-ABD015605BCA}"/>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ac05b8a5978f4a62"/>
          </a:graphicData>
        </a:graphic>
      </p:graphicFrame>
      <p:sp>
        <p:nvSpPr>
          <p:cNvPr id="6" name="Normal rejected">
            <a:extLst xmlns:a="http://schemas.openxmlformats.org/drawingml/2006/main">
              <a:ext uri="{FF2B5EF4-FFF2-40B4-BE49-F238E27FC236}">
                <a16:creationId xmlns:a16="http://schemas.microsoft.com/office/drawing/2014/main" id="{067D423B-3BA9-4587-B1BA-168EEE36208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407809C6-7918-49E7-B402-3C26CE1EF777}"/>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F2AD21A8-7EAC-40EB-BD9D-8E134895AAA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5861334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28EA942-F37F-448A-95D2-B0C67E428CF0}"/>
              </a:ext>
            </a:extLst>
          </p:cNvPr>
          <p:cNvPicPr>
            <a:picLocks xmlns:a="http://schemas.openxmlformats.org/drawingml/2006/main" noChangeAspect="1"/>
          </p:cNvPicPr>
          <p:nvPr/>
        </p:nvPicPr>
        <p:blipFill>
          <a:blip xmlns:r="http://schemas.openxmlformats.org/officeDocument/2006/relationships" xmlns:a="http://schemas.openxmlformats.org/drawingml/2006/main" r:embed="Rbab97e58ebbb4a8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BB08A99-E3C0-4E27-BD23-F183F36A3F4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B076FB72-FB36-46E9-973C-B19B55D9A38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6F8ECA67-6151-4A02-B116-7E698EC5E72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F469CAA7-D203-48EB-BBB1-33BA0F3F905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704882820d20458c"/>
          </a:graphicData>
        </a:graphic>
      </p:graphicFrame>
      <p:sp>
        <p:nvSpPr>
          <p:cNvPr id="6" name="Both rejected">
            <a:extLst xmlns:a="http://schemas.openxmlformats.org/drawingml/2006/main">
              <a:ext uri="{FF2B5EF4-FFF2-40B4-BE49-F238E27FC236}">
                <a16:creationId xmlns:a16="http://schemas.microsoft.com/office/drawing/2014/main" id="{C11815AC-DEF6-4E56-B310-2602A7D7A8B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C47BB94E-87DB-4D9D-AD42-F250900902E9}"/>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9AD1E7CF-ED4F-4F92-90B0-F54E481E779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4276658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9F1973F-8D49-40FD-99B3-38FACDA8D935}"/>
              </a:ext>
            </a:extLst>
          </p:cNvPr>
          <p:cNvPicPr>
            <a:picLocks xmlns:a="http://schemas.openxmlformats.org/drawingml/2006/main" noChangeAspect="1"/>
          </p:cNvPicPr>
          <p:nvPr/>
        </p:nvPicPr>
        <p:blipFill>
          <a:blip xmlns:r="http://schemas.openxmlformats.org/officeDocument/2006/relationships" xmlns:a="http://schemas.openxmlformats.org/drawingml/2006/main" r:embed="R1d71924889ce400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9AABEBC-6EEC-4944-BB54-17D3B27D05F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EE711085-0BD1-403F-971F-D6AF72F54C1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2CB70C12-FA44-4BEC-9941-F77DE27AF57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39993CA6-E140-45A9-81A5-79510EFF1625}"/>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B9ED3A83-51FF-47EC-9847-08E743EB34B9}"/>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D300133C-DD3F-4C15-B11B-3CE11085241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18289261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307F0BA-CD03-4DF8-9E84-B9705B498C54}"/>
              </a:ext>
            </a:extLst>
          </p:cNvPr>
          <p:cNvPicPr>
            <a:picLocks xmlns:a="http://schemas.openxmlformats.org/drawingml/2006/main" noChangeAspect="1"/>
          </p:cNvPicPr>
          <p:nvPr/>
        </p:nvPicPr>
        <p:blipFill>
          <a:blip xmlns:r="http://schemas.openxmlformats.org/officeDocument/2006/relationships" xmlns:a="http://schemas.openxmlformats.org/drawingml/2006/main" r:embed="Re7beebe4f2de4fd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1C9D796-23CB-4EFC-A6A3-0DBA1608719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FFFC8BFD-04CA-4388-987F-E0D39396666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2A3829C8-00F5-4475-95D5-9ADA7DAED76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CEB00D1B-2BCB-4B66-9BA2-42B56882E374}"/>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F0077E89-3494-4125-8F7C-6448F17C30D3}"/>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8F880B31-D1EC-4493-8281-AAA4E9BF9EF3}"/>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0FCBB933-DBA9-4A0F-B0FD-DB8C95CAC6E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1791825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91F3E143-A1C6-4153-8ED4-02E22D99833C}"/>
              </a:ext>
            </a:extLst>
          </p:cNvPr>
          <p:cNvPicPr>
            <a:picLocks xmlns:a="http://schemas.openxmlformats.org/drawingml/2006/main" noChangeAspect="1"/>
          </p:cNvPicPr>
          <p:nvPr/>
        </p:nvPicPr>
        <p:blipFill>
          <a:blip xmlns:r="http://schemas.openxmlformats.org/officeDocument/2006/relationships" xmlns:a="http://schemas.openxmlformats.org/drawingml/2006/main" r:embed="R30a1bb101356432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D5B7283-DE41-4995-9257-1647385F055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00802F0A-DBCC-4D08-A355-BCFBAC16F52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7DD737D8-E456-4291-8BD0-9F4A14117E0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B8EDC36F-8562-49E6-AF15-865ECC6F0959}"/>
              </a:ext>
            </a:extLst>
          </p:cNvPr>
          <p:cNvSpPr>
            <a:spLocks xmlns:a="http://schemas.openxmlformats.org/drawingml/2006/main" noGrp="1"/>
          </p:cNvSpPr>
          <p:nvPr/>
        </p:nvSpPr>
        <p:spPr>
          <a:xfrm xmlns:a="http://schemas.openxmlformats.org/drawingml/2006/main">
            <a:off x="762000" y="2333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gth">
            <a:extLst xmlns:a="http://schemas.openxmlformats.org/drawingml/2006/main">
              <a:ext uri="{FF2B5EF4-FFF2-40B4-BE49-F238E27FC236}">
                <a16:creationId xmlns:a16="http://schemas.microsoft.com/office/drawing/2014/main" id="{053021B8-F460-4644-B941-320F37FB1EA6}"/>
              </a:ext>
            </a:extLst>
          </p:cNvPr>
          <p:cNvSpPr>
            <a:spLocks xmlns:a="http://schemas.openxmlformats.org/drawingml/2006/main" noGrp="1"/>
          </p:cNvSpPr>
          <p:nvPr/>
        </p:nvSpPr>
        <p:spPr>
          <a:xfrm xmlns:a="http://schemas.openxmlformats.org/drawingml/2006/main">
            <a:off x="18573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length</a:t>
            </a:r>
          </a:p>
        </p:txBody>
      </p:sp>
      <p:sp>
        <p:nvSpPr>
          <p:cNvPr id="7" name="Spearman length length">
            <a:extLst xmlns:a="http://schemas.openxmlformats.org/drawingml/2006/main">
              <a:ext uri="{FF2B5EF4-FFF2-40B4-BE49-F238E27FC236}">
                <a16:creationId xmlns:a16="http://schemas.microsoft.com/office/drawing/2014/main" id="{AEECC164-7CB8-4540-8B7A-99135E10FDA7}"/>
              </a:ext>
            </a:extLst>
          </p:cNvPr>
          <p:cNvSpPr>
            <a:spLocks xmlns:a="http://schemas.openxmlformats.org/drawingml/2006/main" noGrp="1"/>
          </p:cNvSpPr>
          <p:nvPr/>
        </p:nvSpPr>
        <p:spPr>
          <a:xfrm xmlns:a="http://schemas.openxmlformats.org/drawingml/2006/main">
            <a:off x="1857375" y="22383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57CA70C2-06E1-4B98-B81E-A16D88744BFE}"/>
              </a:ext>
            </a:extLst>
          </p:cNvPr>
          <p:cNvSpPr>
            <a:spLocks xmlns:a="http://schemas.openxmlformats.org/drawingml/2006/main" noGrp="1"/>
          </p:cNvSpPr>
          <p:nvPr/>
        </p:nvSpPr>
        <p:spPr>
          <a:xfrm xmlns:a="http://schemas.openxmlformats.org/drawingml/2006/main">
            <a:off x="18573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E5A4C776-E790-4327-9370-FDFED12CBC56}"/>
              </a:ext>
            </a:extLst>
          </p:cNvPr>
          <p:cNvSpPr>
            <a:spLocks xmlns:a="http://schemas.openxmlformats.org/drawingml/2006/main" noGrp="1"/>
          </p:cNvSpPr>
          <p:nvPr/>
        </p:nvSpPr>
        <p:spPr>
          <a:xfrm xmlns:a="http://schemas.openxmlformats.org/drawingml/2006/main">
            <a:off x="2257425" y="22383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0346D6C9-2089-4BEE-A3B6-168CA3BAD033}"/>
              </a:ext>
            </a:extLst>
          </p:cNvPr>
          <p:cNvSpPr>
            <a:spLocks xmlns:a="http://schemas.openxmlformats.org/drawingml/2006/main" noGrp="1"/>
          </p:cNvSpPr>
          <p:nvPr/>
        </p:nvSpPr>
        <p:spPr>
          <a:xfrm xmlns:a="http://schemas.openxmlformats.org/drawingml/2006/main">
            <a:off x="22574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291C2A9E-3C7D-424F-A9E3-17B68A7D4F95}"/>
              </a:ext>
            </a:extLst>
          </p:cNvPr>
          <p:cNvSpPr>
            <a:spLocks xmlns:a="http://schemas.openxmlformats.org/drawingml/2006/main" noGrp="1"/>
          </p:cNvSpPr>
          <p:nvPr/>
        </p:nvSpPr>
        <p:spPr>
          <a:xfrm xmlns:a="http://schemas.openxmlformats.org/drawingml/2006/main">
            <a:off x="2657475" y="22383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5F6643FB-E9F2-49F7-9C10-841789ACB4E0}"/>
              </a:ext>
            </a:extLst>
          </p:cNvPr>
          <p:cNvSpPr>
            <a:spLocks xmlns:a="http://schemas.openxmlformats.org/drawingml/2006/main" noGrp="1"/>
          </p:cNvSpPr>
          <p:nvPr/>
        </p:nvSpPr>
        <p:spPr>
          <a:xfrm xmlns:a="http://schemas.openxmlformats.org/drawingml/2006/main">
            <a:off x="26574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7E96350F-4F36-49D8-811F-65470195EA74}"/>
              </a:ext>
            </a:extLst>
          </p:cNvPr>
          <p:cNvSpPr>
            <a:spLocks xmlns:a="http://schemas.openxmlformats.org/drawingml/2006/main" noGrp="1"/>
          </p:cNvSpPr>
          <p:nvPr/>
        </p:nvSpPr>
        <p:spPr>
          <a:xfrm xmlns:a="http://schemas.openxmlformats.org/drawingml/2006/main">
            <a:off x="3057525" y="22383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41595E71-9C4A-4671-8A54-F3156A0DF7D6}"/>
              </a:ext>
            </a:extLst>
          </p:cNvPr>
          <p:cNvSpPr>
            <a:spLocks xmlns:a="http://schemas.openxmlformats.org/drawingml/2006/main" noGrp="1"/>
          </p:cNvSpPr>
          <p:nvPr/>
        </p:nvSpPr>
        <p:spPr>
          <a:xfrm xmlns:a="http://schemas.openxmlformats.org/drawingml/2006/main">
            <a:off x="30575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81076EF4-B5F3-4E5F-A1A0-33FD85EFCCC7}"/>
              </a:ext>
            </a:extLst>
          </p:cNvPr>
          <p:cNvSpPr>
            <a:spLocks xmlns:a="http://schemas.openxmlformats.org/drawingml/2006/main" noGrp="1"/>
          </p:cNvSpPr>
          <p:nvPr/>
        </p:nvSpPr>
        <p:spPr>
          <a:xfrm xmlns:a="http://schemas.openxmlformats.org/drawingml/2006/main">
            <a:off x="3457575" y="22383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5D5EC675-5B1C-4379-9B07-856C133C2C05}"/>
              </a:ext>
            </a:extLst>
          </p:cNvPr>
          <p:cNvSpPr>
            <a:spLocks xmlns:a="http://schemas.openxmlformats.org/drawingml/2006/main" noGrp="1"/>
          </p:cNvSpPr>
          <p:nvPr/>
        </p:nvSpPr>
        <p:spPr>
          <a:xfrm xmlns:a="http://schemas.openxmlformats.org/drawingml/2006/main">
            <a:off x="34575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3167ED2D-61C9-4EE5-BBBF-456BE5A6267C}"/>
              </a:ext>
            </a:extLst>
          </p:cNvPr>
          <p:cNvSpPr>
            <a:spLocks xmlns:a="http://schemas.openxmlformats.org/drawingml/2006/main" noGrp="1"/>
          </p:cNvSpPr>
          <p:nvPr/>
        </p:nvSpPr>
        <p:spPr>
          <a:xfrm xmlns:a="http://schemas.openxmlformats.org/drawingml/2006/main">
            <a:off x="3857625" y="22383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238AC4EF-31C4-403E-A198-B1D135353A33}"/>
              </a:ext>
            </a:extLst>
          </p:cNvPr>
          <p:cNvSpPr>
            <a:spLocks xmlns:a="http://schemas.openxmlformats.org/drawingml/2006/main" noGrp="1"/>
          </p:cNvSpPr>
          <p:nvPr/>
        </p:nvSpPr>
        <p:spPr>
          <a:xfrm xmlns:a="http://schemas.openxmlformats.org/drawingml/2006/main">
            <a:off x="38576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3B3FECD3-DCCD-413C-B1DA-20AEF7A9CCC2}"/>
              </a:ext>
            </a:extLst>
          </p:cNvPr>
          <p:cNvSpPr>
            <a:spLocks xmlns:a="http://schemas.openxmlformats.org/drawingml/2006/main" noGrp="1"/>
          </p:cNvSpPr>
          <p:nvPr/>
        </p:nvSpPr>
        <p:spPr>
          <a:xfrm xmlns:a="http://schemas.openxmlformats.org/drawingml/2006/main">
            <a:off x="4257675" y="22383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F783FA8E-2536-47DF-8D41-AF341E1368A0}"/>
              </a:ext>
            </a:extLst>
          </p:cNvPr>
          <p:cNvSpPr>
            <a:spLocks xmlns:a="http://schemas.openxmlformats.org/drawingml/2006/main" noGrp="1"/>
          </p:cNvSpPr>
          <p:nvPr/>
        </p:nvSpPr>
        <p:spPr>
          <a:xfrm xmlns:a="http://schemas.openxmlformats.org/drawingml/2006/main">
            <a:off x="42576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DE9E9D1C-9C96-46B3-AA53-41EF180DFF3B}"/>
              </a:ext>
            </a:extLst>
          </p:cNvPr>
          <p:cNvSpPr>
            <a:spLocks xmlns:a="http://schemas.openxmlformats.org/drawingml/2006/main" noGrp="1"/>
          </p:cNvSpPr>
          <p:nvPr/>
        </p:nvSpPr>
        <p:spPr>
          <a:xfrm xmlns:a="http://schemas.openxmlformats.org/drawingml/2006/main">
            <a:off x="4657725" y="22383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87F460B3-8C8B-4776-A1F2-1DBDA93D2EFB}"/>
              </a:ext>
            </a:extLst>
          </p:cNvPr>
          <p:cNvSpPr>
            <a:spLocks xmlns:a="http://schemas.openxmlformats.org/drawingml/2006/main" noGrp="1"/>
          </p:cNvSpPr>
          <p:nvPr/>
        </p:nvSpPr>
        <p:spPr>
          <a:xfrm xmlns:a="http://schemas.openxmlformats.org/drawingml/2006/main">
            <a:off x="46577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013CD657-D093-422C-B08A-EFDE18B69F23}"/>
              </a:ext>
            </a:extLst>
          </p:cNvPr>
          <p:cNvSpPr>
            <a:spLocks xmlns:a="http://schemas.openxmlformats.org/drawingml/2006/main" noGrp="1"/>
          </p:cNvSpPr>
          <p:nvPr/>
        </p:nvSpPr>
        <p:spPr>
          <a:xfrm xmlns:a="http://schemas.openxmlformats.org/drawingml/2006/main">
            <a:off x="762000" y="27336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meter">
            <a:extLst xmlns:a="http://schemas.openxmlformats.org/drawingml/2006/main">
              <a:ext uri="{FF2B5EF4-FFF2-40B4-BE49-F238E27FC236}">
                <a16:creationId xmlns:a16="http://schemas.microsoft.com/office/drawing/2014/main" id="{956721C4-3953-4CCA-906A-8039776BDE91}"/>
              </a:ext>
            </a:extLst>
          </p:cNvPr>
          <p:cNvSpPr>
            <a:spLocks xmlns:a="http://schemas.openxmlformats.org/drawingml/2006/main" noGrp="1"/>
          </p:cNvSpPr>
          <p:nvPr/>
        </p:nvSpPr>
        <p:spPr>
          <a:xfrm xmlns:a="http://schemas.openxmlformats.org/drawingml/2006/main">
            <a:off x="22574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diameter</a:t>
            </a:r>
          </a:p>
        </p:txBody>
      </p:sp>
      <p:sp>
        <p:nvSpPr>
          <p:cNvPr id="25" name="Spearman diameter length">
            <a:extLst xmlns:a="http://schemas.openxmlformats.org/drawingml/2006/main">
              <a:ext uri="{FF2B5EF4-FFF2-40B4-BE49-F238E27FC236}">
                <a16:creationId xmlns:a16="http://schemas.microsoft.com/office/drawing/2014/main" id="{44B8F359-EC66-44D0-8A3D-E240DC7945A2}"/>
              </a:ext>
            </a:extLst>
          </p:cNvPr>
          <p:cNvSpPr>
            <a:spLocks xmlns:a="http://schemas.openxmlformats.org/drawingml/2006/main" noGrp="1"/>
          </p:cNvSpPr>
          <p:nvPr/>
        </p:nvSpPr>
        <p:spPr>
          <a:xfrm xmlns:a="http://schemas.openxmlformats.org/drawingml/2006/main">
            <a:off x="1857375" y="26384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B2C69499-2203-434E-8B53-8291A6DCF7E5}"/>
              </a:ext>
            </a:extLst>
          </p:cNvPr>
          <p:cNvSpPr>
            <a:spLocks xmlns:a="http://schemas.openxmlformats.org/drawingml/2006/main" noGrp="1"/>
          </p:cNvSpPr>
          <p:nvPr/>
        </p:nvSpPr>
        <p:spPr>
          <a:xfrm xmlns:a="http://schemas.openxmlformats.org/drawingml/2006/main">
            <a:off x="18573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6C91DE32-2F1C-4A43-8C42-A08E2CE2E1E6}"/>
              </a:ext>
            </a:extLst>
          </p:cNvPr>
          <p:cNvSpPr>
            <a:spLocks xmlns:a="http://schemas.openxmlformats.org/drawingml/2006/main" noGrp="1"/>
          </p:cNvSpPr>
          <p:nvPr/>
        </p:nvSpPr>
        <p:spPr>
          <a:xfrm xmlns:a="http://schemas.openxmlformats.org/drawingml/2006/main">
            <a:off x="2257425" y="26384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1EF34B46-D0C7-47A6-B11F-5CBD7292004A}"/>
              </a:ext>
            </a:extLst>
          </p:cNvPr>
          <p:cNvSpPr>
            <a:spLocks xmlns:a="http://schemas.openxmlformats.org/drawingml/2006/main" noGrp="1"/>
          </p:cNvSpPr>
          <p:nvPr/>
        </p:nvSpPr>
        <p:spPr>
          <a:xfrm xmlns:a="http://schemas.openxmlformats.org/drawingml/2006/main">
            <a:off x="22574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F061FB1D-C597-4795-AE0A-BFB56E15D722}"/>
              </a:ext>
            </a:extLst>
          </p:cNvPr>
          <p:cNvSpPr>
            <a:spLocks xmlns:a="http://schemas.openxmlformats.org/drawingml/2006/main" noGrp="1"/>
          </p:cNvSpPr>
          <p:nvPr/>
        </p:nvSpPr>
        <p:spPr>
          <a:xfrm xmlns:a="http://schemas.openxmlformats.org/drawingml/2006/main">
            <a:off x="2657475" y="26384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C4B0C5DE-5F85-4439-9391-4608BE075800}"/>
              </a:ext>
            </a:extLst>
          </p:cNvPr>
          <p:cNvSpPr>
            <a:spLocks xmlns:a="http://schemas.openxmlformats.org/drawingml/2006/main" noGrp="1"/>
          </p:cNvSpPr>
          <p:nvPr/>
        </p:nvSpPr>
        <p:spPr>
          <a:xfrm xmlns:a="http://schemas.openxmlformats.org/drawingml/2006/main">
            <a:off x="26574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CF18C24F-E617-4E8F-AF55-03E23E045722}"/>
              </a:ext>
            </a:extLst>
          </p:cNvPr>
          <p:cNvSpPr>
            <a:spLocks xmlns:a="http://schemas.openxmlformats.org/drawingml/2006/main" noGrp="1"/>
          </p:cNvSpPr>
          <p:nvPr/>
        </p:nvSpPr>
        <p:spPr>
          <a:xfrm xmlns:a="http://schemas.openxmlformats.org/drawingml/2006/main">
            <a:off x="3057525" y="26384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E233FB72-2E54-44A1-A9D0-1D27D28600CE}"/>
              </a:ext>
            </a:extLst>
          </p:cNvPr>
          <p:cNvSpPr>
            <a:spLocks xmlns:a="http://schemas.openxmlformats.org/drawingml/2006/main" noGrp="1"/>
          </p:cNvSpPr>
          <p:nvPr/>
        </p:nvSpPr>
        <p:spPr>
          <a:xfrm xmlns:a="http://schemas.openxmlformats.org/drawingml/2006/main">
            <a:off x="30575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B59B5FCD-D388-4ABA-A71F-7CE237AC37F2}"/>
              </a:ext>
            </a:extLst>
          </p:cNvPr>
          <p:cNvSpPr>
            <a:spLocks xmlns:a="http://schemas.openxmlformats.org/drawingml/2006/main" noGrp="1"/>
          </p:cNvSpPr>
          <p:nvPr/>
        </p:nvSpPr>
        <p:spPr>
          <a:xfrm xmlns:a="http://schemas.openxmlformats.org/drawingml/2006/main">
            <a:off x="34575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3FA6B826-9D09-4ABD-8836-D2E75BC36283}"/>
              </a:ext>
            </a:extLst>
          </p:cNvPr>
          <p:cNvSpPr>
            <a:spLocks xmlns:a="http://schemas.openxmlformats.org/drawingml/2006/main" noGrp="1"/>
          </p:cNvSpPr>
          <p:nvPr/>
        </p:nvSpPr>
        <p:spPr>
          <a:xfrm xmlns:a="http://schemas.openxmlformats.org/drawingml/2006/main">
            <a:off x="34575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237CF028-037D-496E-B4BD-0FF2EAAA0337}"/>
              </a:ext>
            </a:extLst>
          </p:cNvPr>
          <p:cNvSpPr>
            <a:spLocks xmlns:a="http://schemas.openxmlformats.org/drawingml/2006/main" noGrp="1"/>
          </p:cNvSpPr>
          <p:nvPr/>
        </p:nvSpPr>
        <p:spPr>
          <a:xfrm xmlns:a="http://schemas.openxmlformats.org/drawingml/2006/main">
            <a:off x="3857625" y="26384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B8051F3F-8159-49CA-ADA1-7012AA3FD1FE}"/>
              </a:ext>
            </a:extLst>
          </p:cNvPr>
          <p:cNvSpPr>
            <a:spLocks xmlns:a="http://schemas.openxmlformats.org/drawingml/2006/main" noGrp="1"/>
          </p:cNvSpPr>
          <p:nvPr/>
        </p:nvSpPr>
        <p:spPr>
          <a:xfrm xmlns:a="http://schemas.openxmlformats.org/drawingml/2006/main">
            <a:off x="38576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BDD7266D-1C42-4BCE-863F-F87FD39AD9A6}"/>
              </a:ext>
            </a:extLst>
          </p:cNvPr>
          <p:cNvSpPr>
            <a:spLocks xmlns:a="http://schemas.openxmlformats.org/drawingml/2006/main" noGrp="1"/>
          </p:cNvSpPr>
          <p:nvPr/>
        </p:nvSpPr>
        <p:spPr>
          <a:xfrm xmlns:a="http://schemas.openxmlformats.org/drawingml/2006/main">
            <a:off x="42576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A9AA56CB-2D50-48DA-AB3B-658800B99C15}"/>
              </a:ext>
            </a:extLst>
          </p:cNvPr>
          <p:cNvSpPr>
            <a:spLocks xmlns:a="http://schemas.openxmlformats.org/drawingml/2006/main" noGrp="1"/>
          </p:cNvSpPr>
          <p:nvPr/>
        </p:nvSpPr>
        <p:spPr>
          <a:xfrm xmlns:a="http://schemas.openxmlformats.org/drawingml/2006/main">
            <a:off x="42576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9ECB0F48-E0E1-4359-ADE6-4E3328F7F422}"/>
              </a:ext>
            </a:extLst>
          </p:cNvPr>
          <p:cNvSpPr>
            <a:spLocks xmlns:a="http://schemas.openxmlformats.org/drawingml/2006/main" noGrp="1"/>
          </p:cNvSpPr>
          <p:nvPr/>
        </p:nvSpPr>
        <p:spPr>
          <a:xfrm xmlns:a="http://schemas.openxmlformats.org/drawingml/2006/main">
            <a:off x="4657725" y="26384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F139DC63-E266-4E11-ACC5-A22AF5D166C0}"/>
              </a:ext>
            </a:extLst>
          </p:cNvPr>
          <p:cNvSpPr>
            <a:spLocks xmlns:a="http://schemas.openxmlformats.org/drawingml/2006/main" noGrp="1"/>
          </p:cNvSpPr>
          <p:nvPr/>
        </p:nvSpPr>
        <p:spPr>
          <a:xfrm xmlns:a="http://schemas.openxmlformats.org/drawingml/2006/main">
            <a:off x="46577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190AC35A-58CA-497C-B2AA-DBB4A6B29840}"/>
              </a:ext>
            </a:extLst>
          </p:cNvPr>
          <p:cNvSpPr>
            <a:spLocks xmlns:a="http://schemas.openxmlformats.org/drawingml/2006/main" noGrp="1"/>
          </p:cNvSpPr>
          <p:nvPr/>
        </p:nvSpPr>
        <p:spPr>
          <a:xfrm xmlns:a="http://schemas.openxmlformats.org/drawingml/2006/main">
            <a:off x="762000" y="31337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eight">
            <a:extLst xmlns:a="http://schemas.openxmlformats.org/drawingml/2006/main">
              <a:ext uri="{FF2B5EF4-FFF2-40B4-BE49-F238E27FC236}">
                <a16:creationId xmlns:a16="http://schemas.microsoft.com/office/drawing/2014/main" id="{B442E36A-E666-446E-B61C-96B0629B1092}"/>
              </a:ext>
            </a:extLst>
          </p:cNvPr>
          <p:cNvSpPr>
            <a:spLocks xmlns:a="http://schemas.openxmlformats.org/drawingml/2006/main" noGrp="1"/>
          </p:cNvSpPr>
          <p:nvPr/>
        </p:nvSpPr>
        <p:spPr>
          <a:xfrm xmlns:a="http://schemas.openxmlformats.org/drawingml/2006/main">
            <a:off x="26574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height</a:t>
            </a:r>
          </a:p>
        </p:txBody>
      </p:sp>
      <p:sp>
        <p:nvSpPr>
          <p:cNvPr id="43" name="Spearman height length">
            <a:extLst xmlns:a="http://schemas.openxmlformats.org/drawingml/2006/main">
              <a:ext uri="{FF2B5EF4-FFF2-40B4-BE49-F238E27FC236}">
                <a16:creationId xmlns:a16="http://schemas.microsoft.com/office/drawing/2014/main" id="{13545E27-5639-4A37-B159-40EE17FC7F20}"/>
              </a:ext>
            </a:extLst>
          </p:cNvPr>
          <p:cNvSpPr>
            <a:spLocks xmlns:a="http://schemas.openxmlformats.org/drawingml/2006/main" noGrp="1"/>
          </p:cNvSpPr>
          <p:nvPr/>
        </p:nvSpPr>
        <p:spPr>
          <a:xfrm xmlns:a="http://schemas.openxmlformats.org/drawingml/2006/main">
            <a:off x="1857375" y="30384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87B6752A-15A3-488B-8323-221098A90AB7}"/>
              </a:ext>
            </a:extLst>
          </p:cNvPr>
          <p:cNvSpPr>
            <a:spLocks xmlns:a="http://schemas.openxmlformats.org/drawingml/2006/main" noGrp="1"/>
          </p:cNvSpPr>
          <p:nvPr/>
        </p:nvSpPr>
        <p:spPr>
          <a:xfrm xmlns:a="http://schemas.openxmlformats.org/drawingml/2006/main">
            <a:off x="18573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20C21FA4-960E-4FF5-B46A-6174B8944B44}"/>
              </a:ext>
            </a:extLst>
          </p:cNvPr>
          <p:cNvSpPr>
            <a:spLocks xmlns:a="http://schemas.openxmlformats.org/drawingml/2006/main" noGrp="1"/>
          </p:cNvSpPr>
          <p:nvPr/>
        </p:nvSpPr>
        <p:spPr>
          <a:xfrm xmlns:a="http://schemas.openxmlformats.org/drawingml/2006/main">
            <a:off x="2257425" y="30384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58250F85-F7F8-4049-B7F5-4375CB99A4C8}"/>
              </a:ext>
            </a:extLst>
          </p:cNvPr>
          <p:cNvSpPr>
            <a:spLocks xmlns:a="http://schemas.openxmlformats.org/drawingml/2006/main" noGrp="1"/>
          </p:cNvSpPr>
          <p:nvPr/>
        </p:nvSpPr>
        <p:spPr>
          <a:xfrm xmlns:a="http://schemas.openxmlformats.org/drawingml/2006/main">
            <a:off x="22574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944D2B2E-3A92-4AEE-9318-99DA6CF29964}"/>
              </a:ext>
            </a:extLst>
          </p:cNvPr>
          <p:cNvSpPr>
            <a:spLocks xmlns:a="http://schemas.openxmlformats.org/drawingml/2006/main" noGrp="1"/>
          </p:cNvSpPr>
          <p:nvPr/>
        </p:nvSpPr>
        <p:spPr>
          <a:xfrm xmlns:a="http://schemas.openxmlformats.org/drawingml/2006/main">
            <a:off x="2657475" y="30384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FAA31719-E07C-4195-9489-0E6494CCA90B}"/>
              </a:ext>
            </a:extLst>
          </p:cNvPr>
          <p:cNvSpPr>
            <a:spLocks xmlns:a="http://schemas.openxmlformats.org/drawingml/2006/main" noGrp="1"/>
          </p:cNvSpPr>
          <p:nvPr/>
        </p:nvSpPr>
        <p:spPr>
          <a:xfrm xmlns:a="http://schemas.openxmlformats.org/drawingml/2006/main">
            <a:off x="26574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C98AA07F-FC31-4099-900A-61F91F05C2A2}"/>
              </a:ext>
            </a:extLst>
          </p:cNvPr>
          <p:cNvSpPr>
            <a:spLocks xmlns:a="http://schemas.openxmlformats.org/drawingml/2006/main" noGrp="1"/>
          </p:cNvSpPr>
          <p:nvPr/>
        </p:nvSpPr>
        <p:spPr>
          <a:xfrm xmlns:a="http://schemas.openxmlformats.org/drawingml/2006/main">
            <a:off x="3057525" y="30384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28C5BE38-24E6-4391-AFA4-D79D689165CC}"/>
              </a:ext>
            </a:extLst>
          </p:cNvPr>
          <p:cNvSpPr>
            <a:spLocks xmlns:a="http://schemas.openxmlformats.org/drawingml/2006/main" noGrp="1"/>
          </p:cNvSpPr>
          <p:nvPr/>
        </p:nvSpPr>
        <p:spPr>
          <a:xfrm xmlns:a="http://schemas.openxmlformats.org/drawingml/2006/main">
            <a:off x="30575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6C24A924-E3EE-4431-A9FE-ADFEEBA4ADDB}"/>
              </a:ext>
            </a:extLst>
          </p:cNvPr>
          <p:cNvSpPr>
            <a:spLocks xmlns:a="http://schemas.openxmlformats.org/drawingml/2006/main" noGrp="1"/>
          </p:cNvSpPr>
          <p:nvPr/>
        </p:nvSpPr>
        <p:spPr>
          <a:xfrm xmlns:a="http://schemas.openxmlformats.org/drawingml/2006/main">
            <a:off x="3457575" y="30384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60499084-5ED2-4958-8E2F-2E3E99239268}"/>
              </a:ext>
            </a:extLst>
          </p:cNvPr>
          <p:cNvSpPr>
            <a:spLocks xmlns:a="http://schemas.openxmlformats.org/drawingml/2006/main" noGrp="1"/>
          </p:cNvSpPr>
          <p:nvPr/>
        </p:nvSpPr>
        <p:spPr>
          <a:xfrm xmlns:a="http://schemas.openxmlformats.org/drawingml/2006/main">
            <a:off x="34575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62BE5B10-AB0B-4885-B5B2-236939C5FDDC}"/>
              </a:ext>
            </a:extLst>
          </p:cNvPr>
          <p:cNvSpPr>
            <a:spLocks xmlns:a="http://schemas.openxmlformats.org/drawingml/2006/main" noGrp="1"/>
          </p:cNvSpPr>
          <p:nvPr/>
        </p:nvSpPr>
        <p:spPr>
          <a:xfrm xmlns:a="http://schemas.openxmlformats.org/drawingml/2006/main">
            <a:off x="3857625" y="30384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F4B6EDF0-5C6A-4997-B34F-9C097F71360E}"/>
              </a:ext>
            </a:extLst>
          </p:cNvPr>
          <p:cNvSpPr>
            <a:spLocks xmlns:a="http://schemas.openxmlformats.org/drawingml/2006/main" noGrp="1"/>
          </p:cNvSpPr>
          <p:nvPr/>
        </p:nvSpPr>
        <p:spPr>
          <a:xfrm xmlns:a="http://schemas.openxmlformats.org/drawingml/2006/main">
            <a:off x="38576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D03AB0F9-A8C3-471D-B594-AE5C9A7498A5}"/>
              </a:ext>
            </a:extLst>
          </p:cNvPr>
          <p:cNvSpPr>
            <a:spLocks xmlns:a="http://schemas.openxmlformats.org/drawingml/2006/main" noGrp="1"/>
          </p:cNvSpPr>
          <p:nvPr/>
        </p:nvSpPr>
        <p:spPr>
          <a:xfrm xmlns:a="http://schemas.openxmlformats.org/drawingml/2006/main">
            <a:off x="4257675" y="30384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6A38C3E5-309A-43ED-9DC9-0FFBA6B0A569}"/>
              </a:ext>
            </a:extLst>
          </p:cNvPr>
          <p:cNvSpPr>
            <a:spLocks xmlns:a="http://schemas.openxmlformats.org/drawingml/2006/main" noGrp="1"/>
          </p:cNvSpPr>
          <p:nvPr/>
        </p:nvSpPr>
        <p:spPr>
          <a:xfrm xmlns:a="http://schemas.openxmlformats.org/drawingml/2006/main">
            <a:off x="42576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B1EC722C-AD56-4CD6-ADDB-73FC277279CD}"/>
              </a:ext>
            </a:extLst>
          </p:cNvPr>
          <p:cNvSpPr>
            <a:spLocks xmlns:a="http://schemas.openxmlformats.org/drawingml/2006/main" noGrp="1"/>
          </p:cNvSpPr>
          <p:nvPr/>
        </p:nvSpPr>
        <p:spPr>
          <a:xfrm xmlns:a="http://schemas.openxmlformats.org/drawingml/2006/main">
            <a:off x="4657725" y="30384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106006DB-0DC9-458D-9096-D7A68450AFD0}"/>
              </a:ext>
            </a:extLst>
          </p:cNvPr>
          <p:cNvSpPr>
            <a:spLocks xmlns:a="http://schemas.openxmlformats.org/drawingml/2006/main" noGrp="1"/>
          </p:cNvSpPr>
          <p:nvPr/>
        </p:nvSpPr>
        <p:spPr>
          <a:xfrm xmlns:a="http://schemas.openxmlformats.org/drawingml/2006/main">
            <a:off x="46577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05237EC6-7A83-4BBB-9284-04BC68381057}"/>
              </a:ext>
            </a:extLst>
          </p:cNvPr>
          <p:cNvSpPr>
            <a:spLocks xmlns:a="http://schemas.openxmlformats.org/drawingml/2006/main" noGrp="1"/>
          </p:cNvSpPr>
          <p:nvPr/>
        </p:nvSpPr>
        <p:spPr>
          <a:xfrm xmlns:a="http://schemas.openxmlformats.org/drawingml/2006/main">
            <a:off x="762000" y="35337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9C8EF3CE-F2BC-46F6-BB71-AB7A648235F4}"/>
              </a:ext>
            </a:extLst>
          </p:cNvPr>
          <p:cNvSpPr>
            <a:spLocks xmlns:a="http://schemas.openxmlformats.org/drawingml/2006/main" noGrp="1"/>
          </p:cNvSpPr>
          <p:nvPr/>
        </p:nvSpPr>
        <p:spPr>
          <a:xfrm xmlns:a="http://schemas.openxmlformats.org/drawingml/2006/main">
            <a:off x="30575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A1AFA5DB-B244-4CF2-8A1D-5B912E6A7214}"/>
              </a:ext>
            </a:extLst>
          </p:cNvPr>
          <p:cNvSpPr>
            <a:spLocks xmlns:a="http://schemas.openxmlformats.org/drawingml/2006/main" noGrp="1"/>
          </p:cNvSpPr>
          <p:nvPr/>
        </p:nvSpPr>
        <p:spPr>
          <a:xfrm xmlns:a="http://schemas.openxmlformats.org/drawingml/2006/main">
            <a:off x="185737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694199F6-2010-435C-B984-721C64FF41B6}"/>
              </a:ext>
            </a:extLst>
          </p:cNvPr>
          <p:cNvSpPr>
            <a:spLocks xmlns:a="http://schemas.openxmlformats.org/drawingml/2006/main" noGrp="1"/>
          </p:cNvSpPr>
          <p:nvPr/>
        </p:nvSpPr>
        <p:spPr>
          <a:xfrm xmlns:a="http://schemas.openxmlformats.org/drawingml/2006/main">
            <a:off x="18573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3B304159-A6F8-4775-97BB-540DB8EE8178}"/>
              </a:ext>
            </a:extLst>
          </p:cNvPr>
          <p:cNvSpPr>
            <a:spLocks xmlns:a="http://schemas.openxmlformats.org/drawingml/2006/main" noGrp="1"/>
          </p:cNvSpPr>
          <p:nvPr/>
        </p:nvSpPr>
        <p:spPr>
          <a:xfrm xmlns:a="http://schemas.openxmlformats.org/drawingml/2006/main">
            <a:off x="22574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EAF4701B-D8E1-4A2E-A4B4-5EC116C59238}"/>
              </a:ext>
            </a:extLst>
          </p:cNvPr>
          <p:cNvSpPr>
            <a:spLocks xmlns:a="http://schemas.openxmlformats.org/drawingml/2006/main" noGrp="1"/>
          </p:cNvSpPr>
          <p:nvPr/>
        </p:nvSpPr>
        <p:spPr>
          <a:xfrm xmlns:a="http://schemas.openxmlformats.org/drawingml/2006/main">
            <a:off x="22574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16682E81-3D7C-46BF-99A2-C2604B0586F8}"/>
              </a:ext>
            </a:extLst>
          </p:cNvPr>
          <p:cNvSpPr>
            <a:spLocks xmlns:a="http://schemas.openxmlformats.org/drawingml/2006/main" noGrp="1"/>
          </p:cNvSpPr>
          <p:nvPr/>
        </p:nvSpPr>
        <p:spPr>
          <a:xfrm xmlns:a="http://schemas.openxmlformats.org/drawingml/2006/main">
            <a:off x="2657475" y="34385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CD8D9E00-E6F0-41C8-A6D1-2A32534CFD49}"/>
              </a:ext>
            </a:extLst>
          </p:cNvPr>
          <p:cNvSpPr>
            <a:spLocks xmlns:a="http://schemas.openxmlformats.org/drawingml/2006/main" noGrp="1"/>
          </p:cNvSpPr>
          <p:nvPr/>
        </p:nvSpPr>
        <p:spPr>
          <a:xfrm xmlns:a="http://schemas.openxmlformats.org/drawingml/2006/main">
            <a:off x="26574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028275EF-B569-41BB-BD4E-F7F5E040226F}"/>
              </a:ext>
            </a:extLst>
          </p:cNvPr>
          <p:cNvSpPr>
            <a:spLocks xmlns:a="http://schemas.openxmlformats.org/drawingml/2006/main" noGrp="1"/>
          </p:cNvSpPr>
          <p:nvPr/>
        </p:nvSpPr>
        <p:spPr>
          <a:xfrm xmlns:a="http://schemas.openxmlformats.org/drawingml/2006/main">
            <a:off x="3057525" y="34385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4CF267F1-D92F-4535-B939-E32869E2E9A8}"/>
              </a:ext>
            </a:extLst>
          </p:cNvPr>
          <p:cNvSpPr>
            <a:spLocks xmlns:a="http://schemas.openxmlformats.org/drawingml/2006/main" noGrp="1"/>
          </p:cNvSpPr>
          <p:nvPr/>
        </p:nvSpPr>
        <p:spPr>
          <a:xfrm xmlns:a="http://schemas.openxmlformats.org/drawingml/2006/main">
            <a:off x="30575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B7082F28-441E-4EB5-93FF-493CA50E7F72}"/>
              </a:ext>
            </a:extLst>
          </p:cNvPr>
          <p:cNvSpPr>
            <a:spLocks xmlns:a="http://schemas.openxmlformats.org/drawingml/2006/main" noGrp="1"/>
          </p:cNvSpPr>
          <p:nvPr/>
        </p:nvSpPr>
        <p:spPr>
          <a:xfrm xmlns:a="http://schemas.openxmlformats.org/drawingml/2006/main">
            <a:off x="3457575" y="34385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B9AA5D4A-BD57-47E8-96FE-3087BDE32C39}"/>
              </a:ext>
            </a:extLst>
          </p:cNvPr>
          <p:cNvSpPr>
            <a:spLocks xmlns:a="http://schemas.openxmlformats.org/drawingml/2006/main" noGrp="1"/>
          </p:cNvSpPr>
          <p:nvPr/>
        </p:nvSpPr>
        <p:spPr>
          <a:xfrm xmlns:a="http://schemas.openxmlformats.org/drawingml/2006/main">
            <a:off x="34575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86C9F4E6-F58A-4919-9293-CFE5E8065B47}"/>
              </a:ext>
            </a:extLst>
          </p:cNvPr>
          <p:cNvSpPr>
            <a:spLocks xmlns:a="http://schemas.openxmlformats.org/drawingml/2006/main" noGrp="1"/>
          </p:cNvSpPr>
          <p:nvPr/>
        </p:nvSpPr>
        <p:spPr>
          <a:xfrm xmlns:a="http://schemas.openxmlformats.org/drawingml/2006/main">
            <a:off x="38576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A0C24865-31C6-475E-BA70-B3C671B5933F}"/>
              </a:ext>
            </a:extLst>
          </p:cNvPr>
          <p:cNvSpPr>
            <a:spLocks xmlns:a="http://schemas.openxmlformats.org/drawingml/2006/main" noGrp="1"/>
          </p:cNvSpPr>
          <p:nvPr/>
        </p:nvSpPr>
        <p:spPr>
          <a:xfrm xmlns:a="http://schemas.openxmlformats.org/drawingml/2006/main">
            <a:off x="38576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92DE05B3-36D1-4431-BE8F-79EC63E4844E}"/>
              </a:ext>
            </a:extLst>
          </p:cNvPr>
          <p:cNvSpPr>
            <a:spLocks xmlns:a="http://schemas.openxmlformats.org/drawingml/2006/main" noGrp="1"/>
          </p:cNvSpPr>
          <p:nvPr/>
        </p:nvSpPr>
        <p:spPr>
          <a:xfrm xmlns:a="http://schemas.openxmlformats.org/drawingml/2006/main">
            <a:off x="4257675" y="34385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5678BC67-88AD-4A38-AAB2-C52A33A4F45F}"/>
              </a:ext>
            </a:extLst>
          </p:cNvPr>
          <p:cNvSpPr>
            <a:spLocks xmlns:a="http://schemas.openxmlformats.org/drawingml/2006/main" noGrp="1"/>
          </p:cNvSpPr>
          <p:nvPr/>
        </p:nvSpPr>
        <p:spPr>
          <a:xfrm xmlns:a="http://schemas.openxmlformats.org/drawingml/2006/main">
            <a:off x="42576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9E44D1F2-0EDA-4709-BD28-53DE78230497}"/>
              </a:ext>
            </a:extLst>
          </p:cNvPr>
          <p:cNvSpPr>
            <a:spLocks xmlns:a="http://schemas.openxmlformats.org/drawingml/2006/main" noGrp="1"/>
          </p:cNvSpPr>
          <p:nvPr/>
        </p:nvSpPr>
        <p:spPr>
          <a:xfrm xmlns:a="http://schemas.openxmlformats.org/drawingml/2006/main">
            <a:off x="4657725" y="34385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E48B3185-04C8-4EC7-8D2D-BADB600602ED}"/>
              </a:ext>
            </a:extLst>
          </p:cNvPr>
          <p:cNvSpPr>
            <a:spLocks xmlns:a="http://schemas.openxmlformats.org/drawingml/2006/main" noGrp="1"/>
          </p:cNvSpPr>
          <p:nvPr/>
        </p:nvSpPr>
        <p:spPr>
          <a:xfrm xmlns:a="http://schemas.openxmlformats.org/drawingml/2006/main">
            <a:off x="46577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209380C2-DB4B-4F89-9CCF-7A3C48A7D964}"/>
              </a:ext>
            </a:extLst>
          </p:cNvPr>
          <p:cNvSpPr>
            <a:spLocks xmlns:a="http://schemas.openxmlformats.org/drawingml/2006/main" noGrp="1"/>
          </p:cNvSpPr>
          <p:nvPr/>
        </p:nvSpPr>
        <p:spPr>
          <a:xfrm xmlns:a="http://schemas.openxmlformats.org/drawingml/2006/main">
            <a:off x="762000" y="39338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ed">
            <a:extLst xmlns:a="http://schemas.openxmlformats.org/drawingml/2006/main">
              <a:ext uri="{FF2B5EF4-FFF2-40B4-BE49-F238E27FC236}">
                <a16:creationId xmlns:a16="http://schemas.microsoft.com/office/drawing/2014/main" id="{D3EA5A5B-3EA0-4AB5-B0B8-99EDE5DFCBF1}"/>
              </a:ext>
            </a:extLst>
          </p:cNvPr>
          <p:cNvSpPr>
            <a:spLocks xmlns:a="http://schemas.openxmlformats.org/drawingml/2006/main" noGrp="1"/>
          </p:cNvSpPr>
          <p:nvPr/>
        </p:nvSpPr>
        <p:spPr>
          <a:xfrm xmlns:a="http://schemas.openxmlformats.org/drawingml/2006/main">
            <a:off x="34575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shucked</a:t>
            </a:r>
          </a:p>
        </p:txBody>
      </p:sp>
      <p:sp>
        <p:nvSpPr>
          <p:cNvPr id="79" name="Spearman shucked_weight length">
            <a:extLst xmlns:a="http://schemas.openxmlformats.org/drawingml/2006/main">
              <a:ext uri="{FF2B5EF4-FFF2-40B4-BE49-F238E27FC236}">
                <a16:creationId xmlns:a16="http://schemas.microsoft.com/office/drawing/2014/main" id="{43BB0E45-C6C0-4691-A9D7-24BDDCF7BCD6}"/>
              </a:ext>
            </a:extLst>
          </p:cNvPr>
          <p:cNvSpPr>
            <a:spLocks xmlns:a="http://schemas.openxmlformats.org/drawingml/2006/main" noGrp="1"/>
          </p:cNvSpPr>
          <p:nvPr/>
        </p:nvSpPr>
        <p:spPr>
          <a:xfrm xmlns:a="http://schemas.openxmlformats.org/drawingml/2006/main">
            <a:off x="1857375" y="38385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0557B8B5-E0B5-4FFD-A28A-5D0924F49C3F}"/>
              </a:ext>
            </a:extLst>
          </p:cNvPr>
          <p:cNvSpPr>
            <a:spLocks xmlns:a="http://schemas.openxmlformats.org/drawingml/2006/main" noGrp="1"/>
          </p:cNvSpPr>
          <p:nvPr/>
        </p:nvSpPr>
        <p:spPr>
          <a:xfrm xmlns:a="http://schemas.openxmlformats.org/drawingml/2006/main">
            <a:off x="18573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E85AD909-FD11-40B8-8709-AA034464C4B8}"/>
              </a:ext>
            </a:extLst>
          </p:cNvPr>
          <p:cNvSpPr>
            <a:spLocks xmlns:a="http://schemas.openxmlformats.org/drawingml/2006/main" noGrp="1"/>
          </p:cNvSpPr>
          <p:nvPr/>
        </p:nvSpPr>
        <p:spPr>
          <a:xfrm xmlns:a="http://schemas.openxmlformats.org/drawingml/2006/main">
            <a:off x="2257425" y="38385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AF279606-7B06-4460-9E32-578F28C99331}"/>
              </a:ext>
            </a:extLst>
          </p:cNvPr>
          <p:cNvSpPr>
            <a:spLocks xmlns:a="http://schemas.openxmlformats.org/drawingml/2006/main" noGrp="1"/>
          </p:cNvSpPr>
          <p:nvPr/>
        </p:nvSpPr>
        <p:spPr>
          <a:xfrm xmlns:a="http://schemas.openxmlformats.org/drawingml/2006/main">
            <a:off x="22574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01313A65-1D1E-4C4E-BB9A-5F8DD4B5500E}"/>
              </a:ext>
            </a:extLst>
          </p:cNvPr>
          <p:cNvSpPr>
            <a:spLocks xmlns:a="http://schemas.openxmlformats.org/drawingml/2006/main" noGrp="1"/>
          </p:cNvSpPr>
          <p:nvPr/>
        </p:nvSpPr>
        <p:spPr>
          <a:xfrm xmlns:a="http://schemas.openxmlformats.org/drawingml/2006/main">
            <a:off x="2657475" y="38385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9B82C7DB-2F71-448D-A1B9-67754615AADF}"/>
              </a:ext>
            </a:extLst>
          </p:cNvPr>
          <p:cNvSpPr>
            <a:spLocks xmlns:a="http://schemas.openxmlformats.org/drawingml/2006/main" noGrp="1"/>
          </p:cNvSpPr>
          <p:nvPr/>
        </p:nvSpPr>
        <p:spPr>
          <a:xfrm xmlns:a="http://schemas.openxmlformats.org/drawingml/2006/main">
            <a:off x="26574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EFC55929-1E4D-485D-8034-2AFE0CC75765}"/>
              </a:ext>
            </a:extLst>
          </p:cNvPr>
          <p:cNvSpPr>
            <a:spLocks xmlns:a="http://schemas.openxmlformats.org/drawingml/2006/main" noGrp="1"/>
          </p:cNvSpPr>
          <p:nvPr/>
        </p:nvSpPr>
        <p:spPr>
          <a:xfrm xmlns:a="http://schemas.openxmlformats.org/drawingml/2006/main">
            <a:off x="3057525" y="38385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881A5A99-0B7D-4BF3-BE82-92EE07C58C54}"/>
              </a:ext>
            </a:extLst>
          </p:cNvPr>
          <p:cNvSpPr>
            <a:spLocks xmlns:a="http://schemas.openxmlformats.org/drawingml/2006/main" noGrp="1"/>
          </p:cNvSpPr>
          <p:nvPr/>
        </p:nvSpPr>
        <p:spPr>
          <a:xfrm xmlns:a="http://schemas.openxmlformats.org/drawingml/2006/main">
            <a:off x="30575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98B3DF64-5E5B-46BB-A4FA-3A20619E6208}"/>
              </a:ext>
            </a:extLst>
          </p:cNvPr>
          <p:cNvSpPr>
            <a:spLocks xmlns:a="http://schemas.openxmlformats.org/drawingml/2006/main" noGrp="1"/>
          </p:cNvSpPr>
          <p:nvPr/>
        </p:nvSpPr>
        <p:spPr>
          <a:xfrm xmlns:a="http://schemas.openxmlformats.org/drawingml/2006/main">
            <a:off x="3457575" y="38385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4B54D076-6F89-4E4E-8579-847170B997BA}"/>
              </a:ext>
            </a:extLst>
          </p:cNvPr>
          <p:cNvSpPr>
            <a:spLocks xmlns:a="http://schemas.openxmlformats.org/drawingml/2006/main" noGrp="1"/>
          </p:cNvSpPr>
          <p:nvPr/>
        </p:nvSpPr>
        <p:spPr>
          <a:xfrm xmlns:a="http://schemas.openxmlformats.org/drawingml/2006/main">
            <a:off x="34575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2BDA29FC-AF80-4C14-8A32-EEF25AE08544}"/>
              </a:ext>
            </a:extLst>
          </p:cNvPr>
          <p:cNvSpPr>
            <a:spLocks xmlns:a="http://schemas.openxmlformats.org/drawingml/2006/main" noGrp="1"/>
          </p:cNvSpPr>
          <p:nvPr/>
        </p:nvSpPr>
        <p:spPr>
          <a:xfrm xmlns:a="http://schemas.openxmlformats.org/drawingml/2006/main">
            <a:off x="3857625" y="38385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34A0C577-BBE7-46B5-9D04-60C201D0788A}"/>
              </a:ext>
            </a:extLst>
          </p:cNvPr>
          <p:cNvSpPr>
            <a:spLocks xmlns:a="http://schemas.openxmlformats.org/drawingml/2006/main" noGrp="1"/>
          </p:cNvSpPr>
          <p:nvPr/>
        </p:nvSpPr>
        <p:spPr>
          <a:xfrm xmlns:a="http://schemas.openxmlformats.org/drawingml/2006/main">
            <a:off x="38576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9A15EB88-4F77-4E44-A196-A4D843FC7ED9}"/>
              </a:ext>
            </a:extLst>
          </p:cNvPr>
          <p:cNvSpPr>
            <a:spLocks xmlns:a="http://schemas.openxmlformats.org/drawingml/2006/main" noGrp="1"/>
          </p:cNvSpPr>
          <p:nvPr/>
        </p:nvSpPr>
        <p:spPr>
          <a:xfrm xmlns:a="http://schemas.openxmlformats.org/drawingml/2006/main">
            <a:off x="4257675" y="38385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42F86E4F-86AE-4043-ADEA-6837451C1C87}"/>
              </a:ext>
            </a:extLst>
          </p:cNvPr>
          <p:cNvSpPr>
            <a:spLocks xmlns:a="http://schemas.openxmlformats.org/drawingml/2006/main" noGrp="1"/>
          </p:cNvSpPr>
          <p:nvPr/>
        </p:nvSpPr>
        <p:spPr>
          <a:xfrm xmlns:a="http://schemas.openxmlformats.org/drawingml/2006/main">
            <a:off x="42576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42F0487C-875B-4D3C-BDD3-E6A8F97A4A38}"/>
              </a:ext>
            </a:extLst>
          </p:cNvPr>
          <p:cNvSpPr>
            <a:spLocks xmlns:a="http://schemas.openxmlformats.org/drawingml/2006/main" noGrp="1"/>
          </p:cNvSpPr>
          <p:nvPr/>
        </p:nvSpPr>
        <p:spPr>
          <a:xfrm xmlns:a="http://schemas.openxmlformats.org/drawingml/2006/main">
            <a:off x="4657725" y="38385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CA586689-5ACB-4F9A-97CA-A366B83986B6}"/>
              </a:ext>
            </a:extLst>
          </p:cNvPr>
          <p:cNvSpPr>
            <a:spLocks xmlns:a="http://schemas.openxmlformats.org/drawingml/2006/main" noGrp="1"/>
          </p:cNvSpPr>
          <p:nvPr/>
        </p:nvSpPr>
        <p:spPr>
          <a:xfrm xmlns:a="http://schemas.openxmlformats.org/drawingml/2006/main">
            <a:off x="46577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B987A7F2-BAAB-4C68-B6C2-4920B2E82204}"/>
              </a:ext>
            </a:extLst>
          </p:cNvPr>
          <p:cNvSpPr>
            <a:spLocks xmlns:a="http://schemas.openxmlformats.org/drawingml/2006/main" noGrp="1"/>
          </p:cNvSpPr>
          <p:nvPr/>
        </p:nvSpPr>
        <p:spPr>
          <a:xfrm xmlns:a="http://schemas.openxmlformats.org/drawingml/2006/main">
            <a:off x="762000" y="4333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era">
            <a:extLst xmlns:a="http://schemas.openxmlformats.org/drawingml/2006/main">
              <a:ext uri="{FF2B5EF4-FFF2-40B4-BE49-F238E27FC236}">
                <a16:creationId xmlns:a16="http://schemas.microsoft.com/office/drawing/2014/main" id="{021ABB40-CD16-4468-B5CE-0F7029F39C5D}"/>
              </a:ext>
            </a:extLst>
          </p:cNvPr>
          <p:cNvSpPr>
            <a:spLocks xmlns:a="http://schemas.openxmlformats.org/drawingml/2006/main" noGrp="1"/>
          </p:cNvSpPr>
          <p:nvPr/>
        </p:nvSpPr>
        <p:spPr>
          <a:xfrm xmlns:a="http://schemas.openxmlformats.org/drawingml/2006/main">
            <a:off x="38576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viscera</a:t>
            </a:r>
          </a:p>
        </p:txBody>
      </p:sp>
      <p:sp>
        <p:nvSpPr>
          <p:cNvPr id="97" name="Spearman viscera_weight length">
            <a:extLst xmlns:a="http://schemas.openxmlformats.org/drawingml/2006/main">
              <a:ext uri="{FF2B5EF4-FFF2-40B4-BE49-F238E27FC236}">
                <a16:creationId xmlns:a16="http://schemas.microsoft.com/office/drawing/2014/main" id="{FB04EE3E-02B4-4249-821C-013CE6BF6526}"/>
              </a:ext>
            </a:extLst>
          </p:cNvPr>
          <p:cNvSpPr>
            <a:spLocks xmlns:a="http://schemas.openxmlformats.org/drawingml/2006/main" noGrp="1"/>
          </p:cNvSpPr>
          <p:nvPr/>
        </p:nvSpPr>
        <p:spPr>
          <a:xfrm xmlns:a="http://schemas.openxmlformats.org/drawingml/2006/main">
            <a:off x="1857375" y="4238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EF574A05-7270-45F1-BC25-2D0342333D54}"/>
              </a:ext>
            </a:extLst>
          </p:cNvPr>
          <p:cNvSpPr>
            <a:spLocks xmlns:a="http://schemas.openxmlformats.org/drawingml/2006/main" noGrp="1"/>
          </p:cNvSpPr>
          <p:nvPr/>
        </p:nvSpPr>
        <p:spPr>
          <a:xfrm xmlns:a="http://schemas.openxmlformats.org/drawingml/2006/main">
            <a:off x="18573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F2047233-8683-4F48-92A0-61965052F8F7}"/>
              </a:ext>
            </a:extLst>
          </p:cNvPr>
          <p:cNvSpPr>
            <a:spLocks xmlns:a="http://schemas.openxmlformats.org/drawingml/2006/main" noGrp="1"/>
          </p:cNvSpPr>
          <p:nvPr/>
        </p:nvSpPr>
        <p:spPr>
          <a:xfrm xmlns:a="http://schemas.openxmlformats.org/drawingml/2006/main">
            <a:off x="225742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A682E4F1-6919-478E-960D-D5A665E8C3B2}"/>
              </a:ext>
            </a:extLst>
          </p:cNvPr>
          <p:cNvSpPr>
            <a:spLocks xmlns:a="http://schemas.openxmlformats.org/drawingml/2006/main" noGrp="1"/>
          </p:cNvSpPr>
          <p:nvPr/>
        </p:nvSpPr>
        <p:spPr>
          <a:xfrm xmlns:a="http://schemas.openxmlformats.org/drawingml/2006/main">
            <a:off x="22574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93CDD009-8084-4397-A0D5-9B2154EFCE4E}"/>
              </a:ext>
            </a:extLst>
          </p:cNvPr>
          <p:cNvSpPr>
            <a:spLocks xmlns:a="http://schemas.openxmlformats.org/drawingml/2006/main" noGrp="1"/>
          </p:cNvSpPr>
          <p:nvPr/>
        </p:nvSpPr>
        <p:spPr>
          <a:xfrm xmlns:a="http://schemas.openxmlformats.org/drawingml/2006/main">
            <a:off x="2657475" y="42386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4276C72E-B77C-4C9B-AF85-8400EF7A01DC}"/>
              </a:ext>
            </a:extLst>
          </p:cNvPr>
          <p:cNvSpPr>
            <a:spLocks xmlns:a="http://schemas.openxmlformats.org/drawingml/2006/main" noGrp="1"/>
          </p:cNvSpPr>
          <p:nvPr/>
        </p:nvSpPr>
        <p:spPr>
          <a:xfrm xmlns:a="http://schemas.openxmlformats.org/drawingml/2006/main">
            <a:off x="26574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47D377DE-C26C-47B6-A0B2-0094B456465E}"/>
              </a:ext>
            </a:extLst>
          </p:cNvPr>
          <p:cNvSpPr>
            <a:spLocks xmlns:a="http://schemas.openxmlformats.org/drawingml/2006/main" noGrp="1"/>
          </p:cNvSpPr>
          <p:nvPr/>
        </p:nvSpPr>
        <p:spPr>
          <a:xfrm xmlns:a="http://schemas.openxmlformats.org/drawingml/2006/main">
            <a:off x="3057525" y="4238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86F79B60-91D7-4C32-96C9-85EAA03188E1}"/>
              </a:ext>
            </a:extLst>
          </p:cNvPr>
          <p:cNvSpPr>
            <a:spLocks xmlns:a="http://schemas.openxmlformats.org/drawingml/2006/main" noGrp="1"/>
          </p:cNvSpPr>
          <p:nvPr/>
        </p:nvSpPr>
        <p:spPr>
          <a:xfrm xmlns:a="http://schemas.openxmlformats.org/drawingml/2006/main">
            <a:off x="30575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985F9B89-79ED-48F0-82D3-150C73D8D58E}"/>
              </a:ext>
            </a:extLst>
          </p:cNvPr>
          <p:cNvSpPr>
            <a:spLocks xmlns:a="http://schemas.openxmlformats.org/drawingml/2006/main" noGrp="1"/>
          </p:cNvSpPr>
          <p:nvPr/>
        </p:nvSpPr>
        <p:spPr>
          <a:xfrm xmlns:a="http://schemas.openxmlformats.org/drawingml/2006/main">
            <a:off x="345757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A802B6D9-2794-4D2B-B78E-4FB702B39B90}"/>
              </a:ext>
            </a:extLst>
          </p:cNvPr>
          <p:cNvSpPr>
            <a:spLocks xmlns:a="http://schemas.openxmlformats.org/drawingml/2006/main" noGrp="1"/>
          </p:cNvSpPr>
          <p:nvPr/>
        </p:nvSpPr>
        <p:spPr>
          <a:xfrm xmlns:a="http://schemas.openxmlformats.org/drawingml/2006/main">
            <a:off x="34575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FEFBF212-3428-427E-8669-C2DA6EE68720}"/>
              </a:ext>
            </a:extLst>
          </p:cNvPr>
          <p:cNvSpPr>
            <a:spLocks xmlns:a="http://schemas.openxmlformats.org/drawingml/2006/main" noGrp="1"/>
          </p:cNvSpPr>
          <p:nvPr/>
        </p:nvSpPr>
        <p:spPr>
          <a:xfrm xmlns:a="http://schemas.openxmlformats.org/drawingml/2006/main">
            <a:off x="3857625" y="4238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B3618541-F172-4715-9320-35A07105E458}"/>
              </a:ext>
            </a:extLst>
          </p:cNvPr>
          <p:cNvSpPr>
            <a:spLocks xmlns:a="http://schemas.openxmlformats.org/drawingml/2006/main" noGrp="1"/>
          </p:cNvSpPr>
          <p:nvPr/>
        </p:nvSpPr>
        <p:spPr>
          <a:xfrm xmlns:a="http://schemas.openxmlformats.org/drawingml/2006/main">
            <a:off x="38576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55420E98-702C-4935-A245-BF2DBB1AD9B4}"/>
              </a:ext>
            </a:extLst>
          </p:cNvPr>
          <p:cNvSpPr>
            <a:spLocks xmlns:a="http://schemas.openxmlformats.org/drawingml/2006/main" noGrp="1"/>
          </p:cNvSpPr>
          <p:nvPr/>
        </p:nvSpPr>
        <p:spPr>
          <a:xfrm xmlns:a="http://schemas.openxmlformats.org/drawingml/2006/main">
            <a:off x="4257675" y="42386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CFD6A9FB-5CB4-481C-BCBE-9F0DEDB18F45}"/>
              </a:ext>
            </a:extLst>
          </p:cNvPr>
          <p:cNvSpPr>
            <a:spLocks xmlns:a="http://schemas.openxmlformats.org/drawingml/2006/main" noGrp="1"/>
          </p:cNvSpPr>
          <p:nvPr/>
        </p:nvSpPr>
        <p:spPr>
          <a:xfrm xmlns:a="http://schemas.openxmlformats.org/drawingml/2006/main">
            <a:off x="42576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EC109D3F-7862-43A2-A4CE-A5A8FBEDF815}"/>
              </a:ext>
            </a:extLst>
          </p:cNvPr>
          <p:cNvSpPr>
            <a:spLocks xmlns:a="http://schemas.openxmlformats.org/drawingml/2006/main" noGrp="1"/>
          </p:cNvSpPr>
          <p:nvPr/>
        </p:nvSpPr>
        <p:spPr>
          <a:xfrm xmlns:a="http://schemas.openxmlformats.org/drawingml/2006/main">
            <a:off x="4657725" y="42386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6A59D50E-1FB9-4180-965E-43A226407100}"/>
              </a:ext>
            </a:extLst>
          </p:cNvPr>
          <p:cNvSpPr>
            <a:spLocks xmlns:a="http://schemas.openxmlformats.org/drawingml/2006/main" noGrp="1"/>
          </p:cNvSpPr>
          <p:nvPr/>
        </p:nvSpPr>
        <p:spPr>
          <a:xfrm xmlns:a="http://schemas.openxmlformats.org/drawingml/2006/main">
            <a:off x="46577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FA505834-0E74-4E65-8E51-46B99C610467}"/>
              </a:ext>
            </a:extLst>
          </p:cNvPr>
          <p:cNvSpPr>
            <a:spLocks xmlns:a="http://schemas.openxmlformats.org/drawingml/2006/main" noGrp="1"/>
          </p:cNvSpPr>
          <p:nvPr/>
        </p:nvSpPr>
        <p:spPr>
          <a:xfrm xmlns:a="http://schemas.openxmlformats.org/drawingml/2006/main">
            <a:off x="762000" y="4733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3A2D1B31-9FB6-4916-900D-64BF634A49ED}"/>
              </a:ext>
            </a:extLst>
          </p:cNvPr>
          <p:cNvSpPr>
            <a:spLocks xmlns:a="http://schemas.openxmlformats.org/drawingml/2006/main" noGrp="1"/>
          </p:cNvSpPr>
          <p:nvPr/>
        </p:nvSpPr>
        <p:spPr>
          <a:xfrm xmlns:a="http://schemas.openxmlformats.org/drawingml/2006/main">
            <a:off x="42576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B858FF91-5090-459C-8494-B8FCF9A4773E}"/>
              </a:ext>
            </a:extLst>
          </p:cNvPr>
          <p:cNvSpPr>
            <a:spLocks xmlns:a="http://schemas.openxmlformats.org/drawingml/2006/main" noGrp="1"/>
          </p:cNvSpPr>
          <p:nvPr/>
        </p:nvSpPr>
        <p:spPr>
          <a:xfrm xmlns:a="http://schemas.openxmlformats.org/drawingml/2006/main">
            <a:off x="1857375" y="4638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FC21DACA-1349-4DF4-B91F-C99136E5D85E}"/>
              </a:ext>
            </a:extLst>
          </p:cNvPr>
          <p:cNvSpPr>
            <a:spLocks xmlns:a="http://schemas.openxmlformats.org/drawingml/2006/main" noGrp="1"/>
          </p:cNvSpPr>
          <p:nvPr/>
        </p:nvSpPr>
        <p:spPr>
          <a:xfrm xmlns:a="http://schemas.openxmlformats.org/drawingml/2006/main">
            <a:off x="18573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05E7DDA9-DA12-4246-AB3E-8D190E03F84C}"/>
              </a:ext>
            </a:extLst>
          </p:cNvPr>
          <p:cNvSpPr>
            <a:spLocks xmlns:a="http://schemas.openxmlformats.org/drawingml/2006/main" noGrp="1"/>
          </p:cNvSpPr>
          <p:nvPr/>
        </p:nvSpPr>
        <p:spPr>
          <a:xfrm xmlns:a="http://schemas.openxmlformats.org/drawingml/2006/main">
            <a:off x="2257425" y="4638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99CBF017-5154-40A5-BAB3-F46B4C4FEC5A}"/>
              </a:ext>
            </a:extLst>
          </p:cNvPr>
          <p:cNvSpPr>
            <a:spLocks xmlns:a="http://schemas.openxmlformats.org/drawingml/2006/main" noGrp="1"/>
          </p:cNvSpPr>
          <p:nvPr/>
        </p:nvSpPr>
        <p:spPr>
          <a:xfrm xmlns:a="http://schemas.openxmlformats.org/drawingml/2006/main">
            <a:off x="22574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AD88FBA0-1C22-4471-8E0F-7D1F7C9C84D2}"/>
              </a:ext>
            </a:extLst>
          </p:cNvPr>
          <p:cNvSpPr>
            <a:spLocks xmlns:a="http://schemas.openxmlformats.org/drawingml/2006/main" noGrp="1"/>
          </p:cNvSpPr>
          <p:nvPr/>
        </p:nvSpPr>
        <p:spPr>
          <a:xfrm xmlns:a="http://schemas.openxmlformats.org/drawingml/2006/main">
            <a:off x="2657475" y="46386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8EE8FC2D-695D-4AD0-AF42-2F33DA988EE1}"/>
              </a:ext>
            </a:extLst>
          </p:cNvPr>
          <p:cNvSpPr>
            <a:spLocks xmlns:a="http://schemas.openxmlformats.org/drawingml/2006/main" noGrp="1"/>
          </p:cNvSpPr>
          <p:nvPr/>
        </p:nvSpPr>
        <p:spPr>
          <a:xfrm xmlns:a="http://schemas.openxmlformats.org/drawingml/2006/main">
            <a:off x="26574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CFF9929E-7FE8-4449-A295-4ABE0039CE4E}"/>
              </a:ext>
            </a:extLst>
          </p:cNvPr>
          <p:cNvSpPr>
            <a:spLocks xmlns:a="http://schemas.openxmlformats.org/drawingml/2006/main" noGrp="1"/>
          </p:cNvSpPr>
          <p:nvPr/>
        </p:nvSpPr>
        <p:spPr>
          <a:xfrm xmlns:a="http://schemas.openxmlformats.org/drawingml/2006/main">
            <a:off x="3057525" y="46386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958CDF59-B971-42F9-9F3B-EA1BF78342FD}"/>
              </a:ext>
            </a:extLst>
          </p:cNvPr>
          <p:cNvSpPr>
            <a:spLocks xmlns:a="http://schemas.openxmlformats.org/drawingml/2006/main" noGrp="1"/>
          </p:cNvSpPr>
          <p:nvPr/>
        </p:nvSpPr>
        <p:spPr>
          <a:xfrm xmlns:a="http://schemas.openxmlformats.org/drawingml/2006/main">
            <a:off x="30575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CEB02F42-9CFD-46C2-89F4-78EDCAFB225C}"/>
              </a:ext>
            </a:extLst>
          </p:cNvPr>
          <p:cNvSpPr>
            <a:spLocks xmlns:a="http://schemas.openxmlformats.org/drawingml/2006/main" noGrp="1"/>
          </p:cNvSpPr>
          <p:nvPr/>
        </p:nvSpPr>
        <p:spPr>
          <a:xfrm xmlns:a="http://schemas.openxmlformats.org/drawingml/2006/main">
            <a:off x="3457575" y="46386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FFDA9C2A-7C35-4325-9EDB-2D3CCC9D1C11}"/>
              </a:ext>
            </a:extLst>
          </p:cNvPr>
          <p:cNvSpPr>
            <a:spLocks xmlns:a="http://schemas.openxmlformats.org/drawingml/2006/main" noGrp="1"/>
          </p:cNvSpPr>
          <p:nvPr/>
        </p:nvSpPr>
        <p:spPr>
          <a:xfrm xmlns:a="http://schemas.openxmlformats.org/drawingml/2006/main">
            <a:off x="34575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37D9D6B4-EC7B-488E-A73C-2F95A5B0567E}"/>
              </a:ext>
            </a:extLst>
          </p:cNvPr>
          <p:cNvSpPr>
            <a:spLocks xmlns:a="http://schemas.openxmlformats.org/drawingml/2006/main" noGrp="1"/>
          </p:cNvSpPr>
          <p:nvPr/>
        </p:nvSpPr>
        <p:spPr>
          <a:xfrm xmlns:a="http://schemas.openxmlformats.org/drawingml/2006/main">
            <a:off x="3857625" y="46386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C4EFBEEB-3FD8-4F9E-B1E0-97101A2992C5}"/>
              </a:ext>
            </a:extLst>
          </p:cNvPr>
          <p:cNvSpPr>
            <a:spLocks xmlns:a="http://schemas.openxmlformats.org/drawingml/2006/main" noGrp="1"/>
          </p:cNvSpPr>
          <p:nvPr/>
        </p:nvSpPr>
        <p:spPr>
          <a:xfrm xmlns:a="http://schemas.openxmlformats.org/drawingml/2006/main">
            <a:off x="38576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68E2F64C-4647-442B-945C-178A562C526F}"/>
              </a:ext>
            </a:extLst>
          </p:cNvPr>
          <p:cNvSpPr>
            <a:spLocks xmlns:a="http://schemas.openxmlformats.org/drawingml/2006/main" noGrp="1"/>
          </p:cNvSpPr>
          <p:nvPr/>
        </p:nvSpPr>
        <p:spPr>
          <a:xfrm xmlns:a="http://schemas.openxmlformats.org/drawingml/2006/main">
            <a:off x="4257675" y="4638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CEA1EE51-6772-40E4-8BEA-C3C7D3F9AEC4}"/>
              </a:ext>
            </a:extLst>
          </p:cNvPr>
          <p:cNvSpPr>
            <a:spLocks xmlns:a="http://schemas.openxmlformats.org/drawingml/2006/main" noGrp="1"/>
          </p:cNvSpPr>
          <p:nvPr/>
        </p:nvSpPr>
        <p:spPr>
          <a:xfrm xmlns:a="http://schemas.openxmlformats.org/drawingml/2006/main">
            <a:off x="42576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A71004E1-838B-4B24-BA7F-DDBB4BB4226D}"/>
              </a:ext>
            </a:extLst>
          </p:cNvPr>
          <p:cNvSpPr>
            <a:spLocks xmlns:a="http://schemas.openxmlformats.org/drawingml/2006/main" noGrp="1"/>
          </p:cNvSpPr>
          <p:nvPr/>
        </p:nvSpPr>
        <p:spPr>
          <a:xfrm xmlns:a="http://schemas.openxmlformats.org/drawingml/2006/main">
            <a:off x="4657725" y="46386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ADEE8FD9-0986-4CAE-947B-2C0420381F83}"/>
              </a:ext>
            </a:extLst>
          </p:cNvPr>
          <p:cNvSpPr>
            <a:spLocks xmlns:a="http://schemas.openxmlformats.org/drawingml/2006/main" noGrp="1"/>
          </p:cNvSpPr>
          <p:nvPr/>
        </p:nvSpPr>
        <p:spPr>
          <a:xfrm xmlns:a="http://schemas.openxmlformats.org/drawingml/2006/main">
            <a:off x="46577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D896E28E-3A04-4687-B9D1-38020B09B38C}"/>
              </a:ext>
            </a:extLst>
          </p:cNvPr>
          <p:cNvSpPr>
            <a:spLocks xmlns:a="http://schemas.openxmlformats.org/drawingml/2006/main" noGrp="1"/>
          </p:cNvSpPr>
          <p:nvPr/>
        </p:nvSpPr>
        <p:spPr>
          <a:xfrm xmlns:a="http://schemas.openxmlformats.org/drawingml/2006/main">
            <a:off x="762000" y="5133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2BD1D625-521A-4154-AAD6-BC3C56EFDEF4}"/>
              </a:ext>
            </a:extLst>
          </p:cNvPr>
          <p:cNvSpPr>
            <a:spLocks xmlns:a="http://schemas.openxmlformats.org/drawingml/2006/main" noGrp="1"/>
          </p:cNvSpPr>
          <p:nvPr/>
        </p:nvSpPr>
        <p:spPr>
          <a:xfrm xmlns:a="http://schemas.openxmlformats.org/drawingml/2006/main">
            <a:off x="46577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26FE979B-B125-44C4-80F3-50F1AF5FD8B9}"/>
              </a:ext>
            </a:extLst>
          </p:cNvPr>
          <p:cNvSpPr>
            <a:spLocks xmlns:a="http://schemas.openxmlformats.org/drawingml/2006/main" noGrp="1"/>
          </p:cNvSpPr>
          <p:nvPr/>
        </p:nvSpPr>
        <p:spPr>
          <a:xfrm xmlns:a="http://schemas.openxmlformats.org/drawingml/2006/main">
            <a:off x="1857375" y="50387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7F85D034-5D2A-4D09-88E4-20992E520838}"/>
              </a:ext>
            </a:extLst>
          </p:cNvPr>
          <p:cNvSpPr>
            <a:spLocks xmlns:a="http://schemas.openxmlformats.org/drawingml/2006/main" noGrp="1"/>
          </p:cNvSpPr>
          <p:nvPr/>
        </p:nvSpPr>
        <p:spPr>
          <a:xfrm xmlns:a="http://schemas.openxmlformats.org/drawingml/2006/main">
            <a:off x="18573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6E8A8ED7-0466-4DAE-A53E-B9468AC29AE9}"/>
              </a:ext>
            </a:extLst>
          </p:cNvPr>
          <p:cNvSpPr>
            <a:spLocks xmlns:a="http://schemas.openxmlformats.org/drawingml/2006/main" noGrp="1"/>
          </p:cNvSpPr>
          <p:nvPr/>
        </p:nvSpPr>
        <p:spPr>
          <a:xfrm xmlns:a="http://schemas.openxmlformats.org/drawingml/2006/main">
            <a:off x="2257425" y="50387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ED11BE34-2A6B-4880-A228-5EEE4CAC0DE6}"/>
              </a:ext>
            </a:extLst>
          </p:cNvPr>
          <p:cNvSpPr>
            <a:spLocks xmlns:a="http://schemas.openxmlformats.org/drawingml/2006/main" noGrp="1"/>
          </p:cNvSpPr>
          <p:nvPr/>
        </p:nvSpPr>
        <p:spPr>
          <a:xfrm xmlns:a="http://schemas.openxmlformats.org/drawingml/2006/main">
            <a:off x="22574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9035498B-A2A6-4DD0-8685-025F6BD0D12D}"/>
              </a:ext>
            </a:extLst>
          </p:cNvPr>
          <p:cNvSpPr>
            <a:spLocks xmlns:a="http://schemas.openxmlformats.org/drawingml/2006/main" noGrp="1"/>
          </p:cNvSpPr>
          <p:nvPr/>
        </p:nvSpPr>
        <p:spPr>
          <a:xfrm xmlns:a="http://schemas.openxmlformats.org/drawingml/2006/main">
            <a:off x="2657475" y="5038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EBDE1BDB-914B-4A38-9109-0E1B35366888}"/>
              </a:ext>
            </a:extLst>
          </p:cNvPr>
          <p:cNvSpPr>
            <a:spLocks xmlns:a="http://schemas.openxmlformats.org/drawingml/2006/main" noGrp="1"/>
          </p:cNvSpPr>
          <p:nvPr/>
        </p:nvSpPr>
        <p:spPr>
          <a:xfrm xmlns:a="http://schemas.openxmlformats.org/drawingml/2006/main">
            <a:off x="26574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ECC206EF-326D-470E-990D-5227DFFCEBF0}"/>
              </a:ext>
            </a:extLst>
          </p:cNvPr>
          <p:cNvSpPr>
            <a:spLocks xmlns:a="http://schemas.openxmlformats.org/drawingml/2006/main" noGrp="1"/>
          </p:cNvSpPr>
          <p:nvPr/>
        </p:nvSpPr>
        <p:spPr>
          <a:xfrm xmlns:a="http://schemas.openxmlformats.org/drawingml/2006/main">
            <a:off x="3057525" y="50387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F8822A4C-2C97-4F60-A68E-D35D13D59AAC}"/>
              </a:ext>
            </a:extLst>
          </p:cNvPr>
          <p:cNvSpPr>
            <a:spLocks xmlns:a="http://schemas.openxmlformats.org/drawingml/2006/main" noGrp="1"/>
          </p:cNvSpPr>
          <p:nvPr/>
        </p:nvSpPr>
        <p:spPr>
          <a:xfrm xmlns:a="http://schemas.openxmlformats.org/drawingml/2006/main">
            <a:off x="30575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ACB4C75B-E516-4298-8517-58FF2D521D2F}"/>
              </a:ext>
            </a:extLst>
          </p:cNvPr>
          <p:cNvSpPr>
            <a:spLocks xmlns:a="http://schemas.openxmlformats.org/drawingml/2006/main" noGrp="1"/>
          </p:cNvSpPr>
          <p:nvPr/>
        </p:nvSpPr>
        <p:spPr>
          <a:xfrm xmlns:a="http://schemas.openxmlformats.org/drawingml/2006/main">
            <a:off x="3457575" y="50387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1D70692E-5DE8-460C-9CA2-76D5E2B01312}"/>
              </a:ext>
            </a:extLst>
          </p:cNvPr>
          <p:cNvSpPr>
            <a:spLocks xmlns:a="http://schemas.openxmlformats.org/drawingml/2006/main" noGrp="1"/>
          </p:cNvSpPr>
          <p:nvPr/>
        </p:nvSpPr>
        <p:spPr>
          <a:xfrm xmlns:a="http://schemas.openxmlformats.org/drawingml/2006/main">
            <a:off x="34575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6A1956CF-D12E-4FD0-81A3-036129091D7A}"/>
              </a:ext>
            </a:extLst>
          </p:cNvPr>
          <p:cNvSpPr>
            <a:spLocks xmlns:a="http://schemas.openxmlformats.org/drawingml/2006/main" noGrp="1"/>
          </p:cNvSpPr>
          <p:nvPr/>
        </p:nvSpPr>
        <p:spPr>
          <a:xfrm xmlns:a="http://schemas.openxmlformats.org/drawingml/2006/main">
            <a:off x="3857625" y="50387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13BF2B80-D95E-4994-9AE7-2B12E610D589}"/>
              </a:ext>
            </a:extLst>
          </p:cNvPr>
          <p:cNvSpPr>
            <a:spLocks xmlns:a="http://schemas.openxmlformats.org/drawingml/2006/main" noGrp="1"/>
          </p:cNvSpPr>
          <p:nvPr/>
        </p:nvSpPr>
        <p:spPr>
          <a:xfrm xmlns:a="http://schemas.openxmlformats.org/drawingml/2006/main">
            <a:off x="38576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9D8386F9-955E-4AE8-9259-4CA1E4142FB4}"/>
              </a:ext>
            </a:extLst>
          </p:cNvPr>
          <p:cNvSpPr>
            <a:spLocks xmlns:a="http://schemas.openxmlformats.org/drawingml/2006/main" noGrp="1"/>
          </p:cNvSpPr>
          <p:nvPr/>
        </p:nvSpPr>
        <p:spPr>
          <a:xfrm xmlns:a="http://schemas.openxmlformats.org/drawingml/2006/main">
            <a:off x="4257675" y="50387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63407A60-61DD-40A9-815F-76384B2A17F1}"/>
              </a:ext>
            </a:extLst>
          </p:cNvPr>
          <p:cNvSpPr>
            <a:spLocks xmlns:a="http://schemas.openxmlformats.org/drawingml/2006/main" noGrp="1"/>
          </p:cNvSpPr>
          <p:nvPr/>
        </p:nvSpPr>
        <p:spPr>
          <a:xfrm xmlns:a="http://schemas.openxmlformats.org/drawingml/2006/main">
            <a:off x="42576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CCD7F612-0C6C-4F7C-B5AA-3BD344311E8B}"/>
              </a:ext>
            </a:extLst>
          </p:cNvPr>
          <p:cNvSpPr>
            <a:spLocks xmlns:a="http://schemas.openxmlformats.org/drawingml/2006/main" noGrp="1"/>
          </p:cNvSpPr>
          <p:nvPr/>
        </p:nvSpPr>
        <p:spPr>
          <a:xfrm xmlns:a="http://schemas.openxmlformats.org/drawingml/2006/main">
            <a:off x="4657725" y="5038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ECF25881-05AD-4FDB-A9B7-DFF3ED01E7B8}"/>
              </a:ext>
            </a:extLst>
          </p:cNvPr>
          <p:cNvSpPr>
            <a:spLocks xmlns:a="http://schemas.openxmlformats.org/drawingml/2006/main" noGrp="1"/>
          </p:cNvSpPr>
          <p:nvPr/>
        </p:nvSpPr>
        <p:spPr>
          <a:xfrm xmlns:a="http://schemas.openxmlformats.org/drawingml/2006/main">
            <a:off x="46577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350A2A07-1D10-40D5-BDC6-C8BEB48C70A7}"/>
              </a:ext>
            </a:extLst>
          </p:cNvPr>
          <p:cNvSpPr>
            <a:spLocks xmlns:a="http://schemas.openxmlformats.org/drawingml/2006/main" noGrp="1"/>
          </p:cNvSpPr>
          <p:nvPr/>
        </p:nvSpPr>
        <p:spPr>
          <a:xfrm xmlns:a="http://schemas.openxmlformats.org/drawingml/2006/main">
            <a:off x="18573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1F59F38F-F9C1-4E95-A5EB-CB6CB68022EB}"/>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A2E55758-0AE2-42A0-B99B-522DB2C18479}"/>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B4A36988-2DC7-4B7E-BA8C-072BBC802C6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12270580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1B13CD4-39ED-447F-A193-7FFBFF8049D5}"/>
              </a:ext>
            </a:extLst>
          </p:cNvPr>
          <p:cNvPicPr>
            <a:picLocks xmlns:a="http://schemas.openxmlformats.org/drawingml/2006/main" noChangeAspect="1"/>
          </p:cNvPicPr>
          <p:nvPr/>
        </p:nvPicPr>
        <p:blipFill>
          <a:blip xmlns:r="http://schemas.openxmlformats.org/officeDocument/2006/relationships" xmlns:a="http://schemas.openxmlformats.org/drawingml/2006/main" r:embed="R0eafe9abe396451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E3A20A0-ED00-4307-80FA-462ED45FC55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DEA3F953-BEEA-4745-BEF6-7AC98E606F2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61E90671-B161-464A-AFDD-8F27C227A4D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13B3AE6D-CEA8-4498-B0CA-B5268307C5D5}"/>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1bc1ff206e9e41ce"/>
          </a:graphicData>
        </a:graphic>
      </p:graphicFrame>
      <p:sp>
        <p:nvSpPr>
          <p:cNvPr id="6" name="ρ = 0.693">
            <a:extLst xmlns:a="http://schemas.openxmlformats.org/drawingml/2006/main">
              <a:ext uri="{FF2B5EF4-FFF2-40B4-BE49-F238E27FC236}">
                <a16:creationId xmlns:a16="http://schemas.microsoft.com/office/drawing/2014/main" id="{629F04F8-E57A-4347-9174-B0D52325E4EE}"/>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A33E0777-4EAA-4D00-97C9-38DB9775546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2429EA4B-0F7D-4C46-9391-5E4ADF695A6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20320200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5C2B27C-0084-4A15-A7FD-E5958493BEC7}"/>
              </a:ext>
            </a:extLst>
          </p:cNvPr>
          <p:cNvPicPr>
            <a:picLocks xmlns:a="http://schemas.openxmlformats.org/drawingml/2006/main" noChangeAspect="1"/>
          </p:cNvPicPr>
          <p:nvPr/>
        </p:nvPicPr>
        <p:blipFill>
          <a:blip xmlns:r="http://schemas.openxmlformats.org/officeDocument/2006/relationships" xmlns:a="http://schemas.openxmlformats.org/drawingml/2006/main" r:embed="R5133db86a8d749c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5182816-9A20-47E1-8FFD-CF7366814D2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152D0E48-FB2F-411C-AE6C-53C877642F8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3A8E8B16-ADBA-4F26-8ED2-DA67381F77C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AC7AB158-1305-4E85-9E2C-E1837F83CA1B}"/>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1A11E843-F0EA-4E93-AE21-BA78FE09688E}"/>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12F9E0BD-AB65-4532-928E-09D240DD004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9676437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31200AB-B613-4190-80A2-0200207CF471}"/>
              </a:ext>
            </a:extLst>
          </p:cNvPr>
          <p:cNvPicPr>
            <a:picLocks xmlns:a="http://schemas.openxmlformats.org/drawingml/2006/main" noChangeAspect="1"/>
          </p:cNvPicPr>
          <p:nvPr/>
        </p:nvPicPr>
        <p:blipFill>
          <a:blip xmlns:r="http://schemas.openxmlformats.org/officeDocument/2006/relationships" xmlns:a="http://schemas.openxmlformats.org/drawingml/2006/main" r:embed="R371030554d374a3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C270E53-64D0-4050-8EFE-A70D4A994C1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4A02E06A-5A98-4392-8ABC-C4ABA02ACCC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9F46EC8A-B722-4D6E-847B-8116CE2520F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66A37F72-E118-4B72-9FC2-779A7150779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e617c168054452b"/>
          </a:graphicData>
        </a:graphic>
      </p:graphicFrame>
      <p:sp>
        <p:nvSpPr>
          <p:cNvPr id="6" name="Full R² = 0.526">
            <a:extLst xmlns:a="http://schemas.openxmlformats.org/drawingml/2006/main">
              <a:ext uri="{FF2B5EF4-FFF2-40B4-BE49-F238E27FC236}">
                <a16:creationId xmlns:a16="http://schemas.microsoft.com/office/drawing/2014/main" id="{A33A7ABE-E2E9-413E-A740-0AF61116AC08}"/>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4B13CF4A-8876-4D11-88E1-8F38BC820353}"/>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5169BFC6-E147-4C69-89C5-C99A74005AB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102613974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F311C07-FBD7-48B8-998F-98D76A80C794}"/>
              </a:ext>
            </a:extLst>
          </p:cNvPr>
          <p:cNvPicPr>
            <a:picLocks xmlns:a="http://schemas.openxmlformats.org/drawingml/2006/main" noChangeAspect="1"/>
          </p:cNvPicPr>
          <p:nvPr/>
        </p:nvPicPr>
        <p:blipFill>
          <a:blip xmlns:r="http://schemas.openxmlformats.org/officeDocument/2006/relationships" xmlns:a="http://schemas.openxmlformats.org/drawingml/2006/main" r:embed="R6f4a199d5c44491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A47A7B4-4FE0-4372-BFA6-9B3F5BECCE6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D3DB6B90-614E-4D51-B897-F51EB3064A1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1C538387-1736-47DB-8CB7-7693A641DDD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FD51FDB1-C9E2-4976-A27B-866C399093F5}"/>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40C7D602-5E8E-4237-B333-B19258332B07}"/>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9ADAAFA1-8AA0-4EA5-B7CA-DA89DC083FC2}"/>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374CF635-A0B4-41A8-92D6-B798A6F8734A}"/>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6563DA24-0FB1-4B33-B9C2-5A5BC234B2AD}"/>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E258F727-99EC-4284-8FEA-7223A702FE61}"/>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5318629E-98B9-4341-A6C3-C5BA129F0BB6}"/>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DB328495-CF97-4463-89C7-20EDE4E22CBC}"/>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7F29E7EB-65FC-4BDF-8509-B61F72D1C18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13287785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075BB51-5936-4867-A18E-EA9C3F62064D}"/>
              </a:ext>
            </a:extLst>
          </p:cNvPr>
          <p:cNvPicPr>
            <a:picLocks xmlns:a="http://schemas.openxmlformats.org/drawingml/2006/main" noChangeAspect="1"/>
          </p:cNvPicPr>
          <p:nvPr/>
        </p:nvPicPr>
        <p:blipFill>
          <a:blip xmlns:r="http://schemas.openxmlformats.org/officeDocument/2006/relationships" xmlns:a="http://schemas.openxmlformats.org/drawingml/2006/main" r:embed="R18c0852ec7ab441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429C9EF-2507-4AF2-A45C-0CCE6A1DF54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CB8752D1-B5F9-4FDB-AA08-B1C9EFB56F4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502995A5-8E2D-4B1B-8639-8D6346EEE62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01CF4F48-4F89-4780-AF19-901B0E90F235}"/>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38694EEA-6CD7-45CE-A31E-6A3306C4EA71}"/>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1FBD606B-703D-4B7D-B4B6-AA4F7C354FC3}"/>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A33692A6-33E5-489D-8998-40A94614306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0675999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5E0D3E3-8558-431D-A690-61709B269D81}"/>
              </a:ext>
            </a:extLst>
          </p:cNvPr>
          <p:cNvPicPr>
            <a:picLocks xmlns:a="http://schemas.openxmlformats.org/drawingml/2006/main" noChangeAspect="1"/>
          </p:cNvPicPr>
          <p:nvPr/>
        </p:nvPicPr>
        <p:blipFill>
          <a:blip xmlns:r="http://schemas.openxmlformats.org/officeDocument/2006/relationships" xmlns:a="http://schemas.openxmlformats.org/drawingml/2006/main" r:embed="R2c4d0332a2624a2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92851BF-27A4-457D-9683-B0762ED7A7B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2BAEBA24-5579-4F93-9D5F-08D0D4679B3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A2668DB2-73DD-4C06-B731-ADD9A99DF31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A89B8619-DF1D-4252-A4F1-CE3F34FE361D}"/>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672D4005-FD1C-4A30-B3BC-278872AAC8C7}"/>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E46B258B-EA7A-4940-B903-1828E573BD76}"/>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B75B74A5-8556-4819-9864-6EC4E8BEF751}"/>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C217235A-4F29-410C-AF45-1339C609C74E}"/>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F80B92B6-8E56-4594-A9CB-C2659B2F9DFC}"/>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EFADFCE1-1767-488D-B6EB-E393A00478E8}"/>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54C92456-770A-4A76-A704-38049140BCE3}"/>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20699614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3867F98-AEB6-4646-89E2-D6DD9ABB8823}"/>
              </a:ext>
            </a:extLst>
          </p:cNvPr>
          <p:cNvPicPr>
            <a:picLocks xmlns:a="http://schemas.openxmlformats.org/drawingml/2006/main" noChangeAspect="1"/>
          </p:cNvPicPr>
          <p:nvPr/>
        </p:nvPicPr>
        <p:blipFill>
          <a:blip xmlns:r="http://schemas.openxmlformats.org/officeDocument/2006/relationships" xmlns:a="http://schemas.openxmlformats.org/drawingml/2006/main" r:embed="R5805ae147676404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C03A97E-0E22-4080-B6AB-BBCE778A925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0947722C-E188-493A-9BAC-917CCE43D6C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A4E31948-C4C3-4659-9F82-B3A135A042B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1B2EDE79-E1C9-42EA-8032-E91A233EC44A}"/>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CE047AFE-6A78-44DB-AA8F-99D4916B8AC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1944587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8F52E14-1DF5-437E-9809-72D38502CEE6}"/>
              </a:ext>
            </a:extLst>
          </p:cNvPr>
          <p:cNvPicPr>
            <a:picLocks xmlns:a="http://schemas.openxmlformats.org/drawingml/2006/main" noChangeAspect="1"/>
          </p:cNvPicPr>
          <p:nvPr/>
        </p:nvPicPr>
        <p:blipFill>
          <a:blip xmlns:r="http://schemas.openxmlformats.org/officeDocument/2006/relationships" xmlns:a="http://schemas.openxmlformats.org/drawingml/2006/main" r:embed="R9fb26a57171a443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7299296-2281-453C-A082-2D5988180F6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42A1ED02-0B85-4379-AD35-0255D4F7D42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439EAEA5-E171-4AD8-8D3D-D4F452B0F2E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7637DF2A-62CC-4B71-8F78-08364420F37D}"/>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D3950FC8-F1C9-45E4-902A-F78BDE45D43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711142469"/>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2026-10-20T10:56:57.6860000Z</dcterms:created>
  <dcterms:modified xsi:type="dcterms:W3CDTF">2026-10-20T10:56:57.6870000Z</dcterms:modified>
</coreProperties>
</file>