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1453d69bd24fa9" /><Relationship Type="http://schemas.openxmlformats.org/officeDocument/2006/relationships/extended-properties" Target="/docProps/app.xml" Id="R640a320f6b83497d" /><Relationship Type="http://schemas.openxmlformats.org/officeDocument/2006/relationships/officeDocument" Target="/ppt/presentation.xml" Id="R37b8c63f7ac244e7" /></Relationships>
</file>

<file path=ppt/presentation.xml><?xml version="1.0" encoding="utf-8"?>
<p:presentation xmlns:p="http://schemas.openxmlformats.org/presentationml/2006/main">
  <p:sldMasterIdLst>
    <p:sldMasterId xmlns:r="http://schemas.openxmlformats.org/officeDocument/2006/relationships" id="2147483648" r:id="Rc8d3768f43be498b"/>
  </p:sldMasterIdLst>
  <p:notesMasterIdLst>
    <p:notesMasterId xmlns:r="http://schemas.openxmlformats.org/officeDocument/2006/relationships" r:id="Ra551559e65054ce8"/>
  </p:notesMasterIdLst>
  <p:sldIdLst>
    <p:sldId xmlns:r="http://schemas.openxmlformats.org/officeDocument/2006/relationships" id="256" r:id="R47645fe6f7b440f0"/>
    <p:sldId xmlns:r="http://schemas.openxmlformats.org/officeDocument/2006/relationships" id="257" r:id="R80c30a89c1324387"/>
    <p:sldId xmlns:r="http://schemas.openxmlformats.org/officeDocument/2006/relationships" id="258" r:id="Rc94099415a4f4f3c"/>
    <p:sldId xmlns:r="http://schemas.openxmlformats.org/officeDocument/2006/relationships" id="259" r:id="R682d976cd6224267"/>
    <p:sldId xmlns:r="http://schemas.openxmlformats.org/officeDocument/2006/relationships" id="260" r:id="Rfa9212e485d64d64"/>
    <p:sldId xmlns:r="http://schemas.openxmlformats.org/officeDocument/2006/relationships" id="261" r:id="R7f98bf88b06f4f75"/>
    <p:sldId xmlns:r="http://schemas.openxmlformats.org/officeDocument/2006/relationships" id="262" r:id="R5aac0450f3cd43a6"/>
    <p:sldId xmlns:r="http://schemas.openxmlformats.org/officeDocument/2006/relationships" id="263" r:id="R15db665d6ee1448d"/>
    <p:sldId xmlns:r="http://schemas.openxmlformats.org/officeDocument/2006/relationships" id="264" r:id="R944b7f7452de41bc"/>
    <p:sldId xmlns:r="http://schemas.openxmlformats.org/officeDocument/2006/relationships" id="265" r:id="Re34338f1d5cb4c00"/>
    <p:sldId xmlns:r="http://schemas.openxmlformats.org/officeDocument/2006/relationships" id="266" r:id="R2abf805113d94bf7"/>
    <p:sldId xmlns:r="http://schemas.openxmlformats.org/officeDocument/2006/relationships" id="267" r:id="R1823cb55f9eb42bb"/>
    <p:sldId xmlns:r="http://schemas.openxmlformats.org/officeDocument/2006/relationships" id="268" r:id="Rc755b0de7c0b4305"/>
    <p:sldId xmlns:r="http://schemas.openxmlformats.org/officeDocument/2006/relationships" id="269" r:id="Re1654fcd86974584"/>
    <p:sldId xmlns:r="http://schemas.openxmlformats.org/officeDocument/2006/relationships" id="270" r:id="Rd467f8319dba4334"/>
    <p:sldId xmlns:r="http://schemas.openxmlformats.org/officeDocument/2006/relationships" id="271" r:id="Rb02e2c54f9b14dec"/>
    <p:sldId xmlns:r="http://schemas.openxmlformats.org/officeDocument/2006/relationships" id="272" r:id="R4147aa5371d94e01"/>
    <p:sldId xmlns:r="http://schemas.openxmlformats.org/officeDocument/2006/relationships" id="273" r:id="R8a7b8857e3e448b2"/>
    <p:sldId xmlns:r="http://schemas.openxmlformats.org/officeDocument/2006/relationships" id="274" r:id="Rd48a75a9627d41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ce6ba63efe4d9f" /><Relationship Type="http://schemas.openxmlformats.org/officeDocument/2006/relationships/slideMaster" Target="/ppt/slideMasters/slideMaster1.xml" Id="Rc8d3768f43be498b" /><Relationship Type="http://schemas.openxmlformats.org/officeDocument/2006/relationships/notesMaster" Target="/ppt/notesMasters/notesMaster1.xml" Id="Ra551559e65054ce8" /><Relationship Type="http://schemas.openxmlformats.org/officeDocument/2006/relationships/presProps" Target="/ppt/presProps.xml" Id="Rcfadefb30ec44ad5" /><Relationship Type="http://schemas.openxmlformats.org/officeDocument/2006/relationships/tableStyles" Target="/ppt/tableStyles.xml" Id="R2b0dc2532b7a4869" /><Relationship Type="http://schemas.openxmlformats.org/officeDocument/2006/relationships/slide" Target="/ppt/slides/slide1.xml" Id="R47645fe6f7b440f0" /><Relationship Type="http://schemas.openxmlformats.org/officeDocument/2006/relationships/slide" Target="/ppt/slides/slide2.xml" Id="R80c30a89c1324387" /><Relationship Type="http://schemas.openxmlformats.org/officeDocument/2006/relationships/slide" Target="/ppt/slides/slide3.xml" Id="Rc94099415a4f4f3c" /><Relationship Type="http://schemas.openxmlformats.org/officeDocument/2006/relationships/slide" Target="/ppt/slides/slide4.xml" Id="R682d976cd6224267" /><Relationship Type="http://schemas.openxmlformats.org/officeDocument/2006/relationships/slide" Target="/ppt/slides/slide5.xml" Id="Rfa9212e485d64d64" /><Relationship Type="http://schemas.openxmlformats.org/officeDocument/2006/relationships/slide" Target="/ppt/slides/slide6.xml" Id="R7f98bf88b06f4f75" /><Relationship Type="http://schemas.openxmlformats.org/officeDocument/2006/relationships/slide" Target="/ppt/slides/slide7.xml" Id="R5aac0450f3cd43a6" /><Relationship Type="http://schemas.openxmlformats.org/officeDocument/2006/relationships/slide" Target="/ppt/slides/slide8.xml" Id="R15db665d6ee1448d" /><Relationship Type="http://schemas.openxmlformats.org/officeDocument/2006/relationships/slide" Target="/ppt/slides/slide9.xml" Id="R944b7f7452de41bc" /><Relationship Type="http://schemas.openxmlformats.org/officeDocument/2006/relationships/slide" Target="/ppt/slides/slide10.xml" Id="Re34338f1d5cb4c00" /><Relationship Type="http://schemas.openxmlformats.org/officeDocument/2006/relationships/slide" Target="/ppt/slides/slide11.xml" Id="R2abf805113d94bf7" /><Relationship Type="http://schemas.openxmlformats.org/officeDocument/2006/relationships/slide" Target="/ppt/slides/slide12.xml" Id="R1823cb55f9eb42bb" /><Relationship Type="http://schemas.openxmlformats.org/officeDocument/2006/relationships/slide" Target="/ppt/slides/slide13.xml" Id="Rc755b0de7c0b4305" /><Relationship Type="http://schemas.openxmlformats.org/officeDocument/2006/relationships/slide" Target="/ppt/slides/slide14.xml" Id="Re1654fcd86974584" /><Relationship Type="http://schemas.openxmlformats.org/officeDocument/2006/relationships/slide" Target="/ppt/slides/slide15.xml" Id="Rd467f8319dba4334" /><Relationship Type="http://schemas.openxmlformats.org/officeDocument/2006/relationships/slide" Target="/ppt/slides/slide16.xml" Id="Rb02e2c54f9b14dec" /><Relationship Type="http://schemas.openxmlformats.org/officeDocument/2006/relationships/slide" Target="/ppt/slides/slide17.xml" Id="R4147aa5371d94e01" /><Relationship Type="http://schemas.openxmlformats.org/officeDocument/2006/relationships/slide" Target="/ppt/slides/slide18.xml" Id="R8a7b8857e3e448b2" /><Relationship Type="http://schemas.openxmlformats.org/officeDocument/2006/relationships/slide" Target="/ppt/slides/slide19.xml" Id="Rd48a75a9627d41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81b76bb0574a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02798f2a6b44b3" /><Relationship Type="http://schemas.openxmlformats.org/officeDocument/2006/relationships/notesMaster" Target="/ppt/notesMasters/notesMaster1.xml" Id="R3ad18068d9154e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2e9c123b44e8c" /><Relationship Type="http://schemas.openxmlformats.org/officeDocument/2006/relationships/notesMaster" Target="/ppt/notesMasters/notesMaster1.xml" Id="R7febcb1ddd0946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6a4fe0f6d2497a" /><Relationship Type="http://schemas.openxmlformats.org/officeDocument/2006/relationships/notesMaster" Target="/ppt/notesMasters/notesMaster1.xml" Id="R94c274d9282144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59835d12034324" /><Relationship Type="http://schemas.openxmlformats.org/officeDocument/2006/relationships/notesMaster" Target="/ppt/notesMasters/notesMaster1.xml" Id="R2295215e59824d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e0e8824ff84930" /><Relationship Type="http://schemas.openxmlformats.org/officeDocument/2006/relationships/notesMaster" Target="/ppt/notesMasters/notesMaster1.xml" Id="R2bb1e3c6901546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69fff3d60a4531" /><Relationship Type="http://schemas.openxmlformats.org/officeDocument/2006/relationships/notesMaster" Target="/ppt/notesMasters/notesMaster1.xml" Id="R26ffbec84b314f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c9f6ced7524160" /><Relationship Type="http://schemas.openxmlformats.org/officeDocument/2006/relationships/notesMaster" Target="/ppt/notesMasters/notesMaster1.xml" Id="R0033432b243848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23029f78f542a1" /><Relationship Type="http://schemas.openxmlformats.org/officeDocument/2006/relationships/notesMaster" Target="/ppt/notesMasters/notesMaster1.xml" Id="Rd6fd721dd6e446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730bc0ed3d4525" /><Relationship Type="http://schemas.openxmlformats.org/officeDocument/2006/relationships/notesMaster" Target="/ppt/notesMasters/notesMaster1.xml" Id="R622044de93e347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0c0e47646b468e" /><Relationship Type="http://schemas.openxmlformats.org/officeDocument/2006/relationships/notesMaster" Target="/ppt/notesMasters/notesMaster1.xml" Id="Rc20bc9814fb749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6ca9c5a8bc4abe" /><Relationship Type="http://schemas.openxmlformats.org/officeDocument/2006/relationships/notesMaster" Target="/ppt/notesMasters/notesMaster1.xml" Id="R34e1b451057c41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0cd54dc9cf4301" /><Relationship Type="http://schemas.openxmlformats.org/officeDocument/2006/relationships/notesMaster" Target="/ppt/notesMasters/notesMaster1.xml" Id="R32357576e84a4b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400e8f84f74ed4" /><Relationship Type="http://schemas.openxmlformats.org/officeDocument/2006/relationships/notesMaster" Target="/ppt/notesMasters/notesMaster1.xml" Id="R4b4d64d43c0645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601d02f8d44abf" /><Relationship Type="http://schemas.openxmlformats.org/officeDocument/2006/relationships/notesMaster" Target="/ppt/notesMasters/notesMaster1.xml" Id="Rc1eab5f72ffa4b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aebf9aff444927" /><Relationship Type="http://schemas.openxmlformats.org/officeDocument/2006/relationships/notesMaster" Target="/ppt/notesMasters/notesMaster1.xml" Id="R9a151cf84e8b4e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7cdfad9fd14666" /><Relationship Type="http://schemas.openxmlformats.org/officeDocument/2006/relationships/notesMaster" Target="/ppt/notesMasters/notesMaster1.xml" Id="R10b48f726b9143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313ccb8fe14eaa" /><Relationship Type="http://schemas.openxmlformats.org/officeDocument/2006/relationships/notesMaster" Target="/ppt/notesMasters/notesMaster1.xml" Id="R4de4049d8a704e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94f00df0aa45c1" /><Relationship Type="http://schemas.openxmlformats.org/officeDocument/2006/relationships/notesMaster" Target="/ppt/notesMasters/notesMaster1.xml" Id="Rfd067a94486a46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7de231f99a4adc" /><Relationship Type="http://schemas.openxmlformats.org/officeDocument/2006/relationships/notesMaster" Target="/ppt/notesMasters/notesMaster1.xml" Id="R565b5234195041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e2d8b0bb0d45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ad16fd52fc41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3efd10ee6d42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e8678d3cbe4d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b86003e58a4e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8bfbfc743946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0F6EF2-9DA5-4D96-8A47-B90E3FA282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956B28-3417-4B14-A046-56FCB7CF75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B1872E2-2994-434A-95D7-725DD4B371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0A2479-1416-4A0D-BF6E-D95A6FA288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9FC1E35-CDCD-47FD-BA30-0F227E90EC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E146D0-5DBA-4D74-9A44-C73D7B1AEF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345534-40C5-4ECE-A54A-2FB894F2FC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037037-A661-4A8D-A621-C88EA44688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970E66-8EC3-4361-85FE-85A7432B8C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924608-4F01-40FB-BD58-68144BA451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95ccbe20114320" /><Relationship Type="http://schemas.openxmlformats.org/officeDocument/2006/relationships/slideLayout" Target="/ppt/slideLayouts/slideLayout1.xml" Id="Rce8260bfb6094af0" /><Relationship Type="http://schemas.openxmlformats.org/officeDocument/2006/relationships/slideLayout" Target="/ppt/slideLayouts/slideLayout2.xml" Id="R3e8be9bbb4d349f7" /><Relationship Type="http://schemas.openxmlformats.org/officeDocument/2006/relationships/slideLayout" Target="/ppt/slideLayouts/slideLayout3.xml" Id="Rde552391640c4f2e" /><Relationship Type="http://schemas.openxmlformats.org/officeDocument/2006/relationships/slideLayout" Target="/ppt/slideLayouts/slideLayout4.xml" Id="Rddc71d7150b14cdd" /><Relationship Type="http://schemas.openxmlformats.org/officeDocument/2006/relationships/slideLayout" Target="/ppt/slideLayouts/slideLayout5.xml" Id="R8de49e4905a24b40" /><Relationship Type="http://schemas.openxmlformats.org/officeDocument/2006/relationships/slideLayout" Target="/ppt/slideLayouts/slideLayout6.xml" Id="Rb15fdd63906940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260bfb6094af0"/>
    <p:sldLayoutId xmlns:r="http://schemas.openxmlformats.org/officeDocument/2006/relationships" id="2147483650" r:id="R3e8be9bbb4d349f7"/>
    <p:sldLayoutId xmlns:r="http://schemas.openxmlformats.org/officeDocument/2006/relationships" id="2147483651" r:id="Rde552391640c4f2e"/>
    <p:sldLayoutId xmlns:r="http://schemas.openxmlformats.org/officeDocument/2006/relationships" id="2147483652" r:id="Rddc71d7150b14cdd"/>
    <p:sldLayoutId xmlns:r="http://schemas.openxmlformats.org/officeDocument/2006/relationships" id="2147483653" r:id="R8de49e4905a24b40"/>
    <p:sldLayoutId xmlns:r="http://schemas.openxmlformats.org/officeDocument/2006/relationships" id="2147483654" r:id="Rb15fdd63906940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362a9d8de6428e" /><Relationship Type="http://schemas.openxmlformats.org/officeDocument/2006/relationships/image" Target="/ppt/media/image.png" Id="R3fa6707712d64535" /><Relationship Type="http://schemas.openxmlformats.org/officeDocument/2006/relationships/notesSlide" Target="/ppt/notesSlides/notesSlide1.xml" Id="R34cba8e27b8447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7e60edff564ce4" /><Relationship Type="http://schemas.openxmlformats.org/officeDocument/2006/relationships/image" Target="/ppt/media/image2.png" Id="Rcbd642366be0472e" /><Relationship Type="http://schemas.openxmlformats.org/officeDocument/2006/relationships/notesSlide" Target="/ppt/notesSlides/notesSlide2.xml" Id="R37e1e5ec3b2447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f19402ef824547" /><Relationship Type="http://schemas.openxmlformats.org/officeDocument/2006/relationships/image" Target="/ppt/media/image3.png" Id="Rb6ed1dc1a3d6450a" /><Relationship Type="http://schemas.openxmlformats.org/officeDocument/2006/relationships/notesSlide" Target="/ppt/notesSlides/notesSlide3.xml" Id="R51bbf4c49b0e43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2496e3fdff4bb3" /><Relationship Type="http://schemas.openxmlformats.org/officeDocument/2006/relationships/image" Target="/ppt/media/image4.png" Id="Rc32b5740b3d24892" /><Relationship Type="http://schemas.openxmlformats.org/officeDocument/2006/relationships/notesSlide" Target="/ppt/notesSlides/notesSlide4.xml" Id="Rf503187ebd9242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16b5c8acb74ef2" /><Relationship Type="http://schemas.openxmlformats.org/officeDocument/2006/relationships/image" Target="/ppt/media/image5.png" Id="R1ee34515e94c4e24" /><Relationship Type="http://schemas.openxmlformats.org/officeDocument/2006/relationships/chart" Target="/ppt/slides/charts/chart1.xml" Id="Rd67f437de1e3471f" /><Relationship Type="http://schemas.openxmlformats.org/officeDocument/2006/relationships/notesSlide" Target="/ppt/notesSlides/notesSlide5.xml" Id="R69d2881c64db4b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71d7103cac4f2a" /><Relationship Type="http://schemas.openxmlformats.org/officeDocument/2006/relationships/image" Target="/ppt/media/image6.png" Id="R9007fc603dd044b8" /><Relationship Type="http://schemas.openxmlformats.org/officeDocument/2006/relationships/chart" Target="/ppt/slides/charts/chart2.xml" Id="R10d756d3c86e4a40" /><Relationship Type="http://schemas.openxmlformats.org/officeDocument/2006/relationships/notesSlide" Target="/ppt/notesSlides/notesSlide6.xml" Id="R7aad1cdc2ad44c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9fc1ad16f424be3" /><Relationship Type="http://schemas.openxmlformats.org/officeDocument/2006/relationships/image" Target="/ppt/media/image7.png" Id="R0efc72f7556e4684" /><Relationship Type="http://schemas.openxmlformats.org/officeDocument/2006/relationships/chart" Target="/ppt/slides/charts/chart3.xml" Id="R9c0a8ff914254dd2" /><Relationship Type="http://schemas.openxmlformats.org/officeDocument/2006/relationships/notesSlide" Target="/ppt/notesSlides/notesSlide7.xml" Id="R008fa0c134a440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1c285993a345d4" /><Relationship Type="http://schemas.openxmlformats.org/officeDocument/2006/relationships/image" Target="/ppt/media/image8.png" Id="R0b1bcbafa4764a3c" /><Relationship Type="http://schemas.openxmlformats.org/officeDocument/2006/relationships/chart" Target="/ppt/slides/charts/chart4.xml" Id="R92258995ca694d9b" /><Relationship Type="http://schemas.openxmlformats.org/officeDocument/2006/relationships/notesSlide" Target="/ppt/notesSlides/notesSlide8.xml" Id="Rc073fcf747d24c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4aab4064a1480e" /><Relationship Type="http://schemas.openxmlformats.org/officeDocument/2006/relationships/image" Target="/ppt/media/image9.png" Id="Rca7c1f4ba8154c17" /><Relationship Type="http://schemas.openxmlformats.org/officeDocument/2006/relationships/notesSlide" Target="/ppt/notesSlides/notesSlide9.xml" Id="R92684513e70a42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073b0ad1974006" /><Relationship Type="http://schemas.openxmlformats.org/officeDocument/2006/relationships/image" Target="/ppt/media/image10.png" Id="R9de600b4992747f5" /><Relationship Type="http://schemas.openxmlformats.org/officeDocument/2006/relationships/notesSlide" Target="/ppt/notesSlides/notesSlide10.xml" Id="Rc49e9507e34040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ff146736ba4a8c" /><Relationship Type="http://schemas.openxmlformats.org/officeDocument/2006/relationships/image" Target="/ppt/media/image11.png" Id="Rbf6518f420394a1d" /><Relationship Type="http://schemas.openxmlformats.org/officeDocument/2006/relationships/notesSlide" Target="/ppt/notesSlides/notesSlide11.xml" Id="Re6f4abf101114f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44cb8b4b124ce4" /><Relationship Type="http://schemas.openxmlformats.org/officeDocument/2006/relationships/image" Target="/ppt/media/image12.png" Id="Rf06b02e5f31c4b8f" /><Relationship Type="http://schemas.openxmlformats.org/officeDocument/2006/relationships/chart" Target="/ppt/slides/charts/chart5.xml" Id="R75e56b9c466944ad" /><Relationship Type="http://schemas.openxmlformats.org/officeDocument/2006/relationships/notesSlide" Target="/ppt/notesSlides/notesSlide12.xml" Id="Re8291bfca3a948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e8b979820a4a8f" /><Relationship Type="http://schemas.openxmlformats.org/officeDocument/2006/relationships/image" Target="/ppt/media/image13.png" Id="R9f5a6d32710c4daf" /><Relationship Type="http://schemas.openxmlformats.org/officeDocument/2006/relationships/notesSlide" Target="/ppt/notesSlides/notesSlide13.xml" Id="Rb403d6506a8e44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d1240019a9c4527" /><Relationship Type="http://schemas.openxmlformats.org/officeDocument/2006/relationships/image" Target="/ppt/media/image14.png" Id="Re4caed2297194a50" /><Relationship Type="http://schemas.openxmlformats.org/officeDocument/2006/relationships/chart" Target="/ppt/slides/charts/chart6.xml" Id="Rcd8d9379f28e42b1" /><Relationship Type="http://schemas.openxmlformats.org/officeDocument/2006/relationships/notesSlide" Target="/ppt/notesSlides/notesSlide14.xml" Id="R52c1c8147cd542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2884bee89545fb" /><Relationship Type="http://schemas.openxmlformats.org/officeDocument/2006/relationships/image" Target="/ppt/media/image15.png" Id="R6c185912f9b7403c" /><Relationship Type="http://schemas.openxmlformats.org/officeDocument/2006/relationships/notesSlide" Target="/ppt/notesSlides/notesSlide15.xml" Id="R7a820465d9dd4d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259073af054ad2" /><Relationship Type="http://schemas.openxmlformats.org/officeDocument/2006/relationships/image" Target="/ppt/media/image16.png" Id="R651d4912c98e4275" /><Relationship Type="http://schemas.openxmlformats.org/officeDocument/2006/relationships/notesSlide" Target="/ppt/notesSlides/notesSlide16.xml" Id="Rb16444d5642d42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4f04452c6be4c42" /><Relationship Type="http://schemas.openxmlformats.org/officeDocument/2006/relationships/image" Target="/ppt/media/image17.png" Id="R14c0835ccb6d428e" /><Relationship Type="http://schemas.openxmlformats.org/officeDocument/2006/relationships/notesSlide" Target="/ppt/notesSlides/notesSlide17.xml" Id="Ra91e8da62e224a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901bcc2e1943a7" /><Relationship Type="http://schemas.openxmlformats.org/officeDocument/2006/relationships/image" Target="/ppt/media/image18.png" Id="R6d144da3a39f4a60" /><Relationship Type="http://schemas.openxmlformats.org/officeDocument/2006/relationships/notesSlide" Target="/ppt/notesSlides/notesSlide18.xml" Id="R4dc1964369e441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5f2f9e200ef4d22" /><Relationship Type="http://schemas.openxmlformats.org/officeDocument/2006/relationships/image" Target="/ppt/media/image19.png" Id="R70ac044ffdfb400d" /><Relationship Type="http://schemas.openxmlformats.org/officeDocument/2006/relationships/notesSlide" Target="/ppt/notesSlides/notesSlide19.xml" Id="Rc18a761fc91c4e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888888"/>
            </a:solidFill>
            <a:ln xmlns:a="http://schemas.openxmlformats.org/drawingml/2006/main" w="19050">
              <a:solidFill>
                <a:srgbClr val="888888"/>
              </a:solidFill>
              <a:prstDash val="solid"/>
            </a:ln>
          </c:spPr>
          <c:marker>
            <c:symbol val="none"/>
          </c:marker>
          <c:xVal>
            <c:numRef>
              <c:f>'Chart Data'!$A$2:$A$26</c:f>
              <c:numCache>
                <c:formatCode>General</c:formatCode>
                <c:ptCount val="25"/>
                <c:pt idx="0">
                  <c:v>0.1437</c:v>
                </c:pt>
                <c:pt idx="1">
                  <c:v>0.1711</c:v>
                </c:pt>
                <c:pt idx="2">
                  <c:v>0.1985</c:v>
                </c:pt>
                <c:pt idx="3">
                  <c:v>0.2259</c:v>
                </c:pt>
                <c:pt idx="4">
                  <c:v>0.2533</c:v>
                </c:pt>
                <c:pt idx="5">
                  <c:v>0.2807</c:v>
                </c:pt>
                <c:pt idx="6">
                  <c:v>0.3081</c:v>
                </c:pt>
                <c:pt idx="7">
                  <c:v>0.3355</c:v>
                </c:pt>
                <c:pt idx="8">
                  <c:v>0.3629</c:v>
                </c:pt>
                <c:pt idx="9">
                  <c:v>0.3903</c:v>
                </c:pt>
                <c:pt idx="10">
                  <c:v>0.4177</c:v>
                </c:pt>
                <c:pt idx="11">
                  <c:v>0.4451</c:v>
                </c:pt>
                <c:pt idx="12">
                  <c:v>0.4725</c:v>
                </c:pt>
                <c:pt idx="13">
                  <c:v>0.4999</c:v>
                </c:pt>
                <c:pt idx="14">
                  <c:v>0.5273</c:v>
                </c:pt>
                <c:pt idx="15">
                  <c:v>0.5547</c:v>
                </c:pt>
                <c:pt idx="16">
                  <c:v>0.5821</c:v>
                </c:pt>
                <c:pt idx="17">
                  <c:v>0.6095</c:v>
                </c:pt>
                <c:pt idx="18">
                  <c:v>0.6369</c:v>
                </c:pt>
                <c:pt idx="19">
                  <c:v>0.6643</c:v>
                </c:pt>
                <c:pt idx="20">
                  <c:v>0.6917</c:v>
                </c:pt>
                <c:pt idx="21">
                  <c:v>0.7191</c:v>
                </c:pt>
                <c:pt idx="22">
                  <c:v>0.7465</c:v>
                </c:pt>
                <c:pt idx="23">
                  <c:v>0.7739</c:v>
                </c:pt>
                <c:pt idx="24">
                  <c:v>0.8013</c:v>
                </c:pt>
              </c:numCache>
            </c:numRef>
          </c:xVal>
          <c:y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999999"/>
            </a:solidFill>
            <a:ln xmlns:a="http://schemas.openxmlformats.org/drawingml/2006/main" w="19050">
              <a:solidFill>
                <a:srgbClr val="999999"/>
              </a:solidFill>
              <a:prstDash val="solid"/>
            </a:ln>
          </c:spPr>
          <c:marker>
            <c:symbol val="none"/>
          </c:marker>
          <c:xVal>
            <c:numRef>
              <c:f>'Chart Data'!$A$2:$A$26</c:f>
              <c:numCache>
                <c:formatCode>General</c:formatCode>
                <c:ptCount val="25"/>
                <c:pt idx="0">
                  <c:v>0.0668</c:v>
                </c:pt>
                <c:pt idx="1">
                  <c:v>0.1794</c:v>
                </c:pt>
                <c:pt idx="2">
                  <c:v>0.292</c:v>
                </c:pt>
                <c:pt idx="3">
                  <c:v>0.4046</c:v>
                </c:pt>
                <c:pt idx="4">
                  <c:v>0.5172</c:v>
                </c:pt>
                <c:pt idx="5">
                  <c:v>0.6298</c:v>
                </c:pt>
                <c:pt idx="6">
                  <c:v>0.7424</c:v>
                </c:pt>
                <c:pt idx="7">
                  <c:v>0.855</c:v>
                </c:pt>
                <c:pt idx="8">
                  <c:v>0.9676</c:v>
                </c:pt>
                <c:pt idx="9">
                  <c:v>1.0802</c:v>
                </c:pt>
                <c:pt idx="10">
                  <c:v>1.1928</c:v>
                </c:pt>
                <c:pt idx="11">
                  <c:v>1.3054</c:v>
                </c:pt>
                <c:pt idx="12">
                  <c:v>1.418</c:v>
                </c:pt>
                <c:pt idx="13">
                  <c:v>1.5306</c:v>
                </c:pt>
                <c:pt idx="14">
                  <c:v>1.6432</c:v>
                </c:pt>
                <c:pt idx="15">
                  <c:v>1.7558</c:v>
                </c:pt>
                <c:pt idx="16">
                  <c:v>1.8684</c:v>
                </c:pt>
                <c:pt idx="17">
                  <c:v>1.981</c:v>
                </c:pt>
                <c:pt idx="18">
                  <c:v>2.0936</c:v>
                </c:pt>
                <c:pt idx="19">
                  <c:v>2.2062</c:v>
                </c:pt>
                <c:pt idx="20">
                  <c:v>2.3188</c:v>
                </c:pt>
                <c:pt idx="21">
                  <c:v>2.4314</c:v>
                </c:pt>
                <c:pt idx="22">
                  <c:v>2.544</c:v>
                </c:pt>
                <c:pt idx="23">
                  <c:v>2.6566</c:v>
                </c:pt>
                <c:pt idx="24">
                  <c:v>2.7692</c:v>
                </c:pt>
              </c:numCache>
            </c:numRef>
          </c:xVal>
          <c:yVal>
            <c:numRef>
              <c:f>'Chart Data'!$B$2:$B$26</c:f>
              <c:numCache>
                <c:formatCode>General</c:formatCode>
                <c:ptCount val="25"/>
                <c:pt idx="0">
                  <c:v>0.419993163149</c:v>
                </c:pt>
                <c:pt idx="1">
                  <c:v>0.656571590493</c:v>
                </c:pt>
                <c:pt idx="2">
                  <c:v>0.584800606917</c:v>
                </c:pt>
                <c:pt idx="3">
                  <c:v>0.691127989992</c:v>
                </c:pt>
                <c:pt idx="4">
                  <c:v>0.715051651185</c:v>
                </c:pt>
                <c:pt idx="5">
                  <c:v>0.728342574069</c:v>
                </c:pt>
                <c:pt idx="6">
                  <c:v>0.629989744724</c:v>
                </c:pt>
                <c:pt idx="7">
                  <c:v>0.768215342722</c:v>
                </c:pt>
                <c:pt idx="8">
                  <c:v>0.685811620839</c:v>
                </c:pt>
                <c:pt idx="9">
                  <c:v>0.675178882531</c:v>
                </c:pt>
                <c:pt idx="10">
                  <c:v>0.600749714378</c:v>
                </c:pt>
                <c:pt idx="11">
                  <c:v>0.483789592995</c:v>
                </c:pt>
                <c:pt idx="12">
                  <c:v>0.361513102458</c:v>
                </c:pt>
                <c:pt idx="13">
                  <c:v>0.252527534805</c:v>
                </c:pt>
                <c:pt idx="14">
                  <c:v>0.202022027844</c:v>
                </c:pt>
                <c:pt idx="15">
                  <c:v>0.162149259191</c:v>
                </c:pt>
                <c:pt idx="16">
                  <c:v>0.0637964298455</c:v>
                </c:pt>
                <c:pt idx="17">
                  <c:v>0.0664546144224</c:v>
                </c:pt>
                <c:pt idx="18">
                  <c:v>0.0451891378072</c:v>
                </c:pt>
                <c:pt idx="19">
                  <c:v>0.0372145840765</c:v>
                </c:pt>
                <c:pt idx="20">
                  <c:v>0.0159491074614</c:v>
                </c:pt>
                <c:pt idx="21">
                  <c:v>0.00797455373068</c:v>
                </c:pt>
                <c:pt idx="22">
                  <c:v>0.0186072920383</c:v>
                </c:pt>
                <c:pt idx="23">
                  <c:v>0.00265818457689</c:v>
                </c:pt>
                <c:pt idx="24">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ln>
          </c:spPr>
          <c:marker>
            <c:symbol val="circle"/>
            <c:size val="5"/>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2741F17-841F-49D8-9920-8E27FDF49877}"/>
              </a:ext>
            </a:extLst>
          </p:cNvPr>
          <p:cNvPicPr>
            <a:picLocks xmlns:a="http://schemas.openxmlformats.org/drawingml/2006/main" noChangeAspect="1"/>
          </p:cNvPicPr>
          <p:nvPr/>
        </p:nvPicPr>
        <p:blipFill>
          <a:blip xmlns:r="http://schemas.openxmlformats.org/officeDocument/2006/relationships" xmlns:a="http://schemas.openxmlformats.org/drawingml/2006/main" r:embed="R3fa6707712d6453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30C4C52-6933-467D-B14E-A9159DE67ED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5ACE0578-A807-4F5E-9AA2-61B1E26F887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F5657E5B-F941-4B15-8C78-F44FD4472ED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188A9579-735D-4FA5-8765-892AD6051064}"/>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D3235A97-42E8-4C53-8DB7-F42817EBCA99}"/>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6E90E5C1-EA49-4CE5-BD97-3C9F129301B4}"/>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5EE33A21-B7E5-47FC-9E57-3E58823B42A7}"/>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6C4ADFBA-2D29-4F39-BE0B-88D8BE25ED8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8552307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4E0F2E2-A568-4B19-8021-3383E5E27845}"/>
              </a:ext>
            </a:extLst>
          </p:cNvPr>
          <p:cNvPicPr>
            <a:picLocks xmlns:a="http://schemas.openxmlformats.org/drawingml/2006/main" noChangeAspect="1"/>
          </p:cNvPicPr>
          <p:nvPr/>
        </p:nvPicPr>
        <p:blipFill>
          <a:blip xmlns:r="http://schemas.openxmlformats.org/officeDocument/2006/relationships" xmlns:a="http://schemas.openxmlformats.org/drawingml/2006/main" r:embed="Rcbd642366be0472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12DAC89-1F68-4881-AAFC-D23CB0E18BE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4FD79C38-C21C-415A-BDC2-192769419F8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FD0DA971-05D7-4079-830C-121EB52BA5E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7ED6E674-7325-43E7-84E9-FEE6539E2F31}"/>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7B3E73C2-B49C-4FDC-AA28-C83A941D39EF}"/>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2121F5BE-F9DF-4DB3-9C37-816442760F72}"/>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17AB1F24-5B68-4C3F-9477-6D1E748F836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5540994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1BE8407-9F12-4CA6-A079-A820BBEC1DF1}"/>
              </a:ext>
            </a:extLst>
          </p:cNvPr>
          <p:cNvPicPr>
            <a:picLocks xmlns:a="http://schemas.openxmlformats.org/drawingml/2006/main" noChangeAspect="1"/>
          </p:cNvPicPr>
          <p:nvPr/>
        </p:nvPicPr>
        <p:blipFill>
          <a:blip xmlns:r="http://schemas.openxmlformats.org/officeDocument/2006/relationships" xmlns:a="http://schemas.openxmlformats.org/drawingml/2006/main" r:embed="Rb6ed1dc1a3d6450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C100FF7-C307-4A4F-95CE-3F320CCEC64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4993C8C8-A658-4BE5-89B3-DECDC7451FF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DF13463E-1B65-4C0E-BCB1-D8A9705497F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2F94C203-1F1C-4B20-8DA1-8A80A9C4A0B8}"/>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989F6563-2843-4591-8299-FB5E4891EB2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1813253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E565413-222C-49FA-BC98-5DED437974E6}"/>
              </a:ext>
            </a:extLst>
          </p:cNvPr>
          <p:cNvPicPr>
            <a:picLocks xmlns:a="http://schemas.openxmlformats.org/drawingml/2006/main" noChangeAspect="1"/>
          </p:cNvPicPr>
          <p:nvPr/>
        </p:nvPicPr>
        <p:blipFill>
          <a:blip xmlns:r="http://schemas.openxmlformats.org/officeDocument/2006/relationships" xmlns:a="http://schemas.openxmlformats.org/drawingml/2006/main" r:embed="Rc32b5740b3d2489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ED45C2D-35C8-4E92-88A1-1FCD5D8B2F1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C410C50F-A484-4170-B34F-E93A3D49032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1CC5B446-EDDD-49A5-9FB8-6878F2A21E5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95EF6F40-2B3F-420A-9200-61D446C6C6B1}"/>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2E714E1C-BB91-45EA-9CD3-FF028A18A64B}"/>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A1B28773-4FF4-418A-ADA3-F11218943D16}"/>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983711FD-62FF-4569-8CE7-15A9EB87D93D}"/>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EA4A1E90-3500-4D7D-AE1A-7E99C1524834}"/>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2FA5C5EB-E4FE-4E40-B5D1-9F0DAB29A1F3}"/>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F9F55B30-5C01-4DA5-B005-76FF1FCE5226}"/>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6562E33A-80F9-446C-9237-97E2D9C851A6}"/>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A148FA29-A217-4BF9-B2B8-6C8FE6CF80D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5839430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8DE93E6-04B0-479F-B5E7-B51C49A83F7E}"/>
              </a:ext>
            </a:extLst>
          </p:cNvPr>
          <p:cNvPicPr>
            <a:picLocks xmlns:a="http://schemas.openxmlformats.org/drawingml/2006/main" noChangeAspect="1"/>
          </p:cNvPicPr>
          <p:nvPr/>
        </p:nvPicPr>
        <p:blipFill>
          <a:blip xmlns:r="http://schemas.openxmlformats.org/officeDocument/2006/relationships" xmlns:a="http://schemas.openxmlformats.org/drawingml/2006/main" r:embed="R1ee34515e94c4e2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EEEF869-B4B8-4483-B46F-973ADCB94DF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56EFD62D-4BDB-43C8-B3B6-DEA7D4832BD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24127D94-B4B3-4926-9FD3-FB65135E363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908F0EBC-A7DD-44BD-993F-3759CEF2CBA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67f437de1e3471f"/>
          </a:graphicData>
        </a:graphic>
      </p:graphicFrame>
      <p:sp>
        <p:nvSpPr>
          <p:cNvPr id="6" name="Training n = 3,341">
            <a:extLst xmlns:a="http://schemas.openxmlformats.org/drawingml/2006/main">
              <a:ext uri="{FF2B5EF4-FFF2-40B4-BE49-F238E27FC236}">
                <a16:creationId xmlns:a16="http://schemas.microsoft.com/office/drawing/2014/main" id="{3A4EB1B7-CBFC-405B-87B0-7D38F4752E7E}"/>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C34589DC-E1D7-45AF-BBD9-FFA52A8CB37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FF86BF7C-C183-4874-A632-E7ABCBFB1A4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2136350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81F1E08-B05A-41CA-AC6C-D1EC958271E4}"/>
              </a:ext>
            </a:extLst>
          </p:cNvPr>
          <p:cNvPicPr>
            <a:picLocks xmlns:a="http://schemas.openxmlformats.org/drawingml/2006/main" noChangeAspect="1"/>
          </p:cNvPicPr>
          <p:nvPr/>
        </p:nvPicPr>
        <p:blipFill>
          <a:blip xmlns:r="http://schemas.openxmlformats.org/officeDocument/2006/relationships" xmlns:a="http://schemas.openxmlformats.org/drawingml/2006/main" r:embed="R9007fc603dd044b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49D69F7-923E-4474-9C88-0773DEB57A5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FD5D8D9C-6CC4-4B80-95F6-AF38333E961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387D53C5-4216-4512-B02A-50C1E537A5E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15DD069F-A1E6-45AA-A28F-EAD00BC6D1B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10d756d3c86e4a40"/>
          </a:graphicData>
        </a:graphic>
      </p:graphicFrame>
      <p:sp>
        <p:nvSpPr>
          <p:cNvPr id="6" name="I means infant">
            <a:extLst xmlns:a="http://schemas.openxmlformats.org/drawingml/2006/main">
              <a:ext uri="{FF2B5EF4-FFF2-40B4-BE49-F238E27FC236}">
                <a16:creationId xmlns:a16="http://schemas.microsoft.com/office/drawing/2014/main" id="{86AF94F0-5D4F-4C81-A715-BF1F140AB99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D65ADC25-6F54-4808-803C-7C8B524637C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2885B1E5-FAE3-4AE9-B752-C4B9563B3FD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6710947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CB0F446-30A3-428F-9CAF-560F3EA943EA}"/>
              </a:ext>
            </a:extLst>
          </p:cNvPr>
          <p:cNvPicPr>
            <a:picLocks xmlns:a="http://schemas.openxmlformats.org/drawingml/2006/main" noChangeAspect="1"/>
          </p:cNvPicPr>
          <p:nvPr/>
        </p:nvPicPr>
        <p:blipFill>
          <a:blip xmlns:r="http://schemas.openxmlformats.org/officeDocument/2006/relationships" xmlns:a="http://schemas.openxmlformats.org/drawingml/2006/main" r:embed="R0efc72f7556e468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2C55081-21D7-4AC3-8400-E6B8072064C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00365ED0-A913-4C62-AACF-AF6483F847F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CFFEB998-C653-414D-BC51-312B027DD0B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CBE135C8-E958-4DEB-A27D-42A27024B83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c0a8ff914254dd2"/>
          </a:graphicData>
        </a:graphic>
      </p:graphicFrame>
      <p:sp>
        <p:nvSpPr>
          <p:cNvPr id="6" name="Normal rejected">
            <a:extLst xmlns:a="http://schemas.openxmlformats.org/drawingml/2006/main">
              <a:ext uri="{FF2B5EF4-FFF2-40B4-BE49-F238E27FC236}">
                <a16:creationId xmlns:a16="http://schemas.microsoft.com/office/drawing/2014/main" id="{25CE3566-BDD7-49B9-A01F-5066CD7E2CB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F457E572-ABE0-4FFD-91FB-24B8729DE08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D1A2C42A-C89A-4E38-8739-E070348CAEB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4159409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1B2A59E-F631-4EB6-8C88-236FC9B1D06D}"/>
              </a:ext>
            </a:extLst>
          </p:cNvPr>
          <p:cNvPicPr>
            <a:picLocks xmlns:a="http://schemas.openxmlformats.org/drawingml/2006/main" noChangeAspect="1"/>
          </p:cNvPicPr>
          <p:nvPr/>
        </p:nvPicPr>
        <p:blipFill>
          <a:blip xmlns:r="http://schemas.openxmlformats.org/officeDocument/2006/relationships" xmlns:a="http://schemas.openxmlformats.org/drawingml/2006/main" r:embed="R0b1bcbafa4764a3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39CF39E-9E96-42FD-874D-FCC595540D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EEF71AF3-40F3-4A04-BD04-3617D826164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928076C2-51FF-42F1-9FAE-8F985AAAC06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557E0180-43AA-4D6A-B33E-FC2CCDE36C1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2258995ca694d9b"/>
          </a:graphicData>
        </a:graphic>
      </p:graphicFrame>
      <p:sp>
        <p:nvSpPr>
          <p:cNvPr id="6" name="Both rejected">
            <a:extLst xmlns:a="http://schemas.openxmlformats.org/drawingml/2006/main">
              <a:ext uri="{FF2B5EF4-FFF2-40B4-BE49-F238E27FC236}">
                <a16:creationId xmlns:a16="http://schemas.microsoft.com/office/drawing/2014/main" id="{9FF6A8AA-B224-4B54-8F50-379CC539E3C7}"/>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8EF6FC2C-75AE-4257-91BF-8A0C603B546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409ACF27-D67A-4F6D-B4A8-0AB9A47B3E5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19624334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4FC9E8-D8B4-4886-ACB4-F4F26CCD218B}"/>
              </a:ext>
            </a:extLst>
          </p:cNvPr>
          <p:cNvPicPr>
            <a:picLocks xmlns:a="http://schemas.openxmlformats.org/drawingml/2006/main" noChangeAspect="1"/>
          </p:cNvPicPr>
          <p:nvPr/>
        </p:nvPicPr>
        <p:blipFill>
          <a:blip xmlns:r="http://schemas.openxmlformats.org/officeDocument/2006/relationships" xmlns:a="http://schemas.openxmlformats.org/drawingml/2006/main" r:embed="Rca7c1f4ba8154c1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0596459-8D84-4359-920D-31AC2970C3C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29514A0E-60C1-492F-B891-34EE14E09D1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BC9E8A45-DED4-49DF-AAC6-B5FADD9DABF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4CFD8D83-3C5C-4518-B2FC-D0032ED327A7}"/>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08C3E55A-546C-41B8-8A28-DD986B6DB985}"/>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0C5378CB-7C4D-4F03-A1F5-F269A8DA9ED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901460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44D0409-576E-46BD-9B4B-C3CB85164CE7}"/>
              </a:ext>
            </a:extLst>
          </p:cNvPr>
          <p:cNvPicPr>
            <a:picLocks xmlns:a="http://schemas.openxmlformats.org/drawingml/2006/main" noChangeAspect="1"/>
          </p:cNvPicPr>
          <p:nvPr/>
        </p:nvPicPr>
        <p:blipFill>
          <a:blip xmlns:r="http://schemas.openxmlformats.org/officeDocument/2006/relationships" xmlns:a="http://schemas.openxmlformats.org/drawingml/2006/main" r:embed="R9de600b4992747f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E4936C6-98AD-49A1-963C-5AEAC9AE9FB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266ADF5E-98B7-4514-A33A-CD70F1D688A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8A212BC8-7E35-42FD-8F2F-6D5F39F5226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BD5EAFB1-C658-4FDB-88C0-FAEF408A9957}"/>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DED038B7-20E7-473F-B845-08ACC823AC81}"/>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8F3A3323-33DA-457F-8D3B-0F23C3B5F2A2}"/>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3A6CB432-88C6-4CE4-B2C1-AA47ACF98D6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6612847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ABA536C8-B888-4F95-ADEE-1810A9759541}"/>
              </a:ext>
            </a:extLst>
          </p:cNvPr>
          <p:cNvPicPr>
            <a:picLocks xmlns:a="http://schemas.openxmlformats.org/drawingml/2006/main" noChangeAspect="1"/>
          </p:cNvPicPr>
          <p:nvPr/>
        </p:nvPicPr>
        <p:blipFill>
          <a:blip xmlns:r="http://schemas.openxmlformats.org/officeDocument/2006/relationships" xmlns:a="http://schemas.openxmlformats.org/drawingml/2006/main" r:embed="Rbf6518f420394a1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D44E558-FC86-489E-9FF0-A14AAFE5E95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7EC8E930-E7FB-4B80-A340-A9905C43E86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5C73D558-E992-47AC-8C5E-AD414E4FB85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FD9A834B-3733-4666-B630-356A05A8B9E0}"/>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EBD9AEEA-980C-4B1A-80FB-C8BF88A5D4FD}"/>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09B5C9BD-3D08-45EF-9FCE-CAF05C552FE6}"/>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62574A91-B454-485B-9FF7-7F796D670165}"/>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AFC86CFF-21AE-48A0-8AA2-5689A8646F8A}"/>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B570CF21-9E68-4DBC-9618-1D04490E4F81}"/>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05EEA027-122C-44C9-B4EF-B1FD6DDDB2E8}"/>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D74A316C-1ACD-44E7-9808-DAF6165897F9}"/>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C4FEEF97-279C-48EC-ADCA-7EE6118DFF44}"/>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AE266EEC-42DF-48F2-8D04-0B56D0BD1D4D}"/>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E27188D8-0606-431B-B732-8FF270178188}"/>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2C27D0E0-8589-4501-ABC1-C7E92F44B88A}"/>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8939DE2C-08D8-4F7D-BEEB-531757C764EC}"/>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06865565-8860-4942-8F86-A3A86A000812}"/>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56AAF9D7-EADA-4642-88EC-4B0F28E224DD}"/>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BAA51238-57A9-405B-AF15-0E79D0626330}"/>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124E1CA7-F22E-4892-9B01-0B107D1140B0}"/>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1EE90BCF-EBFC-4178-8081-B8EC66CDD9B2}"/>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EA1517CF-F1EB-4735-9FFB-A27E4154E550}"/>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18A60353-BAB4-4E53-91A9-B66E88E4B92A}"/>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C51B4291-CFF6-4DD4-B37A-BFAC631E4778}"/>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2E4630CC-0B35-44A5-AE00-5186FA086E8B}"/>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56123F88-F834-413C-9A03-9039C4BB44B6}"/>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CD9BD47C-6279-457E-9861-4B6ED086E373}"/>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4C6BCFEC-C8A4-47DD-9DEE-B0313A5495B5}"/>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DD181F33-56FA-41B6-B191-D4D3AD942496}"/>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67CCA8B1-FCF6-4B3F-B9CF-DAEDCD2F530E}"/>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4DB3746B-9011-4E85-9091-840F691A7652}"/>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53E4B879-BD7E-48A8-B47C-A755F2A8E9F8}"/>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109BFD6F-39EF-49EA-A313-21969FB03B41}"/>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C3F74010-13CD-42E3-B1AA-CB6128461DD2}"/>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E40134A7-D2DB-4BD6-9E91-26C3377EAAFB}"/>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D9759CB8-1005-47F3-AE6B-B53DF6C28CF0}"/>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26100242-1DDC-48D5-ADFE-E4A356980BB7}"/>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69A19201-2A53-49A8-A217-14512F642DE1}"/>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D7564A28-D8FA-4FE1-B978-E664C9AA5112}"/>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32BE5AF8-C0C5-4582-B743-8EFBA344E7F8}"/>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5346C79A-D5F7-4403-8FA6-A8388FCD7717}"/>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72DF3357-4A08-4190-91C4-44F5EBEB5C54}"/>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9C149026-981D-4735-B919-9CEB4CB5B48E}"/>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83418EA5-4E78-48EA-A3FF-25C5199181D2}"/>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965B7A22-C654-4AD6-B36B-1949379F9346}"/>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2230FAB0-D56C-40A8-8AF8-5297E459FDC6}"/>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29824277-4333-4D77-8E5A-5F48100E54CE}"/>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283B667B-6A9B-4665-9316-37B2DAB8AB74}"/>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061110CD-79F8-4221-9E9F-1FC4406795A8}"/>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635FC107-D75C-43B0-B639-6306773CAE42}"/>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3D23F91A-FC1D-416A-B1DD-4875643E3846}"/>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ECD5B047-119B-46EB-ACE3-DB9D2190827F}"/>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08089A4D-857E-4E99-A92C-CC85506D1C9C}"/>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245CC63A-0409-4316-B7CA-F70F49FF01E6}"/>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1E4FC53D-DB43-4321-A5FC-D42040F50CB2}"/>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AFF336DD-3C6E-477E-84A8-694A45E386D4}"/>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10699FAF-0F8B-4FB8-9312-9854BF1B6815}"/>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2DED81BF-DEB0-498D-9005-4C1FE8336D54}"/>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360B6738-25EE-4B39-B61E-20E503F62551}"/>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5D0EE294-325C-4677-BA48-918B3C389D54}"/>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CFCA96DA-165E-4915-A254-43E3804FDDC5}"/>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5B9044DC-80EB-460E-9724-DAA503F76770}"/>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857CA0B2-0BCD-4CA6-B677-3BC59956C3BE}"/>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9FF119D9-212D-4D72-922D-7F0740A300AF}"/>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1A53C84D-B1CB-47AF-9EEA-A9D666BAB815}"/>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BA8A330E-8745-4A96-902B-3A1FEF27A2B3}"/>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C412FA7F-5D58-4119-91F7-34B56D818DDB}"/>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6DA646F5-7D7C-4826-9A7A-E081D7EC2ACB}"/>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D48F4180-D298-4028-A8EB-85F8A9DB7F06}"/>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8B76EF13-92CF-4545-93C4-A41BFAAB27E3}"/>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067E0DC6-CB76-406C-92F7-F45B7D780293}"/>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23E598A9-D8FB-4ED7-BF71-927C404D838C}"/>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3CB9E25C-8363-479F-8E24-F28671D29510}"/>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613E6F5E-D2D2-4041-9C67-6C9FB98278EC}"/>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7DE0C6E3-215E-4EBC-8F66-C96078A71639}"/>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35F05D70-B4D7-465C-A4D5-ABD773DACC7B}"/>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321009CC-EA6D-42AE-8EB0-63D678B3055F}"/>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1644E146-2024-4CDF-A052-7E828B1FADC2}"/>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5639A116-37B2-4283-A21D-FF268711A12A}"/>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53AD8B10-08A1-4FF7-A465-DBF6E8B116AF}"/>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EAD5CD13-1C44-47A0-920D-A4556A7FB532}"/>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6D943151-F63B-4EE8-B288-C4D74D3D9BD3}"/>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ECE35AA8-B7F3-48B2-9F57-2A2EC1DC8FA4}"/>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03B8EC61-FE2B-4FFE-9BC2-B32623A3D5F1}"/>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7D37B8D4-9EB9-4ED0-A117-D0DC5CD55200}"/>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19F5B5BD-DA12-4617-9BDF-A3DEC80F0F8E}"/>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DA20D000-90F3-4C64-B1F5-C46B063E8C02}"/>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E0D4E41F-070E-4865-87F3-5F71FD34F510}"/>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63B597C1-633A-47C6-8857-73E9D85ACF31}"/>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5F6A85AF-939E-4C29-8F84-F5D03C6906AB}"/>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9B187291-291F-4D87-8AAC-54550296FBA4}"/>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8D4C4AF0-0894-4FA3-8363-A243BA432BDF}"/>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B29BE883-3F93-4E25-A5ED-3AB376283A3D}"/>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2582A0F9-FD53-4158-B053-6F39F8668660}"/>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934429EA-BF58-4F9B-B1AC-78BC202C7706}"/>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EA992BEC-06B6-4261-B36E-10BAC5F6CD87}"/>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11289142-9970-43CE-9BF8-0693ECDC1720}"/>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88C6B041-92FF-40D6-9BBC-1067B1A6D256}"/>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619E1CAD-644F-4800-A5E2-CB4B8E7B8984}"/>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8E019ED4-5414-439C-887C-C102A79A8389}"/>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8ACCB7D4-FBA9-4A60-A427-5FD01CEE98A0}"/>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2CBC2B2D-BDB7-4D7E-BE06-A9A449BDD2E2}"/>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D541AD6C-E8D6-480C-96C8-8229F4D9F579}"/>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15A24C76-73DB-4867-A492-CB543879C399}"/>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1A021771-673A-4332-A33B-B62EFE78A825}"/>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61717ED6-F685-4BC9-9E98-855A051A8B0F}"/>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7A01751B-9BDA-4C92-8804-931851D4C35D}"/>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2D031272-1150-4904-91BF-E6E835A72FAC}"/>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5569CC74-4622-4F56-A689-FBC704CC06A9}"/>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24C383D5-FEDC-4392-B12A-73C6513235DA}"/>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BDC516B6-5D76-4791-BCC9-0282897FD23B}"/>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8BC0F42E-D71F-4F8A-8889-1976856E27D2}"/>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1C97175A-DB10-4F4F-A964-5011AEEEA7E3}"/>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AA0318F1-114E-4C91-A281-B0087A92BBCB}"/>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D085CA14-76FD-4E86-A5BF-AC2AADC4D454}"/>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49D91FE2-C472-4E88-BC22-2D86C88799CE}"/>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CF6FE0EE-C7F3-4AD7-B285-50A921819CB2}"/>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46D679F2-5A9C-4E92-900A-D32621D7A51F}"/>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D21A25DC-73F4-4FDD-BECB-9F9B8491CC2A}"/>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991FE38C-C2BC-44F4-8DC4-D9E6DFBD3907}"/>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BE4D17C8-4820-4EE5-A4F0-3939EDFA89B7}"/>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C9A6BF06-AB72-4824-A4FF-285F7C3259DB}"/>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7634ACAF-9C43-437E-9379-568B5DE1B394}"/>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8C7C2C34-7E90-4A83-AF06-6EE89382736D}"/>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2F1A0C33-3485-438B-AF2B-BBDD80B3E4C5}"/>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4F6B9973-0736-4D88-B8A3-38358510BFE1}"/>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A9F467D0-20FB-426A-9D99-1BE336DB585E}"/>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EB9B548F-EC71-4630-8831-5DFB15AC2A2A}"/>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2A6FC3F5-FE21-4C21-8EFB-51DE0702CE05}"/>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86419438-115D-449B-A112-9CBB73C6010D}"/>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F84AA2B2-C81E-420B-8F1D-08D0B3E91AD5}"/>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18BB0ECB-A32E-469C-B68A-76FF309B4F35}"/>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3EF1A10E-2B07-487F-BEB9-544AA8E119B7}"/>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A3B05084-D7D5-4BE5-A229-76CC2B827218}"/>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1A1931C0-5385-4207-8BEE-BBAA99F5202A}"/>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87D8507C-ED1D-4337-A28A-29A87F2D0277}"/>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007B0DDB-4205-460F-B88E-880DC73169DA}"/>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2B5A56F4-8890-4DD8-B107-A417D8C68A31}"/>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E6747E4E-6CB3-4AD1-8373-94337DC0E352}"/>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48E5A547-A3E8-4B6B-94CA-6CCBBEA1E6AC}"/>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A1C38DBD-3B39-487A-89C1-50F7D2F5E2A3}"/>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B907D4B2-236A-4FD3-9349-EA3749624D10}"/>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537A3246-15A6-4E54-B033-C5C100D479AB}"/>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60CB82BA-E122-4153-BE0F-FFD2331F2B7F}"/>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C2D4F882-685D-4C8A-89FB-494C0187DCF4}"/>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87E3A502-50FE-459B-8CA7-A56FB2A85303}"/>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B3B8657B-31EF-4445-8FCF-00E51C65409A}"/>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FDFCCB7A-BFA2-4EE4-9B9E-ADC563DF028C}"/>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2F30FB11-CE9A-45E5-BA0C-F80C2CA41A1E}"/>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C3B71A38-114F-4544-98F8-607EFAA58EAC}"/>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AE924D16-E166-4F5B-9C5A-2D28A7ECCF6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6667395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C8B273D-6DF0-4EC0-836B-CEB253DA05D8}"/>
              </a:ext>
            </a:extLst>
          </p:cNvPr>
          <p:cNvPicPr>
            <a:picLocks xmlns:a="http://schemas.openxmlformats.org/drawingml/2006/main" noChangeAspect="1"/>
          </p:cNvPicPr>
          <p:nvPr/>
        </p:nvPicPr>
        <p:blipFill>
          <a:blip xmlns:r="http://schemas.openxmlformats.org/officeDocument/2006/relationships" xmlns:a="http://schemas.openxmlformats.org/drawingml/2006/main" r:embed="Rf06b02e5f31c4b8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4CE07C5-19BA-4B88-834F-D0ABEA09BC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9D785314-EFAF-4FF9-81AD-70E2C1C42B4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76F564CF-A8C8-48C8-B133-2DF137A979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0B0EB235-5746-473F-B891-ADB67E2D048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75e56b9c466944ad"/>
          </a:graphicData>
        </a:graphic>
      </p:graphicFrame>
      <p:sp>
        <p:nvSpPr>
          <p:cNvPr id="6" name="ρ = 0.693">
            <a:extLst xmlns:a="http://schemas.openxmlformats.org/drawingml/2006/main">
              <a:ext uri="{FF2B5EF4-FFF2-40B4-BE49-F238E27FC236}">
                <a16:creationId xmlns:a16="http://schemas.microsoft.com/office/drawing/2014/main" id="{49AAF7D3-22C5-428A-AB73-A990F2044AE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F621F782-13BC-4583-A32B-D9AAB1356730}"/>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56502782-9F3F-499D-8A8F-65A119C26E5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10488509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3D00D03-4308-4BBF-AEA2-B41D9BB8AC8F}"/>
              </a:ext>
            </a:extLst>
          </p:cNvPr>
          <p:cNvPicPr>
            <a:picLocks xmlns:a="http://schemas.openxmlformats.org/drawingml/2006/main" noChangeAspect="1"/>
          </p:cNvPicPr>
          <p:nvPr/>
        </p:nvPicPr>
        <p:blipFill>
          <a:blip xmlns:r="http://schemas.openxmlformats.org/officeDocument/2006/relationships" xmlns:a="http://schemas.openxmlformats.org/drawingml/2006/main" r:embed="R9f5a6d32710c4da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D399116-7802-4912-A841-71BE9ECA129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FA6AD693-EF99-4235-88B5-D6AE138DE3D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3BCB91AB-5D38-4D54-85C2-D146B035CC6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EC49EADC-3624-4FF3-BF2F-90977DF2738E}"/>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8662B870-532F-4A45-9BB1-C7B58BCB4595}"/>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E329F316-CD2D-4F87-90FA-D248BED6C75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4574937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444EEF6-59BA-4725-BCDF-1BC4636FD58D}"/>
              </a:ext>
            </a:extLst>
          </p:cNvPr>
          <p:cNvPicPr>
            <a:picLocks xmlns:a="http://schemas.openxmlformats.org/drawingml/2006/main" noChangeAspect="1"/>
          </p:cNvPicPr>
          <p:nvPr/>
        </p:nvPicPr>
        <p:blipFill>
          <a:blip xmlns:r="http://schemas.openxmlformats.org/officeDocument/2006/relationships" xmlns:a="http://schemas.openxmlformats.org/drawingml/2006/main" r:embed="Re4caed2297194a5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2A64B33-F580-4CFA-BFC8-364DC9B1C1E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741130F1-B611-4DC3-83A3-82E8012AB06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1AECA3C8-2407-46C1-9497-4BD33368EAA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339FBFEB-8095-400E-BAF4-E84E3040308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cd8d9379f28e42b1"/>
          </a:graphicData>
        </a:graphic>
      </p:graphicFrame>
      <p:sp>
        <p:nvSpPr>
          <p:cNvPr id="6" name="Full R² = 0.526">
            <a:extLst xmlns:a="http://schemas.openxmlformats.org/drawingml/2006/main">
              <a:ext uri="{FF2B5EF4-FFF2-40B4-BE49-F238E27FC236}">
                <a16:creationId xmlns:a16="http://schemas.microsoft.com/office/drawing/2014/main" id="{3A6F51C1-FF01-40BF-837E-63B5ECA0004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18A11C06-7FB4-4A2A-BB5F-446C7A968E5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1887F888-674A-4E12-A7E1-EA0D4FFA311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0063735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5AE98AC-8306-4839-B74D-9A1B099FEC67}"/>
              </a:ext>
            </a:extLst>
          </p:cNvPr>
          <p:cNvPicPr>
            <a:picLocks xmlns:a="http://schemas.openxmlformats.org/drawingml/2006/main" noChangeAspect="1"/>
          </p:cNvPicPr>
          <p:nvPr/>
        </p:nvPicPr>
        <p:blipFill>
          <a:blip xmlns:r="http://schemas.openxmlformats.org/officeDocument/2006/relationships" xmlns:a="http://schemas.openxmlformats.org/drawingml/2006/main" r:embed="R6c185912f9b7403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5AB1C4D-5FE0-4071-A7D7-5AF09B10FBB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7CACD91A-FCB4-4A50-8B27-BFA18AE976B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C8BFCB1D-33D2-4037-8625-19FB123BBA4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2D61E1D1-1213-4F47-B2CF-D79A425771D9}"/>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A4E38CEC-6F9F-493A-B113-C4392D25D596}"/>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D0BD40A9-04BF-429C-B8E4-27264C875032}"/>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FAB35DD8-D223-43F8-9C5D-D00712861C86}"/>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D889ABED-ADA6-4AD3-BC16-459AABB5B251}"/>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2D46D0F4-F248-466C-AE45-336F0EB30BFF}"/>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815EF5D8-D95A-4583-84E8-68FAE4533126}"/>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815BE176-D709-412B-8C08-C4752E6135DA}"/>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21D3A5FD-6651-4C06-A92A-C4ADA939E3E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16454031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18A2802-D6BF-435B-B00E-15B362F755C4}"/>
              </a:ext>
            </a:extLst>
          </p:cNvPr>
          <p:cNvPicPr>
            <a:picLocks xmlns:a="http://schemas.openxmlformats.org/drawingml/2006/main" noChangeAspect="1"/>
          </p:cNvPicPr>
          <p:nvPr/>
        </p:nvPicPr>
        <p:blipFill>
          <a:blip xmlns:r="http://schemas.openxmlformats.org/officeDocument/2006/relationships" xmlns:a="http://schemas.openxmlformats.org/drawingml/2006/main" r:embed="R651d4912c98e427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ABF0218-EFD5-4313-B4C1-6FDC68CD986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2476EA16-89AB-47DF-B0A7-D77D7DB29B8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6C02B8BF-ADC8-4404-841E-6F16E141FF0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922279B5-F5F6-4BB7-AA34-125DD5FEEDC4}"/>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84E066B0-7609-472C-B1DF-5B77387EF220}"/>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A184274D-2540-4672-A2FE-55E39ECAA5C6}"/>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1C56DAC6-25C1-4DF5-AB58-08CFDD4795E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8889999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A72BD63-9FCB-483D-96C6-A71A162752E0}"/>
              </a:ext>
            </a:extLst>
          </p:cNvPr>
          <p:cNvPicPr>
            <a:picLocks xmlns:a="http://schemas.openxmlformats.org/drawingml/2006/main" noChangeAspect="1"/>
          </p:cNvPicPr>
          <p:nvPr/>
        </p:nvPicPr>
        <p:blipFill>
          <a:blip xmlns:r="http://schemas.openxmlformats.org/officeDocument/2006/relationships" xmlns:a="http://schemas.openxmlformats.org/drawingml/2006/main" r:embed="R14c0835ccb6d428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DE8F8F9-04C4-4F61-9233-18C48E4A8DD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C65A9F1C-9F1C-49BB-A31F-50103B477E1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DF13395D-3908-48DF-AE45-3CA8187DE7B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F61F3096-4FE8-4B7E-BDFD-BE150418FCB1}"/>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F4F8808F-0C38-4365-A14B-443C7BA72814}"/>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079058BA-CA0A-436E-8562-107846DE11D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F2F13928-603D-48CB-86FB-10D43172F9DC}"/>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64A91CB4-5703-4BCE-A3FB-19D789B0D25A}"/>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B9A5F0D9-4DDB-4875-BDF1-5B1FB4819DBA}"/>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C56C43E9-16FA-4750-9205-F1E88CB821BA}"/>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8DAA3E5C-5DC9-4C74-A2CA-A0E9DC6EC609}"/>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8441525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8864768-1849-4CF6-9F35-E110558C8BF7}"/>
              </a:ext>
            </a:extLst>
          </p:cNvPr>
          <p:cNvPicPr>
            <a:picLocks xmlns:a="http://schemas.openxmlformats.org/drawingml/2006/main" noChangeAspect="1"/>
          </p:cNvPicPr>
          <p:nvPr/>
        </p:nvPicPr>
        <p:blipFill>
          <a:blip xmlns:r="http://schemas.openxmlformats.org/officeDocument/2006/relationships" xmlns:a="http://schemas.openxmlformats.org/drawingml/2006/main" r:embed="R6d144da3a39f4a6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1897A12-B0E8-4D98-A973-C0517110AE3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7B6E01CF-8BDA-4B9A-A2A0-2DB6DB715F2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A1EB8B51-ED0F-4CD9-9269-30215945751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224C910F-24C1-4F7E-8D2A-B64E26DF3F8A}"/>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561AF49A-BE35-4E09-B1CD-2D4AA63AE5E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12208066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A5227E1-FD2C-4C03-89DA-63F3D5E40CA1}"/>
              </a:ext>
            </a:extLst>
          </p:cNvPr>
          <p:cNvPicPr>
            <a:picLocks xmlns:a="http://schemas.openxmlformats.org/drawingml/2006/main" noChangeAspect="1"/>
          </p:cNvPicPr>
          <p:nvPr/>
        </p:nvPicPr>
        <p:blipFill>
          <a:blip xmlns:r="http://schemas.openxmlformats.org/officeDocument/2006/relationships" xmlns:a="http://schemas.openxmlformats.org/drawingml/2006/main" r:embed="R70ac044ffdfb400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C692691-A205-428C-A5D4-D5C8B0DD8A6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5EE55CCE-7D30-4F07-8530-EA8F227CAE9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8DBCB4A2-D614-448E-B78A-38F002E7D03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4F9055FD-0628-4B08-84EE-A8899CFEB791}"/>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A2A996ED-32EB-42D0-8173-10ED53D6226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234440686"/>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2026-10-20T11:04:26.8990000Z</dcterms:created>
  <dcterms:modified xsi:type="dcterms:W3CDTF">2026-10-20T11:04:26.8990000Z</dcterms:modified>
</coreProperties>
</file>