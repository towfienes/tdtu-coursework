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850274346a84e5d" /><Relationship Type="http://schemas.openxmlformats.org/officeDocument/2006/relationships/extended-properties" Target="/docProps/app.xml" Id="Rcb0b3fca8ec54ec7" /><Relationship Type="http://schemas.openxmlformats.org/officeDocument/2006/relationships/officeDocument" Target="/ppt/presentation.xml" Id="R6135a5f158f64ad4" /></Relationships>
</file>

<file path=ppt/presentation.xml><?xml version="1.0" encoding="utf-8"?>
<p:presentation xmlns:p="http://schemas.openxmlformats.org/presentationml/2006/main">
  <p:sldMasterIdLst>
    <p:sldMasterId xmlns:r="http://schemas.openxmlformats.org/officeDocument/2006/relationships" id="2147483648" r:id="R2d1176f218854e36"/>
  </p:sldMasterIdLst>
  <p:notesMasterIdLst>
    <p:notesMasterId xmlns:r="http://schemas.openxmlformats.org/officeDocument/2006/relationships" r:id="R48718803706c4f12"/>
  </p:notesMasterIdLst>
  <p:sldIdLst>
    <p:sldId xmlns:r="http://schemas.openxmlformats.org/officeDocument/2006/relationships" id="256" r:id="R0f5b40c1acf0410a"/>
    <p:sldId xmlns:r="http://schemas.openxmlformats.org/officeDocument/2006/relationships" id="257" r:id="R8c78b183d6394e0e"/>
    <p:sldId xmlns:r="http://schemas.openxmlformats.org/officeDocument/2006/relationships" id="258" r:id="R4a74fedc8eed4a88"/>
    <p:sldId xmlns:r="http://schemas.openxmlformats.org/officeDocument/2006/relationships" id="259" r:id="R17b8f289858b4734"/>
    <p:sldId xmlns:r="http://schemas.openxmlformats.org/officeDocument/2006/relationships" id="260" r:id="R093cf6d1cc1d41c2"/>
    <p:sldId xmlns:r="http://schemas.openxmlformats.org/officeDocument/2006/relationships" id="261" r:id="R74f75c7ee69345a8"/>
    <p:sldId xmlns:r="http://schemas.openxmlformats.org/officeDocument/2006/relationships" id="262" r:id="R5e6f63bef81444c9"/>
    <p:sldId xmlns:r="http://schemas.openxmlformats.org/officeDocument/2006/relationships" id="263" r:id="R295ee14de85340a6"/>
    <p:sldId xmlns:r="http://schemas.openxmlformats.org/officeDocument/2006/relationships" id="264" r:id="R51c22f7c457a4ac4"/>
    <p:sldId xmlns:r="http://schemas.openxmlformats.org/officeDocument/2006/relationships" id="265" r:id="Rd269d0fbf1a0433e"/>
    <p:sldId xmlns:r="http://schemas.openxmlformats.org/officeDocument/2006/relationships" id="266" r:id="R1b138fb011fc46b3"/>
    <p:sldId xmlns:r="http://schemas.openxmlformats.org/officeDocument/2006/relationships" id="267" r:id="R41839beb684e4249"/>
    <p:sldId xmlns:r="http://schemas.openxmlformats.org/officeDocument/2006/relationships" id="268" r:id="Ra12d3436008e400a"/>
    <p:sldId xmlns:r="http://schemas.openxmlformats.org/officeDocument/2006/relationships" id="269" r:id="Redb830f86db54247"/>
    <p:sldId xmlns:r="http://schemas.openxmlformats.org/officeDocument/2006/relationships" id="270" r:id="R65325aba41f24a2a"/>
    <p:sldId xmlns:r="http://schemas.openxmlformats.org/officeDocument/2006/relationships" id="271" r:id="Rf0be5914474640fd"/>
    <p:sldId xmlns:r="http://schemas.openxmlformats.org/officeDocument/2006/relationships" id="272" r:id="R78a4fccbe40d4693"/>
    <p:sldId xmlns:r="http://schemas.openxmlformats.org/officeDocument/2006/relationships" id="273" r:id="Re52ae7b06cf94865"/>
    <p:sldId xmlns:r="http://schemas.openxmlformats.org/officeDocument/2006/relationships" id="274" r:id="R11d076d7b4c044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22fccad2ae4e12" /><Relationship Type="http://schemas.openxmlformats.org/officeDocument/2006/relationships/slideMaster" Target="/ppt/slideMasters/slideMaster1.xml" Id="R2d1176f218854e36" /><Relationship Type="http://schemas.openxmlformats.org/officeDocument/2006/relationships/notesMaster" Target="/ppt/notesMasters/notesMaster1.xml" Id="R48718803706c4f12" /><Relationship Type="http://schemas.openxmlformats.org/officeDocument/2006/relationships/presProps" Target="/ppt/presProps.xml" Id="Rcd08da9c737a40d3" /><Relationship Type="http://schemas.openxmlformats.org/officeDocument/2006/relationships/tableStyles" Target="/ppt/tableStyles.xml" Id="Rf49487d87bea4303" /><Relationship Type="http://schemas.openxmlformats.org/officeDocument/2006/relationships/slide" Target="/ppt/slides/slide1.xml" Id="R0f5b40c1acf0410a" /><Relationship Type="http://schemas.openxmlformats.org/officeDocument/2006/relationships/slide" Target="/ppt/slides/slide2.xml" Id="R8c78b183d6394e0e" /><Relationship Type="http://schemas.openxmlformats.org/officeDocument/2006/relationships/slide" Target="/ppt/slides/slide3.xml" Id="R4a74fedc8eed4a88" /><Relationship Type="http://schemas.openxmlformats.org/officeDocument/2006/relationships/slide" Target="/ppt/slides/slide4.xml" Id="R17b8f289858b4734" /><Relationship Type="http://schemas.openxmlformats.org/officeDocument/2006/relationships/slide" Target="/ppt/slides/slide5.xml" Id="R093cf6d1cc1d41c2" /><Relationship Type="http://schemas.openxmlformats.org/officeDocument/2006/relationships/slide" Target="/ppt/slides/slide6.xml" Id="R74f75c7ee69345a8" /><Relationship Type="http://schemas.openxmlformats.org/officeDocument/2006/relationships/slide" Target="/ppt/slides/slide7.xml" Id="R5e6f63bef81444c9" /><Relationship Type="http://schemas.openxmlformats.org/officeDocument/2006/relationships/slide" Target="/ppt/slides/slide8.xml" Id="R295ee14de85340a6" /><Relationship Type="http://schemas.openxmlformats.org/officeDocument/2006/relationships/slide" Target="/ppt/slides/slide9.xml" Id="R51c22f7c457a4ac4" /><Relationship Type="http://schemas.openxmlformats.org/officeDocument/2006/relationships/slide" Target="/ppt/slides/slide10.xml" Id="Rd269d0fbf1a0433e" /><Relationship Type="http://schemas.openxmlformats.org/officeDocument/2006/relationships/slide" Target="/ppt/slides/slide11.xml" Id="R1b138fb011fc46b3" /><Relationship Type="http://schemas.openxmlformats.org/officeDocument/2006/relationships/slide" Target="/ppt/slides/slide12.xml" Id="R41839beb684e4249" /><Relationship Type="http://schemas.openxmlformats.org/officeDocument/2006/relationships/slide" Target="/ppt/slides/slide13.xml" Id="Ra12d3436008e400a" /><Relationship Type="http://schemas.openxmlformats.org/officeDocument/2006/relationships/slide" Target="/ppt/slides/slide14.xml" Id="Redb830f86db54247" /><Relationship Type="http://schemas.openxmlformats.org/officeDocument/2006/relationships/slide" Target="/ppt/slides/slide15.xml" Id="R65325aba41f24a2a" /><Relationship Type="http://schemas.openxmlformats.org/officeDocument/2006/relationships/slide" Target="/ppt/slides/slide16.xml" Id="Rf0be5914474640fd" /><Relationship Type="http://schemas.openxmlformats.org/officeDocument/2006/relationships/slide" Target="/ppt/slides/slide17.xml" Id="R78a4fccbe40d4693" /><Relationship Type="http://schemas.openxmlformats.org/officeDocument/2006/relationships/slide" Target="/ppt/slides/slide18.xml" Id="Re52ae7b06cf94865" /><Relationship Type="http://schemas.openxmlformats.org/officeDocument/2006/relationships/slide" Target="/ppt/slides/slide19.xml" Id="R11d076d7b4c044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f97778c05546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7d1d20d1054f3f" /><Relationship Type="http://schemas.openxmlformats.org/officeDocument/2006/relationships/notesMaster" Target="/ppt/notesMasters/notesMaster1.xml" Id="Rd4910ea873884a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330d2cc224beb" /><Relationship Type="http://schemas.openxmlformats.org/officeDocument/2006/relationships/notesMaster" Target="/ppt/notesMasters/notesMaster1.xml" Id="R5a02650d43f14f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b5c5913b5b4568" /><Relationship Type="http://schemas.openxmlformats.org/officeDocument/2006/relationships/notesMaster" Target="/ppt/notesMasters/notesMaster1.xml" Id="R727d17631ce146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de9df2b8a345dd" /><Relationship Type="http://schemas.openxmlformats.org/officeDocument/2006/relationships/notesMaster" Target="/ppt/notesMasters/notesMaster1.xml" Id="Re1fddcf59a5d47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a9f8e008ce4e2f" /><Relationship Type="http://schemas.openxmlformats.org/officeDocument/2006/relationships/notesMaster" Target="/ppt/notesMasters/notesMaster1.xml" Id="R25f3c1d1f22e49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4935c6632b4b75" /><Relationship Type="http://schemas.openxmlformats.org/officeDocument/2006/relationships/notesMaster" Target="/ppt/notesMasters/notesMaster1.xml" Id="R4184d7350af24e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7421be9d6245b3" /><Relationship Type="http://schemas.openxmlformats.org/officeDocument/2006/relationships/notesMaster" Target="/ppt/notesMasters/notesMaster1.xml" Id="Re648efe206d6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1d5ff1ee3545ac" /><Relationship Type="http://schemas.openxmlformats.org/officeDocument/2006/relationships/notesMaster" Target="/ppt/notesMasters/notesMaster1.xml" Id="R0da8873c1ad644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bd068846624262" /><Relationship Type="http://schemas.openxmlformats.org/officeDocument/2006/relationships/notesMaster" Target="/ppt/notesMasters/notesMaster1.xml" Id="R76dc91df960e4f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662eedf3e04b8f" /><Relationship Type="http://schemas.openxmlformats.org/officeDocument/2006/relationships/notesMaster" Target="/ppt/notesMasters/notesMaster1.xml" Id="Rcdf91dde8d4948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b827d91b064d28" /><Relationship Type="http://schemas.openxmlformats.org/officeDocument/2006/relationships/notesMaster" Target="/ppt/notesMasters/notesMaster1.xml" Id="R540a3607eb324c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94679ced794a4c" /><Relationship Type="http://schemas.openxmlformats.org/officeDocument/2006/relationships/notesMaster" Target="/ppt/notesMasters/notesMaster1.xml" Id="Rdc39d2f3764a4e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20beda9dae45cb" /><Relationship Type="http://schemas.openxmlformats.org/officeDocument/2006/relationships/notesMaster" Target="/ppt/notesMasters/notesMaster1.xml" Id="R1afd51bfaf3a4e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6166086c3a47d6" /><Relationship Type="http://schemas.openxmlformats.org/officeDocument/2006/relationships/notesMaster" Target="/ppt/notesMasters/notesMaster1.xml" Id="R8c0cd984ca7843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81c9fe38644ec5" /><Relationship Type="http://schemas.openxmlformats.org/officeDocument/2006/relationships/notesMaster" Target="/ppt/notesMasters/notesMaster1.xml" Id="R315d3edf9f2945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d7597419df4fbf" /><Relationship Type="http://schemas.openxmlformats.org/officeDocument/2006/relationships/notesMaster" Target="/ppt/notesMasters/notesMaster1.xml" Id="Redee491230e845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0dd519155b4479" /><Relationship Type="http://schemas.openxmlformats.org/officeDocument/2006/relationships/notesMaster" Target="/ppt/notesMasters/notesMaster1.xml" Id="R7ef5532133a648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e9053587fa4927" /><Relationship Type="http://schemas.openxmlformats.org/officeDocument/2006/relationships/notesMaster" Target="/ppt/notesMasters/notesMaster1.xml" Id="Re831c079bab74b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6234b7b2a04a07" /><Relationship Type="http://schemas.openxmlformats.org/officeDocument/2006/relationships/notesMaster" Target="/ppt/notesMasters/notesMaster1.xml" Id="R343bbd0e82cd49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4c0d6032fd40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ae950c938042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1946bffab04d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e860c202384b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5927ff103d47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0d5f3d9d4d43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7E755F-AC64-4600-BF46-7267B9365E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C4B425-CA1A-4409-9D53-4A0E9C6627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33054D-859A-49E7-95B6-11CE3D4F06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681F31-96EA-4628-9526-C918408ABB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CB828F-2C50-4955-8216-338987765E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78605F-3697-4E83-821A-78D441392D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46D76B-0F1C-4B72-8C5F-A4181346F8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3BFDAC-5A1B-4859-9CFA-641C14AE24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B00DF9-6457-46D3-9CD3-20B44EC490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3A1316-5A1E-41C3-8E65-0A73747C4E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190e2d8f2b40c3" /><Relationship Type="http://schemas.openxmlformats.org/officeDocument/2006/relationships/slideLayout" Target="/ppt/slideLayouts/slideLayout1.xml" Id="R7db1a6512d164697" /><Relationship Type="http://schemas.openxmlformats.org/officeDocument/2006/relationships/slideLayout" Target="/ppt/slideLayouts/slideLayout2.xml" Id="R164681e242264287" /><Relationship Type="http://schemas.openxmlformats.org/officeDocument/2006/relationships/slideLayout" Target="/ppt/slideLayouts/slideLayout3.xml" Id="R49f2eb132f7142ba" /><Relationship Type="http://schemas.openxmlformats.org/officeDocument/2006/relationships/slideLayout" Target="/ppt/slideLayouts/slideLayout4.xml" Id="R2874988b96344c5b" /><Relationship Type="http://schemas.openxmlformats.org/officeDocument/2006/relationships/slideLayout" Target="/ppt/slideLayouts/slideLayout5.xml" Id="R9c3c884663b74e76" /><Relationship Type="http://schemas.openxmlformats.org/officeDocument/2006/relationships/slideLayout" Target="/ppt/slideLayouts/slideLayout6.xml" Id="R3d93e2e871cf40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b1a6512d164697"/>
    <p:sldLayoutId xmlns:r="http://schemas.openxmlformats.org/officeDocument/2006/relationships" id="2147483650" r:id="R164681e242264287"/>
    <p:sldLayoutId xmlns:r="http://schemas.openxmlformats.org/officeDocument/2006/relationships" id="2147483651" r:id="R49f2eb132f7142ba"/>
    <p:sldLayoutId xmlns:r="http://schemas.openxmlformats.org/officeDocument/2006/relationships" id="2147483652" r:id="R2874988b96344c5b"/>
    <p:sldLayoutId xmlns:r="http://schemas.openxmlformats.org/officeDocument/2006/relationships" id="2147483653" r:id="R9c3c884663b74e76"/>
    <p:sldLayoutId xmlns:r="http://schemas.openxmlformats.org/officeDocument/2006/relationships" id="2147483654" r:id="R3d93e2e871cf40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95a5c7262a4b92" /><Relationship Type="http://schemas.openxmlformats.org/officeDocument/2006/relationships/image" Target="/ppt/media/image.png" Id="R78e4dd47ce694439" /><Relationship Type="http://schemas.openxmlformats.org/officeDocument/2006/relationships/notesSlide" Target="/ppt/notesSlides/notesSlide1.xml" Id="R20dc6c9d4e8b46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813206931a4b3e" /><Relationship Type="http://schemas.openxmlformats.org/officeDocument/2006/relationships/image" Target="/ppt/media/image2.png" Id="R2cf184ab7b6b490a" /><Relationship Type="http://schemas.openxmlformats.org/officeDocument/2006/relationships/notesSlide" Target="/ppt/notesSlides/notesSlide2.xml" Id="R93c5fce8f2774f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5634657fc04d9f" /><Relationship Type="http://schemas.openxmlformats.org/officeDocument/2006/relationships/image" Target="/ppt/media/image3.png" Id="R3d7ff97080c84dcf" /><Relationship Type="http://schemas.openxmlformats.org/officeDocument/2006/relationships/notesSlide" Target="/ppt/notesSlides/notesSlide3.xml" Id="R5495d11d0dfb4c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526577c8a14dc1" /><Relationship Type="http://schemas.openxmlformats.org/officeDocument/2006/relationships/image" Target="/ppt/media/image4.png" Id="Reeac7768ae9541b9" /><Relationship Type="http://schemas.openxmlformats.org/officeDocument/2006/relationships/notesSlide" Target="/ppt/notesSlides/notesSlide4.xml" Id="Rc1bfaac883e84b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e4d5dac8b94ccb" /><Relationship Type="http://schemas.openxmlformats.org/officeDocument/2006/relationships/image" Target="/ppt/media/image5.png" Id="R8e9e902f84d44223" /><Relationship Type="http://schemas.openxmlformats.org/officeDocument/2006/relationships/chart" Target="/ppt/slides/charts/chart1.xml" Id="Rb48ea0c398c14985" /><Relationship Type="http://schemas.openxmlformats.org/officeDocument/2006/relationships/notesSlide" Target="/ppt/notesSlides/notesSlide5.xml" Id="R527e7db0ea3044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688dbb469f4b84" /><Relationship Type="http://schemas.openxmlformats.org/officeDocument/2006/relationships/image" Target="/ppt/media/image6.png" Id="Rf8c6dda83d2447fb" /><Relationship Type="http://schemas.openxmlformats.org/officeDocument/2006/relationships/chart" Target="/ppt/slides/charts/chart2.xml" Id="R2f3707da6ada490d" /><Relationship Type="http://schemas.openxmlformats.org/officeDocument/2006/relationships/notesSlide" Target="/ppt/notesSlides/notesSlide6.xml" Id="Rde423d83dccf4c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bb3f2c498546d0" /><Relationship Type="http://schemas.openxmlformats.org/officeDocument/2006/relationships/image" Target="/ppt/media/image7.png" Id="Rfacd071e60284e51" /><Relationship Type="http://schemas.openxmlformats.org/officeDocument/2006/relationships/chart" Target="/ppt/slides/charts/chart3.xml" Id="R68d9781f538b4c19" /><Relationship Type="http://schemas.openxmlformats.org/officeDocument/2006/relationships/notesSlide" Target="/ppt/notesSlides/notesSlide7.xml" Id="R426f422b78fa46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4e200cb156406c" /><Relationship Type="http://schemas.openxmlformats.org/officeDocument/2006/relationships/image" Target="/ppt/media/image8.png" Id="R6d1b6a12b2f14ae2" /><Relationship Type="http://schemas.openxmlformats.org/officeDocument/2006/relationships/chart" Target="/ppt/slides/charts/chart4.xml" Id="R45626f95f9614afe" /><Relationship Type="http://schemas.openxmlformats.org/officeDocument/2006/relationships/notesSlide" Target="/ppt/notesSlides/notesSlide8.xml" Id="R3be38992c7744f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dcff8dac64412b" /><Relationship Type="http://schemas.openxmlformats.org/officeDocument/2006/relationships/image" Target="/ppt/media/image9.png" Id="R8e91c5d5edf14120" /><Relationship Type="http://schemas.openxmlformats.org/officeDocument/2006/relationships/notesSlide" Target="/ppt/notesSlides/notesSlide9.xml" Id="Rc3c4e26713184c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729d123c2ad49ca" /><Relationship Type="http://schemas.openxmlformats.org/officeDocument/2006/relationships/image" Target="/ppt/media/image10.png" Id="R8c14754806d14101" /><Relationship Type="http://schemas.openxmlformats.org/officeDocument/2006/relationships/notesSlide" Target="/ppt/notesSlides/notesSlide10.xml" Id="R0b81a6226a994f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8bc648e3c2e462c" /><Relationship Type="http://schemas.openxmlformats.org/officeDocument/2006/relationships/image" Target="/ppt/media/image11.png" Id="R6e24e6bad48f489b" /><Relationship Type="http://schemas.openxmlformats.org/officeDocument/2006/relationships/notesSlide" Target="/ppt/notesSlides/notesSlide11.xml" Id="Rbf66097ffe494a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1aa836dcee41f2" /><Relationship Type="http://schemas.openxmlformats.org/officeDocument/2006/relationships/image" Target="/ppt/media/image12.png" Id="Rf79c3c53242648a0" /><Relationship Type="http://schemas.openxmlformats.org/officeDocument/2006/relationships/chart" Target="/ppt/slides/charts/chart5.xml" Id="R48aa9c84d31b4b21" /><Relationship Type="http://schemas.openxmlformats.org/officeDocument/2006/relationships/notesSlide" Target="/ppt/notesSlides/notesSlide12.xml" Id="R4af02948c44e43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1cc36d06314d32" /><Relationship Type="http://schemas.openxmlformats.org/officeDocument/2006/relationships/image" Target="/ppt/media/image13.png" Id="R2ff64b6910f3405f" /><Relationship Type="http://schemas.openxmlformats.org/officeDocument/2006/relationships/notesSlide" Target="/ppt/notesSlides/notesSlide13.xml" Id="Rd08183b492f245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189c6a30f4492d" /><Relationship Type="http://schemas.openxmlformats.org/officeDocument/2006/relationships/image" Target="/ppt/media/image14.png" Id="R1e43f1ca01334f91" /><Relationship Type="http://schemas.openxmlformats.org/officeDocument/2006/relationships/chart" Target="/ppt/slides/charts/chart6.xml" Id="Raaca461f60dd4feb" /><Relationship Type="http://schemas.openxmlformats.org/officeDocument/2006/relationships/notesSlide" Target="/ppt/notesSlides/notesSlide14.xml" Id="Rb9fde12ee15c42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09080dc55d4d82" /><Relationship Type="http://schemas.openxmlformats.org/officeDocument/2006/relationships/image" Target="/ppt/media/image15.png" Id="R461da3920a984dd5" /><Relationship Type="http://schemas.openxmlformats.org/officeDocument/2006/relationships/notesSlide" Target="/ppt/notesSlides/notesSlide15.xml" Id="R3033839de61340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61195acc9bc418c" /><Relationship Type="http://schemas.openxmlformats.org/officeDocument/2006/relationships/image" Target="/ppt/media/image16.png" Id="Rd584226e30de4b6e" /><Relationship Type="http://schemas.openxmlformats.org/officeDocument/2006/relationships/notesSlide" Target="/ppt/notesSlides/notesSlide16.xml" Id="R558f3c0d2d7640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efb9f738ab14e7a" /><Relationship Type="http://schemas.openxmlformats.org/officeDocument/2006/relationships/image" Target="/ppt/media/image17.png" Id="Rd46fba335bf34879" /><Relationship Type="http://schemas.openxmlformats.org/officeDocument/2006/relationships/notesSlide" Target="/ppt/notesSlides/notesSlide17.xml" Id="Re3632e530bbf4a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e479f593a1f421d" /><Relationship Type="http://schemas.openxmlformats.org/officeDocument/2006/relationships/image" Target="/ppt/media/image18.png" Id="R0c1d0cfbe90a4145" /><Relationship Type="http://schemas.openxmlformats.org/officeDocument/2006/relationships/notesSlide" Target="/ppt/notesSlides/notesSlide18.xml" Id="Rfe3de0e03ed147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95186cbd9164d2e" /><Relationship Type="http://schemas.openxmlformats.org/officeDocument/2006/relationships/image" Target="/ppt/media/image19.png" Id="Rf1ac4c2ee6264ce1" /><Relationship Type="http://schemas.openxmlformats.org/officeDocument/2006/relationships/notesSlide" Target="/ppt/notesSlides/notesSlide19.xml" Id="R7efff6571d694a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4477AA"/>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4477AA"/>
            </a:solidFill>
            <a:ln xmlns:a="http://schemas.openxmlformats.org/drawingml/2006/main" w="9525">
              <a:solidFill>
                <a:srgbClr val="000000"/>
              </a:solidFill>
              <a:prstDash val="solid"/>
            </a:ln>
          </c:spPr>
          <c:invertIfNegative val="0"/>
          <c:dPt>
            <c:idx val="0"/>
            <c:invertIfNegative val="0"/>
            <c:spPr>
              <a:solidFill xmlns:a="http://schemas.openxmlformats.org/drawingml/2006/main">
                <a:srgbClr val="CC6677"/>
              </a:solidFill>
            </c:spPr>
          </c:dPt>
          <c:dPt>
            <c:idx val="1"/>
            <c:invertIfNegative val="0"/>
            <c:spPr>
              <a:solidFill xmlns:a="http://schemas.openxmlformats.org/drawingml/2006/main">
                <a:srgbClr val="228833"/>
              </a:solidFill>
            </c:spPr>
          </c:dPt>
          <c:dPt>
            <c:idx val="2"/>
            <c:invertIfNegative val="0"/>
            <c:spPr>
              <a:solidFill xmlns:a="http://schemas.openxmlformats.org/drawingml/2006/main">
                <a:srgbClr val="4477AA"/>
              </a:solidFill>
            </c:spPr>
          </c:dPt>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Data'!$A$2:$A$151</c:f>
              <c:numCache>
                <c:formatCode>General</c:formatCode>
                <c:ptCount val="150"/>
                <c:pt idx="0">
                  <c:v>0.1437</c:v>
                </c:pt>
                <c:pt idx="1">
                  <c:v>0.1437</c:v>
                </c:pt>
                <c:pt idx="2">
                  <c:v>0.1437</c:v>
                </c:pt>
                <c:pt idx="3">
                  <c:v>0.1437</c:v>
                </c:pt>
                <c:pt idx="4">
                  <c:v>0.1437</c:v>
                </c:pt>
                <c:pt idx="5">
                  <c:v>0.1437</c:v>
                </c:pt>
                <c:pt idx="6">
                  <c:v>0.1711</c:v>
                </c:pt>
                <c:pt idx="7">
                  <c:v>0.1711</c:v>
                </c:pt>
                <c:pt idx="8">
                  <c:v>0.1711</c:v>
                </c:pt>
                <c:pt idx="9">
                  <c:v>0.1711</c:v>
                </c:pt>
                <c:pt idx="10">
                  <c:v>0.1711</c:v>
                </c:pt>
                <c:pt idx="11">
                  <c:v>0.1711</c:v>
                </c:pt>
                <c:pt idx="12">
                  <c:v>0.1985</c:v>
                </c:pt>
                <c:pt idx="13">
                  <c:v>0.1985</c:v>
                </c:pt>
                <c:pt idx="14">
                  <c:v>0.1985</c:v>
                </c:pt>
                <c:pt idx="15">
                  <c:v>0.1985</c:v>
                </c:pt>
                <c:pt idx="16">
                  <c:v>0.1985</c:v>
                </c:pt>
                <c:pt idx="17">
                  <c:v>0.1985</c:v>
                </c:pt>
                <c:pt idx="18">
                  <c:v>0.2259</c:v>
                </c:pt>
                <c:pt idx="19">
                  <c:v>0.2259</c:v>
                </c:pt>
                <c:pt idx="20">
                  <c:v>0.2259</c:v>
                </c:pt>
                <c:pt idx="21">
                  <c:v>0.2259</c:v>
                </c:pt>
                <c:pt idx="22">
                  <c:v>0.2259</c:v>
                </c:pt>
                <c:pt idx="23">
                  <c:v>0.2259</c:v>
                </c:pt>
                <c:pt idx="24">
                  <c:v>0.2533</c:v>
                </c:pt>
                <c:pt idx="25">
                  <c:v>0.2533</c:v>
                </c:pt>
                <c:pt idx="26">
                  <c:v>0.2533</c:v>
                </c:pt>
                <c:pt idx="27">
                  <c:v>0.2533</c:v>
                </c:pt>
                <c:pt idx="28">
                  <c:v>0.2533</c:v>
                </c:pt>
                <c:pt idx="29">
                  <c:v>0.2533</c:v>
                </c:pt>
                <c:pt idx="30">
                  <c:v>0.2807</c:v>
                </c:pt>
                <c:pt idx="31">
                  <c:v>0.2807</c:v>
                </c:pt>
                <c:pt idx="32">
                  <c:v>0.2807</c:v>
                </c:pt>
                <c:pt idx="33">
                  <c:v>0.2807</c:v>
                </c:pt>
                <c:pt idx="34">
                  <c:v>0.2807</c:v>
                </c:pt>
                <c:pt idx="35">
                  <c:v>0.2807</c:v>
                </c:pt>
                <c:pt idx="36">
                  <c:v>0.3081</c:v>
                </c:pt>
                <c:pt idx="37">
                  <c:v>0.3081</c:v>
                </c:pt>
                <c:pt idx="38">
                  <c:v>0.3081</c:v>
                </c:pt>
                <c:pt idx="39">
                  <c:v>0.3081</c:v>
                </c:pt>
                <c:pt idx="40">
                  <c:v>0.3081</c:v>
                </c:pt>
                <c:pt idx="41">
                  <c:v>0.3081</c:v>
                </c:pt>
                <c:pt idx="42">
                  <c:v>0.3355</c:v>
                </c:pt>
                <c:pt idx="43">
                  <c:v>0.3355</c:v>
                </c:pt>
                <c:pt idx="44">
                  <c:v>0.3355</c:v>
                </c:pt>
                <c:pt idx="45">
                  <c:v>0.3355</c:v>
                </c:pt>
                <c:pt idx="46">
                  <c:v>0.3355</c:v>
                </c:pt>
                <c:pt idx="47">
                  <c:v>0.3355</c:v>
                </c:pt>
                <c:pt idx="48">
                  <c:v>0.3629</c:v>
                </c:pt>
                <c:pt idx="49">
                  <c:v>0.3629</c:v>
                </c:pt>
                <c:pt idx="50">
                  <c:v>0.3629</c:v>
                </c:pt>
                <c:pt idx="51">
                  <c:v>0.3629</c:v>
                </c:pt>
                <c:pt idx="52">
                  <c:v>0.3629</c:v>
                </c:pt>
                <c:pt idx="53">
                  <c:v>0.3629</c:v>
                </c:pt>
                <c:pt idx="54">
                  <c:v>0.3903</c:v>
                </c:pt>
                <c:pt idx="55">
                  <c:v>0.3903</c:v>
                </c:pt>
                <c:pt idx="56">
                  <c:v>0.3903</c:v>
                </c:pt>
                <c:pt idx="57">
                  <c:v>0.3903</c:v>
                </c:pt>
                <c:pt idx="58">
                  <c:v>0.3903</c:v>
                </c:pt>
                <c:pt idx="59">
                  <c:v>0.3903</c:v>
                </c:pt>
                <c:pt idx="60">
                  <c:v>0.4177</c:v>
                </c:pt>
                <c:pt idx="61">
                  <c:v>0.4177</c:v>
                </c:pt>
                <c:pt idx="62">
                  <c:v>0.4177</c:v>
                </c:pt>
                <c:pt idx="63">
                  <c:v>0.4177</c:v>
                </c:pt>
                <c:pt idx="64">
                  <c:v>0.4177</c:v>
                </c:pt>
                <c:pt idx="65">
                  <c:v>0.4177</c:v>
                </c:pt>
                <c:pt idx="66">
                  <c:v>0.4451</c:v>
                </c:pt>
                <c:pt idx="67">
                  <c:v>0.4451</c:v>
                </c:pt>
                <c:pt idx="68">
                  <c:v>0.4451</c:v>
                </c:pt>
                <c:pt idx="69">
                  <c:v>0.4451</c:v>
                </c:pt>
                <c:pt idx="70">
                  <c:v>0.4451</c:v>
                </c:pt>
                <c:pt idx="71">
                  <c:v>0.4451</c:v>
                </c:pt>
                <c:pt idx="72">
                  <c:v>0.4725</c:v>
                </c:pt>
                <c:pt idx="73">
                  <c:v>0.4725</c:v>
                </c:pt>
                <c:pt idx="74">
                  <c:v>0.4725</c:v>
                </c:pt>
                <c:pt idx="75">
                  <c:v>0.4725</c:v>
                </c:pt>
                <c:pt idx="76">
                  <c:v>0.4725</c:v>
                </c:pt>
                <c:pt idx="77">
                  <c:v>0.4725</c:v>
                </c:pt>
                <c:pt idx="78">
                  <c:v>0.4999</c:v>
                </c:pt>
                <c:pt idx="79">
                  <c:v>0.4999</c:v>
                </c:pt>
                <c:pt idx="80">
                  <c:v>0.4999</c:v>
                </c:pt>
                <c:pt idx="81">
                  <c:v>0.4999</c:v>
                </c:pt>
                <c:pt idx="82">
                  <c:v>0.4999</c:v>
                </c:pt>
                <c:pt idx="83">
                  <c:v>0.4999</c:v>
                </c:pt>
                <c:pt idx="84">
                  <c:v>0.5273</c:v>
                </c:pt>
                <c:pt idx="85">
                  <c:v>0.5273</c:v>
                </c:pt>
                <c:pt idx="86">
                  <c:v>0.5273</c:v>
                </c:pt>
                <c:pt idx="87">
                  <c:v>0.5273</c:v>
                </c:pt>
                <c:pt idx="88">
                  <c:v>0.5273</c:v>
                </c:pt>
                <c:pt idx="89">
                  <c:v>0.5273</c:v>
                </c:pt>
                <c:pt idx="90">
                  <c:v>0.5547</c:v>
                </c:pt>
                <c:pt idx="91">
                  <c:v>0.5547</c:v>
                </c:pt>
                <c:pt idx="92">
                  <c:v>0.5547</c:v>
                </c:pt>
                <c:pt idx="93">
                  <c:v>0.5547</c:v>
                </c:pt>
                <c:pt idx="94">
                  <c:v>0.5547</c:v>
                </c:pt>
                <c:pt idx="95">
                  <c:v>0.5547</c:v>
                </c:pt>
                <c:pt idx="96">
                  <c:v>0.5821</c:v>
                </c:pt>
                <c:pt idx="97">
                  <c:v>0.5821</c:v>
                </c:pt>
                <c:pt idx="98">
                  <c:v>0.5821</c:v>
                </c:pt>
                <c:pt idx="99">
                  <c:v>0.5821</c:v>
                </c:pt>
                <c:pt idx="100">
                  <c:v>0.5821</c:v>
                </c:pt>
                <c:pt idx="101">
                  <c:v>0.5821</c:v>
                </c:pt>
                <c:pt idx="102">
                  <c:v>0.6095</c:v>
                </c:pt>
                <c:pt idx="103">
                  <c:v>0.6095</c:v>
                </c:pt>
                <c:pt idx="104">
                  <c:v>0.6095</c:v>
                </c:pt>
                <c:pt idx="105">
                  <c:v>0.6095</c:v>
                </c:pt>
                <c:pt idx="106">
                  <c:v>0.6095</c:v>
                </c:pt>
                <c:pt idx="107">
                  <c:v>0.6095</c:v>
                </c:pt>
                <c:pt idx="108">
                  <c:v>0.6369</c:v>
                </c:pt>
                <c:pt idx="109">
                  <c:v>0.6369</c:v>
                </c:pt>
                <c:pt idx="110">
                  <c:v>0.6369</c:v>
                </c:pt>
                <c:pt idx="111">
                  <c:v>0.6369</c:v>
                </c:pt>
                <c:pt idx="112">
                  <c:v>0.6369</c:v>
                </c:pt>
                <c:pt idx="113">
                  <c:v>0.6369</c:v>
                </c:pt>
                <c:pt idx="114">
                  <c:v>0.6643</c:v>
                </c:pt>
                <c:pt idx="115">
                  <c:v>0.6643</c:v>
                </c:pt>
                <c:pt idx="116">
                  <c:v>0.6643</c:v>
                </c:pt>
                <c:pt idx="117">
                  <c:v>0.6643</c:v>
                </c:pt>
                <c:pt idx="118">
                  <c:v>0.6643</c:v>
                </c:pt>
                <c:pt idx="119">
                  <c:v>0.6643</c:v>
                </c:pt>
                <c:pt idx="120">
                  <c:v>0.6917</c:v>
                </c:pt>
                <c:pt idx="121">
                  <c:v>0.6917</c:v>
                </c:pt>
                <c:pt idx="122">
                  <c:v>0.6917</c:v>
                </c:pt>
                <c:pt idx="123">
                  <c:v>0.6917</c:v>
                </c:pt>
                <c:pt idx="124">
                  <c:v>0.6917</c:v>
                </c:pt>
                <c:pt idx="125">
                  <c:v>0.6917</c:v>
                </c:pt>
                <c:pt idx="126">
                  <c:v>0.7191</c:v>
                </c:pt>
                <c:pt idx="127">
                  <c:v>0.7191</c:v>
                </c:pt>
                <c:pt idx="128">
                  <c:v>0.7191</c:v>
                </c:pt>
                <c:pt idx="129">
                  <c:v>0.7191</c:v>
                </c:pt>
                <c:pt idx="130">
                  <c:v>0.7191</c:v>
                </c:pt>
                <c:pt idx="131">
                  <c:v>0.7191</c:v>
                </c:pt>
                <c:pt idx="132">
                  <c:v>0.7465</c:v>
                </c:pt>
                <c:pt idx="133">
                  <c:v>0.7465</c:v>
                </c:pt>
                <c:pt idx="134">
                  <c:v>0.7465</c:v>
                </c:pt>
                <c:pt idx="135">
                  <c:v>0.7465</c:v>
                </c:pt>
                <c:pt idx="136">
                  <c:v>0.7465</c:v>
                </c:pt>
                <c:pt idx="137">
                  <c:v>0.7465</c:v>
                </c:pt>
                <c:pt idx="138">
                  <c:v>0.7739</c:v>
                </c:pt>
                <c:pt idx="139">
                  <c:v>0.7739</c:v>
                </c:pt>
                <c:pt idx="140">
                  <c:v>0.7739</c:v>
                </c:pt>
                <c:pt idx="141">
                  <c:v>0.7739</c:v>
                </c:pt>
                <c:pt idx="142">
                  <c:v>0.7739</c:v>
                </c:pt>
                <c:pt idx="143">
                  <c:v>0.7739</c:v>
                </c:pt>
                <c:pt idx="144">
                  <c:v>0.8013</c:v>
                </c:pt>
                <c:pt idx="145">
                  <c:v>0.8013</c:v>
                </c:pt>
                <c:pt idx="146">
                  <c:v>0.8013</c:v>
                </c:pt>
                <c:pt idx="147">
                  <c:v>0.8013</c:v>
                </c:pt>
                <c:pt idx="148">
                  <c:v>0.8013</c:v>
                </c:pt>
                <c:pt idx="149">
                  <c:v>0.8013</c:v>
                </c:pt>
              </c:numCache>
            </c:numRef>
          </c:xVal>
          <c:yVal>
            <c:numRef>
              <c:f>'Chart Data'!$B$2:$B$151</c:f>
              <c:numCache>
                <c:formatCode>General</c:formatCode>
                <c:ptCount val="150"/>
                <c:pt idx="0">
                  <c:v>0.0983140237308</c:v>
                </c:pt>
                <c:pt idx="1">
                  <c:v>0.0983140237308</c:v>
                </c:pt>
                <c:pt idx="2">
                  <c:v>0.0983140237308</c:v>
                </c:pt>
                <c:pt idx="3">
                  <c:v>0.0983140237308</c:v>
                </c:pt>
                <c:pt idx="4">
                  <c:v>0.0983140237308</c:v>
                </c:pt>
                <c:pt idx="5">
                  <c:v>0.0983140237308</c:v>
                </c:pt>
                <c:pt idx="6">
                  <c:v>0.207551827876</c:v>
                </c:pt>
                <c:pt idx="7">
                  <c:v>0.207551827876</c:v>
                </c:pt>
                <c:pt idx="8">
                  <c:v>0.207551827876</c:v>
                </c:pt>
                <c:pt idx="9">
                  <c:v>0.207551827876</c:v>
                </c:pt>
                <c:pt idx="10">
                  <c:v>0.207551827876</c:v>
                </c:pt>
                <c:pt idx="11">
                  <c:v>0.207551827876</c:v>
                </c:pt>
                <c:pt idx="12">
                  <c:v>0.273094510363</c:v>
                </c:pt>
                <c:pt idx="13">
                  <c:v>0.273094510363</c:v>
                </c:pt>
                <c:pt idx="14">
                  <c:v>0.273094510363</c:v>
                </c:pt>
                <c:pt idx="15">
                  <c:v>0.273094510363</c:v>
                </c:pt>
                <c:pt idx="16">
                  <c:v>0.273094510363</c:v>
                </c:pt>
                <c:pt idx="17">
                  <c:v>0.273094510363</c:v>
                </c:pt>
                <c:pt idx="18">
                  <c:v>0.152932925803</c:v>
                </c:pt>
                <c:pt idx="19">
                  <c:v>0.152932925803</c:v>
                </c:pt>
                <c:pt idx="20">
                  <c:v>0.152932925803</c:v>
                </c:pt>
                <c:pt idx="21">
                  <c:v>0.152932925803</c:v>
                </c:pt>
                <c:pt idx="22">
                  <c:v>0.152932925803</c:v>
                </c:pt>
                <c:pt idx="23">
                  <c:v>0.152932925803</c:v>
                </c:pt>
                <c:pt idx="24">
                  <c:v>0.426027436167</c:v>
                </c:pt>
                <c:pt idx="25">
                  <c:v>0.426027436167</c:v>
                </c:pt>
                <c:pt idx="26">
                  <c:v>0.426027436167</c:v>
                </c:pt>
                <c:pt idx="27">
                  <c:v>0.426027436167</c:v>
                </c:pt>
                <c:pt idx="28">
                  <c:v>0.426027436167</c:v>
                </c:pt>
                <c:pt idx="29">
                  <c:v>0.426027436167</c:v>
                </c:pt>
                <c:pt idx="30">
                  <c:v>0.557112801141</c:v>
                </c:pt>
                <c:pt idx="31">
                  <c:v>0.557112801141</c:v>
                </c:pt>
                <c:pt idx="32">
                  <c:v>0.557112801141</c:v>
                </c:pt>
                <c:pt idx="33">
                  <c:v>0.557112801141</c:v>
                </c:pt>
                <c:pt idx="34">
                  <c:v>0.557112801141</c:v>
                </c:pt>
                <c:pt idx="35">
                  <c:v>0.557112801141</c:v>
                </c:pt>
                <c:pt idx="36">
                  <c:v>0.753740848603</c:v>
                </c:pt>
                <c:pt idx="37">
                  <c:v>0.753740848603</c:v>
                </c:pt>
                <c:pt idx="38">
                  <c:v>0.753740848603</c:v>
                </c:pt>
                <c:pt idx="39">
                  <c:v>0.753740848603</c:v>
                </c:pt>
                <c:pt idx="40">
                  <c:v>0.753740848603</c:v>
                </c:pt>
                <c:pt idx="41">
                  <c:v>0.753740848603</c:v>
                </c:pt>
                <c:pt idx="42">
                  <c:v>0.764664629017</c:v>
                </c:pt>
                <c:pt idx="43">
                  <c:v>0.764664629017</c:v>
                </c:pt>
                <c:pt idx="44">
                  <c:v>0.764664629017</c:v>
                </c:pt>
                <c:pt idx="45">
                  <c:v>0.764664629017</c:v>
                </c:pt>
                <c:pt idx="46">
                  <c:v>0.764664629017</c:v>
                </c:pt>
                <c:pt idx="47">
                  <c:v>0.764664629017</c:v>
                </c:pt>
                <c:pt idx="48">
                  <c:v>1.55117681886</c:v>
                </c:pt>
                <c:pt idx="49">
                  <c:v>1.55117681886</c:v>
                </c:pt>
                <c:pt idx="50">
                  <c:v>1.55117681886</c:v>
                </c:pt>
                <c:pt idx="51">
                  <c:v>1.55117681886</c:v>
                </c:pt>
                <c:pt idx="52">
                  <c:v>1.55117681886</c:v>
                </c:pt>
                <c:pt idx="53">
                  <c:v>1.55117681886</c:v>
                </c:pt>
                <c:pt idx="54">
                  <c:v>1.21253962601</c:v>
                </c:pt>
                <c:pt idx="55">
                  <c:v>1.21253962601</c:v>
                </c:pt>
                <c:pt idx="56">
                  <c:v>1.21253962601</c:v>
                </c:pt>
                <c:pt idx="57">
                  <c:v>1.21253962601</c:v>
                </c:pt>
                <c:pt idx="58">
                  <c:v>1.21253962601</c:v>
                </c:pt>
                <c:pt idx="59">
                  <c:v>1.21253962601</c:v>
                </c:pt>
                <c:pt idx="60">
                  <c:v>1.68226218384</c:v>
                </c:pt>
                <c:pt idx="61">
                  <c:v>1.68226218384</c:v>
                </c:pt>
                <c:pt idx="62">
                  <c:v>1.68226218384</c:v>
                </c:pt>
                <c:pt idx="63">
                  <c:v>1.68226218384</c:v>
                </c:pt>
                <c:pt idx="64">
                  <c:v>1.68226218384</c:v>
                </c:pt>
                <c:pt idx="65">
                  <c:v>1.68226218384</c:v>
                </c:pt>
                <c:pt idx="66">
                  <c:v>1.99905181586</c:v>
                </c:pt>
                <c:pt idx="67">
                  <c:v>1.99905181586</c:v>
                </c:pt>
                <c:pt idx="68">
                  <c:v>1.99905181586</c:v>
                </c:pt>
                <c:pt idx="69">
                  <c:v>1.99905181586</c:v>
                </c:pt>
                <c:pt idx="70">
                  <c:v>1.99905181586</c:v>
                </c:pt>
                <c:pt idx="71">
                  <c:v>1.99905181586</c:v>
                </c:pt>
                <c:pt idx="72">
                  <c:v>2.68724998198</c:v>
                </c:pt>
                <c:pt idx="73">
                  <c:v>2.68724998198</c:v>
                </c:pt>
                <c:pt idx="74">
                  <c:v>2.68724998198</c:v>
                </c:pt>
                <c:pt idx="75">
                  <c:v>2.68724998198</c:v>
                </c:pt>
                <c:pt idx="76">
                  <c:v>2.68724998198</c:v>
                </c:pt>
                <c:pt idx="77">
                  <c:v>2.68724998198</c:v>
                </c:pt>
                <c:pt idx="78">
                  <c:v>2.4796981541</c:v>
                </c:pt>
                <c:pt idx="79">
                  <c:v>2.4796981541</c:v>
                </c:pt>
                <c:pt idx="80">
                  <c:v>2.4796981541</c:v>
                </c:pt>
                <c:pt idx="81">
                  <c:v>2.4796981541</c:v>
                </c:pt>
                <c:pt idx="82">
                  <c:v>2.4796981541</c:v>
                </c:pt>
                <c:pt idx="83">
                  <c:v>2.4796981541</c:v>
                </c:pt>
                <c:pt idx="84">
                  <c:v>3.3099054656</c:v>
                </c:pt>
                <c:pt idx="85">
                  <c:v>3.3099054656</c:v>
                </c:pt>
                <c:pt idx="86">
                  <c:v>3.3099054656</c:v>
                </c:pt>
                <c:pt idx="87">
                  <c:v>3.3099054656</c:v>
                </c:pt>
                <c:pt idx="88">
                  <c:v>3.3099054656</c:v>
                </c:pt>
                <c:pt idx="89">
                  <c:v>3.3099054656</c:v>
                </c:pt>
                <c:pt idx="90">
                  <c:v>2.86203046861</c:v>
                </c:pt>
                <c:pt idx="91">
                  <c:v>2.86203046861</c:v>
                </c:pt>
                <c:pt idx="92">
                  <c:v>2.86203046861</c:v>
                </c:pt>
                <c:pt idx="93">
                  <c:v>2.86203046861</c:v>
                </c:pt>
                <c:pt idx="94">
                  <c:v>2.86203046861</c:v>
                </c:pt>
                <c:pt idx="95">
                  <c:v>2.86203046861</c:v>
                </c:pt>
                <c:pt idx="96">
                  <c:v>4.10734143587</c:v>
                </c:pt>
                <c:pt idx="97">
                  <c:v>4.10734143587</c:v>
                </c:pt>
                <c:pt idx="98">
                  <c:v>4.10734143587</c:v>
                </c:pt>
                <c:pt idx="99">
                  <c:v>4.10734143587</c:v>
                </c:pt>
                <c:pt idx="100">
                  <c:v>4.10734143587</c:v>
                </c:pt>
                <c:pt idx="101">
                  <c:v>4.10734143587</c:v>
                </c:pt>
                <c:pt idx="102">
                  <c:v>3.26621034395</c:v>
                </c:pt>
                <c:pt idx="103">
                  <c:v>3.26621034395</c:v>
                </c:pt>
                <c:pt idx="104">
                  <c:v>3.26621034395</c:v>
                </c:pt>
                <c:pt idx="105">
                  <c:v>3.26621034395</c:v>
                </c:pt>
                <c:pt idx="106">
                  <c:v>3.26621034395</c:v>
                </c:pt>
                <c:pt idx="107">
                  <c:v>3.26621034395</c:v>
                </c:pt>
                <c:pt idx="108">
                  <c:v>3.93256094923</c:v>
                </c:pt>
                <c:pt idx="109">
                  <c:v>3.93256094923</c:v>
                </c:pt>
                <c:pt idx="110">
                  <c:v>3.93256094923</c:v>
                </c:pt>
                <c:pt idx="111">
                  <c:v>3.93256094923</c:v>
                </c:pt>
                <c:pt idx="112">
                  <c:v>3.93256094923</c:v>
                </c:pt>
                <c:pt idx="113">
                  <c:v>3.93256094923</c:v>
                </c:pt>
                <c:pt idx="114">
                  <c:v>1.81334754881</c:v>
                </c:pt>
                <c:pt idx="115">
                  <c:v>1.81334754881</c:v>
                </c:pt>
                <c:pt idx="116">
                  <c:v>1.81334754881</c:v>
                </c:pt>
                <c:pt idx="117">
                  <c:v>1.81334754881</c:v>
                </c:pt>
                <c:pt idx="118">
                  <c:v>1.81334754881</c:v>
                </c:pt>
                <c:pt idx="119">
                  <c:v>1.81334754881</c:v>
                </c:pt>
                <c:pt idx="120">
                  <c:v>1.22346340643</c:v>
                </c:pt>
                <c:pt idx="121">
                  <c:v>1.22346340643</c:v>
                </c:pt>
                <c:pt idx="122">
                  <c:v>1.22346340643</c:v>
                </c:pt>
                <c:pt idx="123">
                  <c:v>1.22346340643</c:v>
                </c:pt>
                <c:pt idx="124">
                  <c:v>1.22346340643</c:v>
                </c:pt>
                <c:pt idx="125">
                  <c:v>1.22346340643</c:v>
                </c:pt>
                <c:pt idx="126">
                  <c:v>0.720969507359</c:v>
                </c:pt>
                <c:pt idx="127">
                  <c:v>0.720969507359</c:v>
                </c:pt>
                <c:pt idx="128">
                  <c:v>0.720969507359</c:v>
                </c:pt>
                <c:pt idx="129">
                  <c:v>0.720969507359</c:v>
                </c:pt>
                <c:pt idx="130">
                  <c:v>0.720969507359</c:v>
                </c:pt>
                <c:pt idx="131">
                  <c:v>0.720969507359</c:v>
                </c:pt>
                <c:pt idx="132">
                  <c:v>0.305865851607</c:v>
                </c:pt>
                <c:pt idx="133">
                  <c:v>0.305865851607</c:v>
                </c:pt>
                <c:pt idx="134">
                  <c:v>0.305865851607</c:v>
                </c:pt>
                <c:pt idx="135">
                  <c:v>0.305865851607</c:v>
                </c:pt>
                <c:pt idx="136">
                  <c:v>0.305865851607</c:v>
                </c:pt>
                <c:pt idx="137">
                  <c:v>0.305865851607</c:v>
                </c:pt>
                <c:pt idx="138">
                  <c:v>0.0873902433163</c:v>
                </c:pt>
                <c:pt idx="139">
                  <c:v>0.0873902433163</c:v>
                </c:pt>
                <c:pt idx="140">
                  <c:v>0.0873902433163</c:v>
                </c:pt>
                <c:pt idx="141">
                  <c:v>0.0873902433163</c:v>
                </c:pt>
                <c:pt idx="142">
                  <c:v>0.0873902433163</c:v>
                </c:pt>
                <c:pt idx="143">
                  <c:v>0.0873902433163</c:v>
                </c:pt>
                <c:pt idx="144">
                  <c:v>0.0218475608291</c:v>
                </c:pt>
                <c:pt idx="145">
                  <c:v>0.0218475608291</c:v>
                </c:pt>
                <c:pt idx="146">
                  <c:v>0.0218475608291</c:v>
                </c:pt>
                <c:pt idx="147">
                  <c:v>0.0218475608291</c:v>
                </c:pt>
                <c:pt idx="148">
                  <c:v>0.0218475608291</c:v>
                </c:pt>
                <c:pt idx="149">
                  <c:v>0.0218475608291</c:v>
                </c:pt>
              </c:numCache>
            </c:numRef>
          </c:yVal>
        </c:ser>
        <c:ser>
          <c:idx val="1"/>
          <c:order val="1"/>
          <c:tx>
            <c:v>Fitted Normal</c:v>
          </c:tx>
          <c:spPr>
            <a:solidFill xmlns:a="http://schemas.openxmlformats.org/drawingml/2006/main">
              <a:srgbClr val="CC3311"/>
            </a:solidFill>
            <a:ln xmlns:a="http://schemas.openxmlformats.org/drawingml/2006/main" w="19050">
              <a:solidFill>
                <a:srgbClr val="CC3311"/>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EE7733"/>
            </a:solidFill>
            <a:ln xmlns:a="http://schemas.openxmlformats.org/drawingml/2006/main" w="19050">
              <a:solidFill>
                <a:srgbClr val="EE7733"/>
              </a:solidFill>
              <a:prstDash val="solid"/>
            </a:ln>
          </c:spPr>
          <c:marker>
            <c:symbol val="none"/>
          </c:marker>
          <c:xVal>
            <c:numRef>
              <c:f>'Chart Data'!$A$2:$A$151</c:f>
              <c:numCache>
                <c:formatCode>General</c:formatCode>
                <c:ptCount val="150"/>
                <c:pt idx="0">
                  <c:v>0.0668</c:v>
                </c:pt>
                <c:pt idx="1">
                  <c:v>0.0668</c:v>
                </c:pt>
                <c:pt idx="2">
                  <c:v>0.0668</c:v>
                </c:pt>
                <c:pt idx="3">
                  <c:v>0.0668</c:v>
                </c:pt>
                <c:pt idx="4">
                  <c:v>0.0668</c:v>
                </c:pt>
                <c:pt idx="5">
                  <c:v>0.0668</c:v>
                </c:pt>
                <c:pt idx="6">
                  <c:v>0.1794</c:v>
                </c:pt>
                <c:pt idx="7">
                  <c:v>0.1794</c:v>
                </c:pt>
                <c:pt idx="8">
                  <c:v>0.1794</c:v>
                </c:pt>
                <c:pt idx="9">
                  <c:v>0.1794</c:v>
                </c:pt>
                <c:pt idx="10">
                  <c:v>0.1794</c:v>
                </c:pt>
                <c:pt idx="11">
                  <c:v>0.1794</c:v>
                </c:pt>
                <c:pt idx="12">
                  <c:v>0.292</c:v>
                </c:pt>
                <c:pt idx="13">
                  <c:v>0.292</c:v>
                </c:pt>
                <c:pt idx="14">
                  <c:v>0.292</c:v>
                </c:pt>
                <c:pt idx="15">
                  <c:v>0.292</c:v>
                </c:pt>
                <c:pt idx="16">
                  <c:v>0.292</c:v>
                </c:pt>
                <c:pt idx="17">
                  <c:v>0.292</c:v>
                </c:pt>
                <c:pt idx="18">
                  <c:v>0.4046</c:v>
                </c:pt>
                <c:pt idx="19">
                  <c:v>0.4046</c:v>
                </c:pt>
                <c:pt idx="20">
                  <c:v>0.4046</c:v>
                </c:pt>
                <c:pt idx="21">
                  <c:v>0.4046</c:v>
                </c:pt>
                <c:pt idx="22">
                  <c:v>0.4046</c:v>
                </c:pt>
                <c:pt idx="23">
                  <c:v>0.4046</c:v>
                </c:pt>
                <c:pt idx="24">
                  <c:v>0.5172</c:v>
                </c:pt>
                <c:pt idx="25">
                  <c:v>0.5172</c:v>
                </c:pt>
                <c:pt idx="26">
                  <c:v>0.5172</c:v>
                </c:pt>
                <c:pt idx="27">
                  <c:v>0.5172</c:v>
                </c:pt>
                <c:pt idx="28">
                  <c:v>0.5172</c:v>
                </c:pt>
                <c:pt idx="29">
                  <c:v>0.5172</c:v>
                </c:pt>
                <c:pt idx="30">
                  <c:v>0.6298</c:v>
                </c:pt>
                <c:pt idx="31">
                  <c:v>0.6298</c:v>
                </c:pt>
                <c:pt idx="32">
                  <c:v>0.6298</c:v>
                </c:pt>
                <c:pt idx="33">
                  <c:v>0.6298</c:v>
                </c:pt>
                <c:pt idx="34">
                  <c:v>0.6298</c:v>
                </c:pt>
                <c:pt idx="35">
                  <c:v>0.6298</c:v>
                </c:pt>
                <c:pt idx="36">
                  <c:v>0.7424</c:v>
                </c:pt>
                <c:pt idx="37">
                  <c:v>0.7424</c:v>
                </c:pt>
                <c:pt idx="38">
                  <c:v>0.7424</c:v>
                </c:pt>
                <c:pt idx="39">
                  <c:v>0.7424</c:v>
                </c:pt>
                <c:pt idx="40">
                  <c:v>0.7424</c:v>
                </c:pt>
                <c:pt idx="41">
                  <c:v>0.7424</c:v>
                </c:pt>
                <c:pt idx="42">
                  <c:v>0.855</c:v>
                </c:pt>
                <c:pt idx="43">
                  <c:v>0.855</c:v>
                </c:pt>
                <c:pt idx="44">
                  <c:v>0.855</c:v>
                </c:pt>
                <c:pt idx="45">
                  <c:v>0.855</c:v>
                </c:pt>
                <c:pt idx="46">
                  <c:v>0.855</c:v>
                </c:pt>
                <c:pt idx="47">
                  <c:v>0.855</c:v>
                </c:pt>
                <c:pt idx="48">
                  <c:v>0.9676</c:v>
                </c:pt>
                <c:pt idx="49">
                  <c:v>0.9676</c:v>
                </c:pt>
                <c:pt idx="50">
                  <c:v>0.9676</c:v>
                </c:pt>
                <c:pt idx="51">
                  <c:v>0.9676</c:v>
                </c:pt>
                <c:pt idx="52">
                  <c:v>0.9676</c:v>
                </c:pt>
                <c:pt idx="53">
                  <c:v>0.9676</c:v>
                </c:pt>
                <c:pt idx="54">
                  <c:v>1.0802</c:v>
                </c:pt>
                <c:pt idx="55">
                  <c:v>1.0802</c:v>
                </c:pt>
                <c:pt idx="56">
                  <c:v>1.0802</c:v>
                </c:pt>
                <c:pt idx="57">
                  <c:v>1.0802</c:v>
                </c:pt>
                <c:pt idx="58">
                  <c:v>1.0802</c:v>
                </c:pt>
                <c:pt idx="59">
                  <c:v>1.0802</c:v>
                </c:pt>
                <c:pt idx="60">
                  <c:v>1.1928</c:v>
                </c:pt>
                <c:pt idx="61">
                  <c:v>1.1928</c:v>
                </c:pt>
                <c:pt idx="62">
                  <c:v>1.1928</c:v>
                </c:pt>
                <c:pt idx="63">
                  <c:v>1.1928</c:v>
                </c:pt>
                <c:pt idx="64">
                  <c:v>1.1928</c:v>
                </c:pt>
                <c:pt idx="65">
                  <c:v>1.1928</c:v>
                </c:pt>
                <c:pt idx="66">
                  <c:v>1.3054</c:v>
                </c:pt>
                <c:pt idx="67">
                  <c:v>1.3054</c:v>
                </c:pt>
                <c:pt idx="68">
                  <c:v>1.3054</c:v>
                </c:pt>
                <c:pt idx="69">
                  <c:v>1.3054</c:v>
                </c:pt>
                <c:pt idx="70">
                  <c:v>1.3054</c:v>
                </c:pt>
                <c:pt idx="71">
                  <c:v>1.3054</c:v>
                </c:pt>
                <c:pt idx="72">
                  <c:v>1.418</c:v>
                </c:pt>
                <c:pt idx="73">
                  <c:v>1.418</c:v>
                </c:pt>
                <c:pt idx="74">
                  <c:v>1.418</c:v>
                </c:pt>
                <c:pt idx="75">
                  <c:v>1.418</c:v>
                </c:pt>
                <c:pt idx="76">
                  <c:v>1.418</c:v>
                </c:pt>
                <c:pt idx="77">
                  <c:v>1.418</c:v>
                </c:pt>
                <c:pt idx="78">
                  <c:v>1.5306</c:v>
                </c:pt>
                <c:pt idx="79">
                  <c:v>1.5306</c:v>
                </c:pt>
                <c:pt idx="80">
                  <c:v>1.5306</c:v>
                </c:pt>
                <c:pt idx="81">
                  <c:v>1.5306</c:v>
                </c:pt>
                <c:pt idx="82">
                  <c:v>1.5306</c:v>
                </c:pt>
                <c:pt idx="83">
                  <c:v>1.5306</c:v>
                </c:pt>
                <c:pt idx="84">
                  <c:v>1.6432</c:v>
                </c:pt>
                <c:pt idx="85">
                  <c:v>1.6432</c:v>
                </c:pt>
                <c:pt idx="86">
                  <c:v>1.6432</c:v>
                </c:pt>
                <c:pt idx="87">
                  <c:v>1.6432</c:v>
                </c:pt>
                <c:pt idx="88">
                  <c:v>1.6432</c:v>
                </c:pt>
                <c:pt idx="89">
                  <c:v>1.6432</c:v>
                </c:pt>
                <c:pt idx="90">
                  <c:v>1.7558</c:v>
                </c:pt>
                <c:pt idx="91">
                  <c:v>1.7558</c:v>
                </c:pt>
                <c:pt idx="92">
                  <c:v>1.7558</c:v>
                </c:pt>
                <c:pt idx="93">
                  <c:v>1.7558</c:v>
                </c:pt>
                <c:pt idx="94">
                  <c:v>1.7558</c:v>
                </c:pt>
                <c:pt idx="95">
                  <c:v>1.7558</c:v>
                </c:pt>
                <c:pt idx="96">
                  <c:v>1.8684</c:v>
                </c:pt>
                <c:pt idx="97">
                  <c:v>1.8684</c:v>
                </c:pt>
                <c:pt idx="98">
                  <c:v>1.8684</c:v>
                </c:pt>
                <c:pt idx="99">
                  <c:v>1.8684</c:v>
                </c:pt>
                <c:pt idx="100">
                  <c:v>1.8684</c:v>
                </c:pt>
                <c:pt idx="101">
                  <c:v>1.8684</c:v>
                </c:pt>
                <c:pt idx="102">
                  <c:v>1.981</c:v>
                </c:pt>
                <c:pt idx="103">
                  <c:v>1.981</c:v>
                </c:pt>
                <c:pt idx="104">
                  <c:v>1.981</c:v>
                </c:pt>
                <c:pt idx="105">
                  <c:v>1.981</c:v>
                </c:pt>
                <c:pt idx="106">
                  <c:v>1.981</c:v>
                </c:pt>
                <c:pt idx="107">
                  <c:v>1.981</c:v>
                </c:pt>
                <c:pt idx="108">
                  <c:v>2.0936</c:v>
                </c:pt>
                <c:pt idx="109">
                  <c:v>2.0936</c:v>
                </c:pt>
                <c:pt idx="110">
                  <c:v>2.0936</c:v>
                </c:pt>
                <c:pt idx="111">
                  <c:v>2.0936</c:v>
                </c:pt>
                <c:pt idx="112">
                  <c:v>2.0936</c:v>
                </c:pt>
                <c:pt idx="113">
                  <c:v>2.0936</c:v>
                </c:pt>
                <c:pt idx="114">
                  <c:v>2.2062</c:v>
                </c:pt>
                <c:pt idx="115">
                  <c:v>2.2062</c:v>
                </c:pt>
                <c:pt idx="116">
                  <c:v>2.2062</c:v>
                </c:pt>
                <c:pt idx="117">
                  <c:v>2.2062</c:v>
                </c:pt>
                <c:pt idx="118">
                  <c:v>2.2062</c:v>
                </c:pt>
                <c:pt idx="119">
                  <c:v>2.2062</c:v>
                </c:pt>
                <c:pt idx="120">
                  <c:v>2.3188</c:v>
                </c:pt>
                <c:pt idx="121">
                  <c:v>2.3188</c:v>
                </c:pt>
                <c:pt idx="122">
                  <c:v>2.3188</c:v>
                </c:pt>
                <c:pt idx="123">
                  <c:v>2.3188</c:v>
                </c:pt>
                <c:pt idx="124">
                  <c:v>2.3188</c:v>
                </c:pt>
                <c:pt idx="125">
                  <c:v>2.3188</c:v>
                </c:pt>
                <c:pt idx="126">
                  <c:v>2.4314</c:v>
                </c:pt>
                <c:pt idx="127">
                  <c:v>2.4314</c:v>
                </c:pt>
                <c:pt idx="128">
                  <c:v>2.4314</c:v>
                </c:pt>
                <c:pt idx="129">
                  <c:v>2.4314</c:v>
                </c:pt>
                <c:pt idx="130">
                  <c:v>2.4314</c:v>
                </c:pt>
                <c:pt idx="131">
                  <c:v>2.4314</c:v>
                </c:pt>
                <c:pt idx="132">
                  <c:v>2.544</c:v>
                </c:pt>
                <c:pt idx="133">
                  <c:v>2.544</c:v>
                </c:pt>
                <c:pt idx="134">
                  <c:v>2.544</c:v>
                </c:pt>
                <c:pt idx="135">
                  <c:v>2.544</c:v>
                </c:pt>
                <c:pt idx="136">
                  <c:v>2.544</c:v>
                </c:pt>
                <c:pt idx="137">
                  <c:v>2.544</c:v>
                </c:pt>
                <c:pt idx="138">
                  <c:v>2.6566</c:v>
                </c:pt>
                <c:pt idx="139">
                  <c:v>2.6566</c:v>
                </c:pt>
                <c:pt idx="140">
                  <c:v>2.6566</c:v>
                </c:pt>
                <c:pt idx="141">
                  <c:v>2.6566</c:v>
                </c:pt>
                <c:pt idx="142">
                  <c:v>2.6566</c:v>
                </c:pt>
                <c:pt idx="143">
                  <c:v>2.6566</c:v>
                </c:pt>
                <c:pt idx="144">
                  <c:v>2.7692</c:v>
                </c:pt>
                <c:pt idx="145">
                  <c:v>2.7692</c:v>
                </c:pt>
                <c:pt idx="146">
                  <c:v>2.7692</c:v>
                </c:pt>
                <c:pt idx="147">
                  <c:v>2.7692</c:v>
                </c:pt>
                <c:pt idx="148">
                  <c:v>2.7692</c:v>
                </c:pt>
                <c:pt idx="149">
                  <c:v>2.7692</c:v>
                </c:pt>
              </c:numCache>
            </c:numRef>
          </c:xVal>
          <c:yVal>
            <c:numRef>
              <c:f>'Chart Data'!$B$2:$B$151</c:f>
              <c:numCache>
                <c:formatCode>General</c:formatCode>
                <c:ptCount val="150"/>
                <c:pt idx="0">
                  <c:v>0.419993163149</c:v>
                </c:pt>
                <c:pt idx="1">
                  <c:v>0.419993163149</c:v>
                </c:pt>
                <c:pt idx="2">
                  <c:v>0.419993163149</c:v>
                </c:pt>
                <c:pt idx="3">
                  <c:v>0.419993163149</c:v>
                </c:pt>
                <c:pt idx="4">
                  <c:v>0.419993163149</c:v>
                </c:pt>
                <c:pt idx="5">
                  <c:v>0.419993163149</c:v>
                </c:pt>
                <c:pt idx="6">
                  <c:v>0.656571590493</c:v>
                </c:pt>
                <c:pt idx="7">
                  <c:v>0.656571590493</c:v>
                </c:pt>
                <c:pt idx="8">
                  <c:v>0.656571590493</c:v>
                </c:pt>
                <c:pt idx="9">
                  <c:v>0.656571590493</c:v>
                </c:pt>
                <c:pt idx="10">
                  <c:v>0.656571590493</c:v>
                </c:pt>
                <c:pt idx="11">
                  <c:v>0.656571590493</c:v>
                </c:pt>
                <c:pt idx="12">
                  <c:v>0.584800606917</c:v>
                </c:pt>
                <c:pt idx="13">
                  <c:v>0.584800606917</c:v>
                </c:pt>
                <c:pt idx="14">
                  <c:v>0.584800606917</c:v>
                </c:pt>
                <c:pt idx="15">
                  <c:v>0.584800606917</c:v>
                </c:pt>
                <c:pt idx="16">
                  <c:v>0.584800606917</c:v>
                </c:pt>
                <c:pt idx="17">
                  <c:v>0.584800606917</c:v>
                </c:pt>
                <c:pt idx="18">
                  <c:v>0.691127989992</c:v>
                </c:pt>
                <c:pt idx="19">
                  <c:v>0.691127989992</c:v>
                </c:pt>
                <c:pt idx="20">
                  <c:v>0.691127989992</c:v>
                </c:pt>
                <c:pt idx="21">
                  <c:v>0.691127989992</c:v>
                </c:pt>
                <c:pt idx="22">
                  <c:v>0.691127989992</c:v>
                </c:pt>
                <c:pt idx="23">
                  <c:v>0.691127989992</c:v>
                </c:pt>
                <c:pt idx="24">
                  <c:v>0.715051651185</c:v>
                </c:pt>
                <c:pt idx="25">
                  <c:v>0.715051651185</c:v>
                </c:pt>
                <c:pt idx="26">
                  <c:v>0.715051651185</c:v>
                </c:pt>
                <c:pt idx="27">
                  <c:v>0.715051651185</c:v>
                </c:pt>
                <c:pt idx="28">
                  <c:v>0.715051651185</c:v>
                </c:pt>
                <c:pt idx="29">
                  <c:v>0.715051651185</c:v>
                </c:pt>
                <c:pt idx="30">
                  <c:v>0.728342574069</c:v>
                </c:pt>
                <c:pt idx="31">
                  <c:v>0.728342574069</c:v>
                </c:pt>
                <c:pt idx="32">
                  <c:v>0.728342574069</c:v>
                </c:pt>
                <c:pt idx="33">
                  <c:v>0.728342574069</c:v>
                </c:pt>
                <c:pt idx="34">
                  <c:v>0.728342574069</c:v>
                </c:pt>
                <c:pt idx="35">
                  <c:v>0.728342574069</c:v>
                </c:pt>
                <c:pt idx="36">
                  <c:v>0.629989744724</c:v>
                </c:pt>
                <c:pt idx="37">
                  <c:v>0.629989744724</c:v>
                </c:pt>
                <c:pt idx="38">
                  <c:v>0.629989744724</c:v>
                </c:pt>
                <c:pt idx="39">
                  <c:v>0.629989744724</c:v>
                </c:pt>
                <c:pt idx="40">
                  <c:v>0.629989744724</c:v>
                </c:pt>
                <c:pt idx="41">
                  <c:v>0.629989744724</c:v>
                </c:pt>
                <c:pt idx="42">
                  <c:v>0.768215342722</c:v>
                </c:pt>
                <c:pt idx="43">
                  <c:v>0.768215342722</c:v>
                </c:pt>
                <c:pt idx="44">
                  <c:v>0.768215342722</c:v>
                </c:pt>
                <c:pt idx="45">
                  <c:v>0.768215342722</c:v>
                </c:pt>
                <c:pt idx="46">
                  <c:v>0.768215342722</c:v>
                </c:pt>
                <c:pt idx="47">
                  <c:v>0.768215342722</c:v>
                </c:pt>
                <c:pt idx="48">
                  <c:v>0.685811620839</c:v>
                </c:pt>
                <c:pt idx="49">
                  <c:v>0.685811620839</c:v>
                </c:pt>
                <c:pt idx="50">
                  <c:v>0.685811620839</c:v>
                </c:pt>
                <c:pt idx="51">
                  <c:v>0.685811620839</c:v>
                </c:pt>
                <c:pt idx="52">
                  <c:v>0.685811620839</c:v>
                </c:pt>
                <c:pt idx="53">
                  <c:v>0.685811620839</c:v>
                </c:pt>
                <c:pt idx="54">
                  <c:v>0.675178882531</c:v>
                </c:pt>
                <c:pt idx="55">
                  <c:v>0.675178882531</c:v>
                </c:pt>
                <c:pt idx="56">
                  <c:v>0.675178882531</c:v>
                </c:pt>
                <c:pt idx="57">
                  <c:v>0.675178882531</c:v>
                </c:pt>
                <c:pt idx="58">
                  <c:v>0.675178882531</c:v>
                </c:pt>
                <c:pt idx="59">
                  <c:v>0.675178882531</c:v>
                </c:pt>
                <c:pt idx="60">
                  <c:v>0.600749714378</c:v>
                </c:pt>
                <c:pt idx="61">
                  <c:v>0.600749714378</c:v>
                </c:pt>
                <c:pt idx="62">
                  <c:v>0.600749714378</c:v>
                </c:pt>
                <c:pt idx="63">
                  <c:v>0.600749714378</c:v>
                </c:pt>
                <c:pt idx="64">
                  <c:v>0.600749714378</c:v>
                </c:pt>
                <c:pt idx="65">
                  <c:v>0.600749714378</c:v>
                </c:pt>
                <c:pt idx="66">
                  <c:v>0.483789592995</c:v>
                </c:pt>
                <c:pt idx="67">
                  <c:v>0.483789592995</c:v>
                </c:pt>
                <c:pt idx="68">
                  <c:v>0.483789592995</c:v>
                </c:pt>
                <c:pt idx="69">
                  <c:v>0.483789592995</c:v>
                </c:pt>
                <c:pt idx="70">
                  <c:v>0.483789592995</c:v>
                </c:pt>
                <c:pt idx="71">
                  <c:v>0.483789592995</c:v>
                </c:pt>
                <c:pt idx="72">
                  <c:v>0.361513102458</c:v>
                </c:pt>
                <c:pt idx="73">
                  <c:v>0.361513102458</c:v>
                </c:pt>
                <c:pt idx="74">
                  <c:v>0.361513102458</c:v>
                </c:pt>
                <c:pt idx="75">
                  <c:v>0.361513102458</c:v>
                </c:pt>
                <c:pt idx="76">
                  <c:v>0.361513102458</c:v>
                </c:pt>
                <c:pt idx="77">
                  <c:v>0.361513102458</c:v>
                </c:pt>
                <c:pt idx="78">
                  <c:v>0.252527534805</c:v>
                </c:pt>
                <c:pt idx="79">
                  <c:v>0.252527534805</c:v>
                </c:pt>
                <c:pt idx="80">
                  <c:v>0.252527534805</c:v>
                </c:pt>
                <c:pt idx="81">
                  <c:v>0.252527534805</c:v>
                </c:pt>
                <c:pt idx="82">
                  <c:v>0.252527534805</c:v>
                </c:pt>
                <c:pt idx="83">
                  <c:v>0.252527534805</c:v>
                </c:pt>
                <c:pt idx="84">
                  <c:v>0.202022027844</c:v>
                </c:pt>
                <c:pt idx="85">
                  <c:v>0.202022027844</c:v>
                </c:pt>
                <c:pt idx="86">
                  <c:v>0.202022027844</c:v>
                </c:pt>
                <c:pt idx="87">
                  <c:v>0.202022027844</c:v>
                </c:pt>
                <c:pt idx="88">
                  <c:v>0.202022027844</c:v>
                </c:pt>
                <c:pt idx="89">
                  <c:v>0.202022027844</c:v>
                </c:pt>
                <c:pt idx="90">
                  <c:v>0.162149259191</c:v>
                </c:pt>
                <c:pt idx="91">
                  <c:v>0.162149259191</c:v>
                </c:pt>
                <c:pt idx="92">
                  <c:v>0.162149259191</c:v>
                </c:pt>
                <c:pt idx="93">
                  <c:v>0.162149259191</c:v>
                </c:pt>
                <c:pt idx="94">
                  <c:v>0.162149259191</c:v>
                </c:pt>
                <c:pt idx="95">
                  <c:v>0.162149259191</c:v>
                </c:pt>
                <c:pt idx="96">
                  <c:v>0.0637964298455</c:v>
                </c:pt>
                <c:pt idx="97">
                  <c:v>0.0637964298455</c:v>
                </c:pt>
                <c:pt idx="98">
                  <c:v>0.0637964298455</c:v>
                </c:pt>
                <c:pt idx="99">
                  <c:v>0.0637964298455</c:v>
                </c:pt>
                <c:pt idx="100">
                  <c:v>0.0637964298455</c:v>
                </c:pt>
                <c:pt idx="101">
                  <c:v>0.0637964298455</c:v>
                </c:pt>
                <c:pt idx="102">
                  <c:v>0.0664546144224</c:v>
                </c:pt>
                <c:pt idx="103">
                  <c:v>0.0664546144224</c:v>
                </c:pt>
                <c:pt idx="104">
                  <c:v>0.0664546144224</c:v>
                </c:pt>
                <c:pt idx="105">
                  <c:v>0.0664546144224</c:v>
                </c:pt>
                <c:pt idx="106">
                  <c:v>0.0664546144224</c:v>
                </c:pt>
                <c:pt idx="107">
                  <c:v>0.0664546144224</c:v>
                </c:pt>
                <c:pt idx="108">
                  <c:v>0.0451891378072</c:v>
                </c:pt>
                <c:pt idx="109">
                  <c:v>0.0451891378072</c:v>
                </c:pt>
                <c:pt idx="110">
                  <c:v>0.0451891378072</c:v>
                </c:pt>
                <c:pt idx="111">
                  <c:v>0.0451891378072</c:v>
                </c:pt>
                <c:pt idx="112">
                  <c:v>0.0451891378072</c:v>
                </c:pt>
                <c:pt idx="113">
                  <c:v>0.0451891378072</c:v>
                </c:pt>
                <c:pt idx="114">
                  <c:v>0.0372145840765</c:v>
                </c:pt>
                <c:pt idx="115">
                  <c:v>0.0372145840765</c:v>
                </c:pt>
                <c:pt idx="116">
                  <c:v>0.0372145840765</c:v>
                </c:pt>
                <c:pt idx="117">
                  <c:v>0.0372145840765</c:v>
                </c:pt>
                <c:pt idx="118">
                  <c:v>0.0372145840765</c:v>
                </c:pt>
                <c:pt idx="119">
                  <c:v>0.0372145840765</c:v>
                </c:pt>
                <c:pt idx="120">
                  <c:v>0.0159491074614</c:v>
                </c:pt>
                <c:pt idx="121">
                  <c:v>0.0159491074614</c:v>
                </c:pt>
                <c:pt idx="122">
                  <c:v>0.0159491074614</c:v>
                </c:pt>
                <c:pt idx="123">
                  <c:v>0.0159491074614</c:v>
                </c:pt>
                <c:pt idx="124">
                  <c:v>0.0159491074614</c:v>
                </c:pt>
                <c:pt idx="125">
                  <c:v>0.0159491074614</c:v>
                </c:pt>
                <c:pt idx="126">
                  <c:v>0.00797455373068</c:v>
                </c:pt>
                <c:pt idx="127">
                  <c:v>0.00797455373068</c:v>
                </c:pt>
                <c:pt idx="128">
                  <c:v>0.00797455373068</c:v>
                </c:pt>
                <c:pt idx="129">
                  <c:v>0.00797455373068</c:v>
                </c:pt>
                <c:pt idx="130">
                  <c:v>0.00797455373068</c:v>
                </c:pt>
                <c:pt idx="131">
                  <c:v>0.00797455373068</c:v>
                </c:pt>
                <c:pt idx="132">
                  <c:v>0.0186072920383</c:v>
                </c:pt>
                <c:pt idx="133">
                  <c:v>0.0186072920383</c:v>
                </c:pt>
                <c:pt idx="134">
                  <c:v>0.0186072920383</c:v>
                </c:pt>
                <c:pt idx="135">
                  <c:v>0.0186072920383</c:v>
                </c:pt>
                <c:pt idx="136">
                  <c:v>0.0186072920383</c:v>
                </c:pt>
                <c:pt idx="137">
                  <c:v>0.0186072920383</c:v>
                </c:pt>
                <c:pt idx="138">
                  <c:v>0.00265818457689</c:v>
                </c:pt>
                <c:pt idx="139">
                  <c:v>0.00265818457689</c:v>
                </c:pt>
                <c:pt idx="140">
                  <c:v>0.00265818457689</c:v>
                </c:pt>
                <c:pt idx="141">
                  <c:v>0.00265818457689</c:v>
                </c:pt>
                <c:pt idx="142">
                  <c:v>0.00265818457689</c:v>
                </c:pt>
                <c:pt idx="143">
                  <c:v>0.00265818457689</c:v>
                </c:pt>
                <c:pt idx="144">
                  <c:v>0.00531636915379</c:v>
                </c:pt>
                <c:pt idx="145">
                  <c:v>0.00531636915379</c:v>
                </c:pt>
                <c:pt idx="146">
                  <c:v>0.00531636915379</c:v>
                </c:pt>
                <c:pt idx="147">
                  <c:v>0.00531636915379</c:v>
                </c:pt>
                <c:pt idx="148">
                  <c:v>0.00531636915379</c:v>
                </c:pt>
                <c:pt idx="149">
                  <c:v>0.00531636915379</c:v>
                </c:pt>
              </c:numCache>
            </c:numRef>
          </c:yVal>
        </c:ser>
        <c:ser>
          <c:idx val="1"/>
          <c:order val="1"/>
          <c:tx>
            <c:v>Normal</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228833"/>
            </a:solidFill>
            <a:ln xmlns:a="http://schemas.openxmlformats.org/drawingml/2006/main" w="19050">
              <a:solidFill>
                <a:srgbClr val="228833"/>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4477AA"/>
            </a:solidFill>
            <a:ln xmlns:a="http://schemas.openxmlformats.org/drawingml/2006/main" w="0">
              <a:noFill/>
            </a:ln>
          </c:spPr>
          <c:marker>
            <c:symbol val="circle"/>
            <c:size val="5"/>
            <c:spPr>
              <a:solidFill xmlns:a="http://schemas.openxmlformats.org/drawingml/2006/main">
                <a:srgbClr val="4477AA"/>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4477AA"/>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EE7733"/>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98E81FB-C837-40EB-AEBE-33A089841F7D}"/>
              </a:ext>
            </a:extLst>
          </p:cNvPr>
          <p:cNvPicPr>
            <a:picLocks xmlns:a="http://schemas.openxmlformats.org/drawingml/2006/main" noChangeAspect="1"/>
          </p:cNvPicPr>
          <p:nvPr/>
        </p:nvPicPr>
        <p:blipFill>
          <a:blip xmlns:r="http://schemas.openxmlformats.org/officeDocument/2006/relationships" xmlns:a="http://schemas.openxmlformats.org/drawingml/2006/main" r:embed="R78e4dd47ce69443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6D9DFC7-0192-49AC-AA05-8D693EDED58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EFCFF607-37AD-4CDA-8183-F2CB27AF8F8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34E9EC79-FE87-4B9B-8E22-C87FE1E5DDE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A40B4729-3447-4B0B-8999-5066DF018767}"/>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E6A6D028-F082-42CB-817F-ECC204D24BA5}"/>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CEC7075C-B3C5-49F4-BB33-4609C2E0B652}"/>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DB82342E-CFBA-4E1C-9308-2AECA512EB1C}"/>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04127AEC-6FD3-48C2-AEAB-BAA4FBDA6A7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15615387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3A14C45-68A3-4CBF-83FE-BD462BE121F7}"/>
              </a:ext>
            </a:extLst>
          </p:cNvPr>
          <p:cNvPicPr>
            <a:picLocks xmlns:a="http://schemas.openxmlformats.org/drawingml/2006/main" noChangeAspect="1"/>
          </p:cNvPicPr>
          <p:nvPr/>
        </p:nvPicPr>
        <p:blipFill>
          <a:blip xmlns:r="http://schemas.openxmlformats.org/officeDocument/2006/relationships" xmlns:a="http://schemas.openxmlformats.org/drawingml/2006/main" r:embed="R2cf184ab7b6b490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E5EDF90-FE0D-4B9F-AEC0-8B8ACD02A1E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F8D1DA5C-3D61-45E8-8856-4E7F2C6E490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623735A1-F8A9-4E82-832C-0074AE52C06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1A10448A-35F0-485F-842F-426827A6EE8C}"/>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E6573B57-0AEA-4BEA-9A4C-078FA7A73073}"/>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407C5B4F-F70E-4F98-9DB3-486F5F3980B4}"/>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BFBB1063-5411-4FF2-A1E0-8781B6B9718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5966791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F602AED-5344-40E5-940A-40320058E797}"/>
              </a:ext>
            </a:extLst>
          </p:cNvPr>
          <p:cNvPicPr>
            <a:picLocks xmlns:a="http://schemas.openxmlformats.org/drawingml/2006/main" noChangeAspect="1"/>
          </p:cNvPicPr>
          <p:nvPr/>
        </p:nvPicPr>
        <p:blipFill>
          <a:blip xmlns:r="http://schemas.openxmlformats.org/officeDocument/2006/relationships" xmlns:a="http://schemas.openxmlformats.org/drawingml/2006/main" r:embed="R3d7ff97080c84dc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E8C007B-9132-428C-AAC4-AA58613E791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8DB3447A-1E15-4EB8-BDF9-52E70B3E235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B70E9DEC-A8D5-46FA-83C3-381518C57F3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477BD48F-ECE6-402D-BDA8-042CE5A5BDF9}"/>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0F437770-756F-4298-90D1-C7A6907AB0A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6884961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9965AE8-E686-499B-BC07-042D8E0E1B0C}"/>
              </a:ext>
            </a:extLst>
          </p:cNvPr>
          <p:cNvPicPr>
            <a:picLocks xmlns:a="http://schemas.openxmlformats.org/drawingml/2006/main" noChangeAspect="1"/>
          </p:cNvPicPr>
          <p:nvPr/>
        </p:nvPicPr>
        <p:blipFill>
          <a:blip xmlns:r="http://schemas.openxmlformats.org/officeDocument/2006/relationships" xmlns:a="http://schemas.openxmlformats.org/drawingml/2006/main" r:embed="Reeac7768ae9541b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0DB6724-9A58-4A3E-931E-B69E137D62F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CB412834-2B98-4E8A-85AB-61BE9710CE3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D3D38F70-8862-4B2D-8BEE-C976DDC516B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F1260724-B72F-40AD-85B6-14B66F60850C}"/>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5595BDCA-2147-4D70-897F-90C172D7F302}"/>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1E1E31E6-2269-457F-B05A-D61EC4F15FC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F7F4A819-E3A9-4600-9FDE-72D51EE53553}"/>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448CCC7E-89D6-4BF3-9FF3-477C265CD2C0}"/>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DDF3680D-6254-4872-864B-0507414E3EF2}"/>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7ABEF777-3A0E-48E6-AC33-67A1B3612CDD}"/>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EDC1F212-7B14-452D-A1C2-2E9347C0E37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132AB1E7-967C-4B46-94FB-3081EBF6BF7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4517854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EEE6D6A-09DD-4596-A6F7-AD6106DD9DF3}"/>
              </a:ext>
            </a:extLst>
          </p:cNvPr>
          <p:cNvPicPr>
            <a:picLocks xmlns:a="http://schemas.openxmlformats.org/drawingml/2006/main" noChangeAspect="1"/>
          </p:cNvPicPr>
          <p:nvPr/>
        </p:nvPicPr>
        <p:blipFill>
          <a:blip xmlns:r="http://schemas.openxmlformats.org/officeDocument/2006/relationships" xmlns:a="http://schemas.openxmlformats.org/drawingml/2006/main" r:embed="R8e9e902f84d4422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DC3D92D-CAA6-4086-B49A-B83C02B86F1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3F8AD191-61DA-4964-A442-9DD536DD3C2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12D80476-64C1-48A3-9041-17D33DC8B74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AE2B6C31-B721-4300-AE83-44EE48A9439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b48ea0c398c14985"/>
          </a:graphicData>
        </a:graphic>
      </p:graphicFrame>
      <p:sp>
        <p:nvSpPr>
          <p:cNvPr id="6" name="Training n = 3,341">
            <a:extLst xmlns:a="http://schemas.openxmlformats.org/drawingml/2006/main">
              <a:ext uri="{FF2B5EF4-FFF2-40B4-BE49-F238E27FC236}">
                <a16:creationId xmlns:a16="http://schemas.microsoft.com/office/drawing/2014/main" id="{06AAE3E0-ADA4-4C8C-BF82-A562C6BCBFC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AF5CDB59-0AAD-418B-B395-8514099674FA}"/>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FDAE6D9C-DBFA-4F1F-B45F-75455CD1037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1383564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5DE684F-501C-4CCC-9B84-D76D20A160B8}"/>
              </a:ext>
            </a:extLst>
          </p:cNvPr>
          <p:cNvPicPr>
            <a:picLocks xmlns:a="http://schemas.openxmlformats.org/drawingml/2006/main" noChangeAspect="1"/>
          </p:cNvPicPr>
          <p:nvPr/>
        </p:nvPicPr>
        <p:blipFill>
          <a:blip xmlns:r="http://schemas.openxmlformats.org/officeDocument/2006/relationships" xmlns:a="http://schemas.openxmlformats.org/drawingml/2006/main" r:embed="Rf8c6dda83d2447f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09A6BEC-3E66-4271-B829-CCAE1D95609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0B523919-B8AA-4AD3-A3D2-82907B582B9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13B118BA-A04E-430B-AC78-1DFA9515408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A4F7FECC-6FA9-4860-BEFA-D99D13BCC4E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f3707da6ada490d"/>
          </a:graphicData>
        </a:graphic>
      </p:graphicFrame>
      <p:sp>
        <p:nvSpPr>
          <p:cNvPr id="6" name="I means infant">
            <a:extLst xmlns:a="http://schemas.openxmlformats.org/drawingml/2006/main">
              <a:ext uri="{FF2B5EF4-FFF2-40B4-BE49-F238E27FC236}">
                <a16:creationId xmlns:a16="http://schemas.microsoft.com/office/drawing/2014/main" id="{5718F25F-CB5C-46C3-A499-8F899BA7A40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3949CE18-4942-4B2E-8D78-2C1499AF6F8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339A9A06-B467-4D47-95FD-DBB9D267CF2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276759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1F0EA9-923E-468A-8D7C-B1B833DCDD29}"/>
              </a:ext>
            </a:extLst>
          </p:cNvPr>
          <p:cNvPicPr>
            <a:picLocks xmlns:a="http://schemas.openxmlformats.org/drawingml/2006/main" noChangeAspect="1"/>
          </p:cNvPicPr>
          <p:nvPr/>
        </p:nvPicPr>
        <p:blipFill>
          <a:blip xmlns:r="http://schemas.openxmlformats.org/officeDocument/2006/relationships" xmlns:a="http://schemas.openxmlformats.org/drawingml/2006/main" r:embed="Rfacd071e60284e5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72FF0F6-66C5-45A5-9D2B-D0A469D6670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DE7D277A-4176-42AA-A4F2-E888BB2128F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2EAD58C7-019D-450D-B362-A4E13245977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754409A9-ACFA-49B8-ACC4-546DA7DBCA3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8d9781f538b4c19"/>
          </a:graphicData>
        </a:graphic>
      </p:graphicFrame>
      <p:sp>
        <p:nvSpPr>
          <p:cNvPr id="6" name="Normal rejected">
            <a:extLst xmlns:a="http://schemas.openxmlformats.org/drawingml/2006/main">
              <a:ext uri="{FF2B5EF4-FFF2-40B4-BE49-F238E27FC236}">
                <a16:creationId xmlns:a16="http://schemas.microsoft.com/office/drawing/2014/main" id="{EA8C9435-61B6-4FEC-BEA3-CC8A5B7E498B}"/>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3F5287E7-D160-41FB-9FA8-5CC24922B51F}"/>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43A6583B-9041-4D9D-8A3A-9A3916DDCDD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12885193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F5AA83-A41A-4008-99D3-B28F783A402F}"/>
              </a:ext>
            </a:extLst>
          </p:cNvPr>
          <p:cNvPicPr>
            <a:picLocks xmlns:a="http://schemas.openxmlformats.org/drawingml/2006/main" noChangeAspect="1"/>
          </p:cNvPicPr>
          <p:nvPr/>
        </p:nvPicPr>
        <p:blipFill>
          <a:blip xmlns:r="http://schemas.openxmlformats.org/officeDocument/2006/relationships" xmlns:a="http://schemas.openxmlformats.org/drawingml/2006/main" r:embed="R6d1b6a12b2f14ae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09DC403-9194-49DC-913E-F3CDF33ECBC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5225915F-F918-4277-B0E5-8CD44A12EDB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CE52ACA7-08F5-47F8-9D6E-507E4AA8F0C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2FD8B98A-4C85-417E-953A-414F5B036ACA}"/>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5626f95f9614afe"/>
          </a:graphicData>
        </a:graphic>
      </p:graphicFrame>
      <p:sp>
        <p:nvSpPr>
          <p:cNvPr id="6" name="Both rejected">
            <a:extLst xmlns:a="http://schemas.openxmlformats.org/drawingml/2006/main">
              <a:ext uri="{FF2B5EF4-FFF2-40B4-BE49-F238E27FC236}">
                <a16:creationId xmlns:a16="http://schemas.microsoft.com/office/drawing/2014/main" id="{2037DC49-5157-4F2D-8AD8-ADA82D33C03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C4309420-0DC0-4F9A-8028-87A60302C87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73DC9B24-418E-4916-B6A4-097137B14A0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2838295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0525842-EA96-42C7-B9CE-7AC8E038C4F7}"/>
              </a:ext>
            </a:extLst>
          </p:cNvPr>
          <p:cNvPicPr>
            <a:picLocks xmlns:a="http://schemas.openxmlformats.org/drawingml/2006/main" noChangeAspect="1"/>
          </p:cNvPicPr>
          <p:nvPr/>
        </p:nvPicPr>
        <p:blipFill>
          <a:blip xmlns:r="http://schemas.openxmlformats.org/officeDocument/2006/relationships" xmlns:a="http://schemas.openxmlformats.org/drawingml/2006/main" r:embed="R8e91c5d5edf1412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2D83E20-9FB9-4CCE-A3CA-F70EAE58FE1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008922C4-B01F-42F6-BADB-B19BBE147BA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836AF099-B58B-438F-B966-0ABEAA319B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CB9F11BD-D20F-45BB-AE5C-DE8733A687A8}"/>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C64AB8DF-EA29-48FC-A408-FCEEB4C6673A}"/>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F77057E5-50AD-4749-BDB6-89A9B1BAE5D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1803145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962F1A1-FBD8-4B39-87E7-E05F99F2AC01}"/>
              </a:ext>
            </a:extLst>
          </p:cNvPr>
          <p:cNvPicPr>
            <a:picLocks xmlns:a="http://schemas.openxmlformats.org/drawingml/2006/main" noChangeAspect="1"/>
          </p:cNvPicPr>
          <p:nvPr/>
        </p:nvPicPr>
        <p:blipFill>
          <a:blip xmlns:r="http://schemas.openxmlformats.org/officeDocument/2006/relationships" xmlns:a="http://schemas.openxmlformats.org/drawingml/2006/main" r:embed="R8c14754806d1410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EFB03C1-10E8-4BDC-A02E-4618799D2AE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727945CF-4A15-4905-9A49-57EC36F737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9B9A4A5B-0F56-4657-8103-1845B099E3B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BA801435-1342-487D-BBCC-4F2A4BF48504}"/>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D4B892FD-A27D-45C9-8E05-D46E9A790FB7}"/>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B40D0F96-3CDA-4463-8458-39D22F0F0E25}"/>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BACB2F83-AD64-4E06-B169-A31D1023501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3278308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8" name="">
            <a:extLst xmlns:a="http://schemas.openxmlformats.org/drawingml/2006/main">
              <a:ext uri="{FF2B5EF4-FFF2-40B4-BE49-F238E27FC236}">
                <a16:creationId xmlns:a16="http://schemas.microsoft.com/office/drawing/2014/main" id="{ED6D01B0-4CB5-4400-BFE8-1F4CE2606292}"/>
              </a:ext>
            </a:extLst>
          </p:cNvPr>
          <p:cNvPicPr>
            <a:picLocks xmlns:a="http://schemas.openxmlformats.org/drawingml/2006/main" noChangeAspect="1"/>
          </p:cNvPicPr>
          <p:nvPr/>
        </p:nvPicPr>
        <p:blipFill>
          <a:blip xmlns:r="http://schemas.openxmlformats.org/officeDocument/2006/relationships" xmlns:a="http://schemas.openxmlformats.org/drawingml/2006/main" r:embed="R6e24e6bad48f489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E19D8E6-3E30-41B1-AC9D-5A2BD5E4B7A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901FB8D3-D7CD-4D3C-8A95-9A3B8752FDE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E58850CF-98F7-4182-8BEA-5EEC39B02B6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6248940F-2A74-4D18-A365-439AED2C396E}"/>
              </a:ext>
            </a:extLst>
          </p:cNvPr>
          <p:cNvSpPr>
            <a:spLocks xmlns:a="http://schemas.openxmlformats.org/drawingml/2006/main" noGrp="1"/>
          </p:cNvSpPr>
          <p:nvPr/>
        </p:nvSpPr>
        <p:spPr>
          <a:xfrm xmlns:a="http://schemas.openxmlformats.org/drawingml/2006/main">
            <a:off x="762000" y="242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
            <a:extLst xmlns:a="http://schemas.openxmlformats.org/drawingml/2006/main">
              <a:ext uri="{FF2B5EF4-FFF2-40B4-BE49-F238E27FC236}">
                <a16:creationId xmlns:a16="http://schemas.microsoft.com/office/drawing/2014/main" id="{DFD338CD-CEAD-4374-B813-831E77EF87A2}"/>
              </a:ext>
            </a:extLst>
          </p:cNvPr>
          <p:cNvSpPr>
            <a:spLocks xmlns:a="http://schemas.openxmlformats.org/drawingml/2006/main" noGrp="1"/>
          </p:cNvSpPr>
          <p:nvPr/>
        </p:nvSpPr>
        <p:spPr>
          <a:xfrm xmlns:a="http://schemas.openxmlformats.org/drawingml/2006/main">
            <a:off x="18573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Len</a:t>
            </a:r>
          </a:p>
        </p:txBody>
      </p:sp>
      <p:sp>
        <p:nvSpPr>
          <p:cNvPr id="7" name="Spearman length length">
            <a:extLst xmlns:a="http://schemas.openxmlformats.org/drawingml/2006/main">
              <a:ext uri="{FF2B5EF4-FFF2-40B4-BE49-F238E27FC236}">
                <a16:creationId xmlns:a16="http://schemas.microsoft.com/office/drawing/2014/main" id="{C1E1E9CE-05EE-41CC-9B70-64675322ECB5}"/>
              </a:ext>
            </a:extLst>
          </p:cNvPr>
          <p:cNvSpPr>
            <a:spLocks xmlns:a="http://schemas.openxmlformats.org/drawingml/2006/main" noGrp="1"/>
          </p:cNvSpPr>
          <p:nvPr/>
        </p:nvSpPr>
        <p:spPr>
          <a:xfrm xmlns:a="http://schemas.openxmlformats.org/drawingml/2006/main">
            <a:off x="1857375" y="23336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C0A9B46C-608A-434D-901C-DDFEEAAB3DED}"/>
              </a:ext>
            </a:extLst>
          </p:cNvPr>
          <p:cNvSpPr>
            <a:spLocks xmlns:a="http://schemas.openxmlformats.org/drawingml/2006/main" noGrp="1"/>
          </p:cNvSpPr>
          <p:nvPr/>
        </p:nvSpPr>
        <p:spPr>
          <a:xfrm xmlns:a="http://schemas.openxmlformats.org/drawingml/2006/main">
            <a:off x="18573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6EEB3703-F85C-442B-9C31-4A48C9CB4AB8}"/>
              </a:ext>
            </a:extLst>
          </p:cNvPr>
          <p:cNvSpPr>
            <a:spLocks xmlns:a="http://schemas.openxmlformats.org/drawingml/2006/main" noGrp="1"/>
          </p:cNvSpPr>
          <p:nvPr/>
        </p:nvSpPr>
        <p:spPr>
          <a:xfrm xmlns:a="http://schemas.openxmlformats.org/drawingml/2006/main">
            <a:off x="2257425" y="233362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57AEA3B4-E746-4844-AEC0-B45112DB6E4A}"/>
              </a:ext>
            </a:extLst>
          </p:cNvPr>
          <p:cNvSpPr>
            <a:spLocks xmlns:a="http://schemas.openxmlformats.org/drawingml/2006/main" noGrp="1"/>
          </p:cNvSpPr>
          <p:nvPr/>
        </p:nvSpPr>
        <p:spPr>
          <a:xfrm xmlns:a="http://schemas.openxmlformats.org/drawingml/2006/main">
            <a:off x="22574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19EA1ED4-CCB4-4BA6-8BD5-71B3F9BEE346}"/>
              </a:ext>
            </a:extLst>
          </p:cNvPr>
          <p:cNvSpPr>
            <a:spLocks xmlns:a="http://schemas.openxmlformats.org/drawingml/2006/main" noGrp="1"/>
          </p:cNvSpPr>
          <p:nvPr/>
        </p:nvSpPr>
        <p:spPr>
          <a:xfrm xmlns:a="http://schemas.openxmlformats.org/drawingml/2006/main">
            <a:off x="2657475" y="23336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D36A7722-C9E7-4877-9CD2-457DF34A219D}"/>
              </a:ext>
            </a:extLst>
          </p:cNvPr>
          <p:cNvSpPr>
            <a:spLocks xmlns:a="http://schemas.openxmlformats.org/drawingml/2006/main" noGrp="1"/>
          </p:cNvSpPr>
          <p:nvPr/>
        </p:nvSpPr>
        <p:spPr>
          <a:xfrm xmlns:a="http://schemas.openxmlformats.org/drawingml/2006/main">
            <a:off x="26574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6758EA09-6063-46AF-9127-F31031250250}"/>
              </a:ext>
            </a:extLst>
          </p:cNvPr>
          <p:cNvSpPr>
            <a:spLocks xmlns:a="http://schemas.openxmlformats.org/drawingml/2006/main" noGrp="1"/>
          </p:cNvSpPr>
          <p:nvPr/>
        </p:nvSpPr>
        <p:spPr>
          <a:xfrm xmlns:a="http://schemas.openxmlformats.org/drawingml/2006/main">
            <a:off x="3057525" y="233362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3885D5B5-E55A-4B60-BD3F-44980DEE06E3}"/>
              </a:ext>
            </a:extLst>
          </p:cNvPr>
          <p:cNvSpPr>
            <a:spLocks xmlns:a="http://schemas.openxmlformats.org/drawingml/2006/main" noGrp="1"/>
          </p:cNvSpPr>
          <p:nvPr/>
        </p:nvSpPr>
        <p:spPr>
          <a:xfrm xmlns:a="http://schemas.openxmlformats.org/drawingml/2006/main">
            <a:off x="30575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83FBD821-D0B6-4F38-8423-B2692D2DCDA5}"/>
              </a:ext>
            </a:extLst>
          </p:cNvPr>
          <p:cNvSpPr>
            <a:spLocks xmlns:a="http://schemas.openxmlformats.org/drawingml/2006/main" noGrp="1"/>
          </p:cNvSpPr>
          <p:nvPr/>
        </p:nvSpPr>
        <p:spPr>
          <a:xfrm xmlns:a="http://schemas.openxmlformats.org/drawingml/2006/main">
            <a:off x="3457575" y="23336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4EDC8857-703B-4BF0-9283-13A0C8258ABA}"/>
              </a:ext>
            </a:extLst>
          </p:cNvPr>
          <p:cNvSpPr>
            <a:spLocks xmlns:a="http://schemas.openxmlformats.org/drawingml/2006/main" noGrp="1"/>
          </p:cNvSpPr>
          <p:nvPr/>
        </p:nvSpPr>
        <p:spPr>
          <a:xfrm xmlns:a="http://schemas.openxmlformats.org/drawingml/2006/main">
            <a:off x="34575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46FADB51-7578-46AE-A9E0-70F3E8D66B05}"/>
              </a:ext>
            </a:extLst>
          </p:cNvPr>
          <p:cNvSpPr>
            <a:spLocks xmlns:a="http://schemas.openxmlformats.org/drawingml/2006/main" noGrp="1"/>
          </p:cNvSpPr>
          <p:nvPr/>
        </p:nvSpPr>
        <p:spPr>
          <a:xfrm xmlns:a="http://schemas.openxmlformats.org/drawingml/2006/main">
            <a:off x="3857625" y="23336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AE072D8C-A6F9-438E-A5B9-AB76C4D3082E}"/>
              </a:ext>
            </a:extLst>
          </p:cNvPr>
          <p:cNvSpPr>
            <a:spLocks xmlns:a="http://schemas.openxmlformats.org/drawingml/2006/main" noGrp="1"/>
          </p:cNvSpPr>
          <p:nvPr/>
        </p:nvSpPr>
        <p:spPr>
          <a:xfrm xmlns:a="http://schemas.openxmlformats.org/drawingml/2006/main">
            <a:off x="38576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3181237C-2A72-4AAF-8643-1BF3FD464869}"/>
              </a:ext>
            </a:extLst>
          </p:cNvPr>
          <p:cNvSpPr>
            <a:spLocks xmlns:a="http://schemas.openxmlformats.org/drawingml/2006/main" noGrp="1"/>
          </p:cNvSpPr>
          <p:nvPr/>
        </p:nvSpPr>
        <p:spPr>
          <a:xfrm xmlns:a="http://schemas.openxmlformats.org/drawingml/2006/main">
            <a:off x="4257675" y="23336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AB436DDA-0475-4BAC-BFC6-9368399BD2E2}"/>
              </a:ext>
            </a:extLst>
          </p:cNvPr>
          <p:cNvSpPr>
            <a:spLocks xmlns:a="http://schemas.openxmlformats.org/drawingml/2006/main" noGrp="1"/>
          </p:cNvSpPr>
          <p:nvPr/>
        </p:nvSpPr>
        <p:spPr>
          <a:xfrm xmlns:a="http://schemas.openxmlformats.org/drawingml/2006/main">
            <a:off x="42576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C3EC7917-91AF-473B-8408-039B7B8382DA}"/>
              </a:ext>
            </a:extLst>
          </p:cNvPr>
          <p:cNvSpPr>
            <a:spLocks xmlns:a="http://schemas.openxmlformats.org/drawingml/2006/main" noGrp="1"/>
          </p:cNvSpPr>
          <p:nvPr/>
        </p:nvSpPr>
        <p:spPr>
          <a:xfrm xmlns:a="http://schemas.openxmlformats.org/drawingml/2006/main">
            <a:off x="4657725" y="233362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35CA22E6-E27B-4BAC-BF10-7ECD807CE1DA}"/>
              </a:ext>
            </a:extLst>
          </p:cNvPr>
          <p:cNvSpPr>
            <a:spLocks xmlns:a="http://schemas.openxmlformats.org/drawingml/2006/main" noGrp="1"/>
          </p:cNvSpPr>
          <p:nvPr/>
        </p:nvSpPr>
        <p:spPr>
          <a:xfrm xmlns:a="http://schemas.openxmlformats.org/drawingml/2006/main">
            <a:off x="46577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21F73B0E-B03A-4211-9289-5D7858C29B1F}"/>
              </a:ext>
            </a:extLst>
          </p:cNvPr>
          <p:cNvSpPr>
            <a:spLocks xmlns:a="http://schemas.openxmlformats.org/drawingml/2006/main" noGrp="1"/>
          </p:cNvSpPr>
          <p:nvPr/>
        </p:nvSpPr>
        <p:spPr>
          <a:xfrm xmlns:a="http://schemas.openxmlformats.org/drawingml/2006/main">
            <a:off x="762000" y="2828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
            <a:extLst xmlns:a="http://schemas.openxmlformats.org/drawingml/2006/main">
              <a:ext uri="{FF2B5EF4-FFF2-40B4-BE49-F238E27FC236}">
                <a16:creationId xmlns:a16="http://schemas.microsoft.com/office/drawing/2014/main" id="{D51E168C-9917-43C5-BDB4-1B5CCE165761}"/>
              </a:ext>
            </a:extLst>
          </p:cNvPr>
          <p:cNvSpPr>
            <a:spLocks xmlns:a="http://schemas.openxmlformats.org/drawingml/2006/main" noGrp="1"/>
          </p:cNvSpPr>
          <p:nvPr/>
        </p:nvSpPr>
        <p:spPr>
          <a:xfrm xmlns:a="http://schemas.openxmlformats.org/drawingml/2006/main">
            <a:off x="22574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Dia</a:t>
            </a:r>
          </a:p>
        </p:txBody>
      </p:sp>
      <p:sp>
        <p:nvSpPr>
          <p:cNvPr id="25" name="Spearman diameter length">
            <a:extLst xmlns:a="http://schemas.openxmlformats.org/drawingml/2006/main">
              <a:ext uri="{FF2B5EF4-FFF2-40B4-BE49-F238E27FC236}">
                <a16:creationId xmlns:a16="http://schemas.microsoft.com/office/drawing/2014/main" id="{657FC48E-F97E-49DF-BBE4-419FA3F2CEAF}"/>
              </a:ext>
            </a:extLst>
          </p:cNvPr>
          <p:cNvSpPr>
            <a:spLocks xmlns:a="http://schemas.openxmlformats.org/drawingml/2006/main" noGrp="1"/>
          </p:cNvSpPr>
          <p:nvPr/>
        </p:nvSpPr>
        <p:spPr>
          <a:xfrm xmlns:a="http://schemas.openxmlformats.org/drawingml/2006/main">
            <a:off x="1857375" y="273367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F243CB39-108A-461B-B34D-C5A202A7FACD}"/>
              </a:ext>
            </a:extLst>
          </p:cNvPr>
          <p:cNvSpPr>
            <a:spLocks xmlns:a="http://schemas.openxmlformats.org/drawingml/2006/main" noGrp="1"/>
          </p:cNvSpPr>
          <p:nvPr/>
        </p:nvSpPr>
        <p:spPr>
          <a:xfrm xmlns:a="http://schemas.openxmlformats.org/drawingml/2006/main">
            <a:off x="18573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95B0CF4E-4F7E-47B8-A792-937C1D13BAE0}"/>
              </a:ext>
            </a:extLst>
          </p:cNvPr>
          <p:cNvSpPr>
            <a:spLocks xmlns:a="http://schemas.openxmlformats.org/drawingml/2006/main" noGrp="1"/>
          </p:cNvSpPr>
          <p:nvPr/>
        </p:nvSpPr>
        <p:spPr>
          <a:xfrm xmlns:a="http://schemas.openxmlformats.org/drawingml/2006/main">
            <a:off x="2257425" y="27336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5706DF3D-33B8-4166-AF1F-327F86956569}"/>
              </a:ext>
            </a:extLst>
          </p:cNvPr>
          <p:cNvSpPr>
            <a:spLocks xmlns:a="http://schemas.openxmlformats.org/drawingml/2006/main" noGrp="1"/>
          </p:cNvSpPr>
          <p:nvPr/>
        </p:nvSpPr>
        <p:spPr>
          <a:xfrm xmlns:a="http://schemas.openxmlformats.org/drawingml/2006/main">
            <a:off x="22574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606FF039-8585-4BA4-A7A8-9DE5AB34075F}"/>
              </a:ext>
            </a:extLst>
          </p:cNvPr>
          <p:cNvSpPr>
            <a:spLocks xmlns:a="http://schemas.openxmlformats.org/drawingml/2006/main" noGrp="1"/>
          </p:cNvSpPr>
          <p:nvPr/>
        </p:nvSpPr>
        <p:spPr>
          <a:xfrm xmlns:a="http://schemas.openxmlformats.org/drawingml/2006/main">
            <a:off x="2657475" y="273367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B38BAD83-8A19-418A-B73B-34A39D377369}"/>
              </a:ext>
            </a:extLst>
          </p:cNvPr>
          <p:cNvSpPr>
            <a:spLocks xmlns:a="http://schemas.openxmlformats.org/drawingml/2006/main" noGrp="1"/>
          </p:cNvSpPr>
          <p:nvPr/>
        </p:nvSpPr>
        <p:spPr>
          <a:xfrm xmlns:a="http://schemas.openxmlformats.org/drawingml/2006/main">
            <a:off x="26574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8222417C-8F08-43CE-819C-6FE06C8931C3}"/>
              </a:ext>
            </a:extLst>
          </p:cNvPr>
          <p:cNvSpPr>
            <a:spLocks xmlns:a="http://schemas.openxmlformats.org/drawingml/2006/main" noGrp="1"/>
          </p:cNvSpPr>
          <p:nvPr/>
        </p:nvSpPr>
        <p:spPr>
          <a:xfrm xmlns:a="http://schemas.openxmlformats.org/drawingml/2006/main">
            <a:off x="3057525" y="27336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5428E2A6-5F89-4730-A4F9-6CA94954D4C6}"/>
              </a:ext>
            </a:extLst>
          </p:cNvPr>
          <p:cNvSpPr>
            <a:spLocks xmlns:a="http://schemas.openxmlformats.org/drawingml/2006/main" noGrp="1"/>
          </p:cNvSpPr>
          <p:nvPr/>
        </p:nvSpPr>
        <p:spPr>
          <a:xfrm xmlns:a="http://schemas.openxmlformats.org/drawingml/2006/main">
            <a:off x="30575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3FA08783-3BE9-4142-B1CF-DD2B794DF468}"/>
              </a:ext>
            </a:extLst>
          </p:cNvPr>
          <p:cNvSpPr>
            <a:spLocks xmlns:a="http://schemas.openxmlformats.org/drawingml/2006/main" noGrp="1"/>
          </p:cNvSpPr>
          <p:nvPr/>
        </p:nvSpPr>
        <p:spPr>
          <a:xfrm xmlns:a="http://schemas.openxmlformats.org/drawingml/2006/main">
            <a:off x="3457575" y="27336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C594E25D-7A96-42EA-B900-556503C28254}"/>
              </a:ext>
            </a:extLst>
          </p:cNvPr>
          <p:cNvSpPr>
            <a:spLocks xmlns:a="http://schemas.openxmlformats.org/drawingml/2006/main" noGrp="1"/>
          </p:cNvSpPr>
          <p:nvPr/>
        </p:nvSpPr>
        <p:spPr>
          <a:xfrm xmlns:a="http://schemas.openxmlformats.org/drawingml/2006/main">
            <a:off x="34575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7D3FABE8-2324-4E1B-A5DC-555BF0FEB184}"/>
              </a:ext>
            </a:extLst>
          </p:cNvPr>
          <p:cNvSpPr>
            <a:spLocks xmlns:a="http://schemas.openxmlformats.org/drawingml/2006/main" noGrp="1"/>
          </p:cNvSpPr>
          <p:nvPr/>
        </p:nvSpPr>
        <p:spPr>
          <a:xfrm xmlns:a="http://schemas.openxmlformats.org/drawingml/2006/main">
            <a:off x="3857625" y="27336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E8C1234D-5291-4172-A326-1B76C15A5CB8}"/>
              </a:ext>
            </a:extLst>
          </p:cNvPr>
          <p:cNvSpPr>
            <a:spLocks xmlns:a="http://schemas.openxmlformats.org/drawingml/2006/main" noGrp="1"/>
          </p:cNvSpPr>
          <p:nvPr/>
        </p:nvSpPr>
        <p:spPr>
          <a:xfrm xmlns:a="http://schemas.openxmlformats.org/drawingml/2006/main">
            <a:off x="38576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69FFC49A-F3D2-4E54-BBA7-89720F3711F8}"/>
              </a:ext>
            </a:extLst>
          </p:cNvPr>
          <p:cNvSpPr>
            <a:spLocks xmlns:a="http://schemas.openxmlformats.org/drawingml/2006/main" noGrp="1"/>
          </p:cNvSpPr>
          <p:nvPr/>
        </p:nvSpPr>
        <p:spPr>
          <a:xfrm xmlns:a="http://schemas.openxmlformats.org/drawingml/2006/main">
            <a:off x="4257675" y="273367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C3576118-EEB0-497A-A358-AFCBC436AD66}"/>
              </a:ext>
            </a:extLst>
          </p:cNvPr>
          <p:cNvSpPr>
            <a:spLocks xmlns:a="http://schemas.openxmlformats.org/drawingml/2006/main" noGrp="1"/>
          </p:cNvSpPr>
          <p:nvPr/>
        </p:nvSpPr>
        <p:spPr>
          <a:xfrm xmlns:a="http://schemas.openxmlformats.org/drawingml/2006/main">
            <a:off x="42576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9D049DC5-4BB4-4A1B-BCE0-24365A4C5C37}"/>
              </a:ext>
            </a:extLst>
          </p:cNvPr>
          <p:cNvSpPr>
            <a:spLocks xmlns:a="http://schemas.openxmlformats.org/drawingml/2006/main" noGrp="1"/>
          </p:cNvSpPr>
          <p:nvPr/>
        </p:nvSpPr>
        <p:spPr>
          <a:xfrm xmlns:a="http://schemas.openxmlformats.org/drawingml/2006/main">
            <a:off x="4657725" y="27336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F02FC87D-FB61-470D-93AB-8DDFCD21C2EE}"/>
              </a:ext>
            </a:extLst>
          </p:cNvPr>
          <p:cNvSpPr>
            <a:spLocks xmlns:a="http://schemas.openxmlformats.org/drawingml/2006/main" noGrp="1"/>
          </p:cNvSpPr>
          <p:nvPr/>
        </p:nvSpPr>
        <p:spPr>
          <a:xfrm xmlns:a="http://schemas.openxmlformats.org/drawingml/2006/main">
            <a:off x="46577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E23415FC-BDC1-4C0C-AD89-02A021FD8D50}"/>
              </a:ext>
            </a:extLst>
          </p:cNvPr>
          <p:cNvSpPr>
            <a:spLocks xmlns:a="http://schemas.openxmlformats.org/drawingml/2006/main" noGrp="1"/>
          </p:cNvSpPr>
          <p:nvPr/>
        </p:nvSpPr>
        <p:spPr>
          <a:xfrm xmlns:a="http://schemas.openxmlformats.org/drawingml/2006/main">
            <a:off x="762000" y="3228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gt">
            <a:extLst xmlns:a="http://schemas.openxmlformats.org/drawingml/2006/main">
              <a:ext uri="{FF2B5EF4-FFF2-40B4-BE49-F238E27FC236}">
                <a16:creationId xmlns:a16="http://schemas.microsoft.com/office/drawing/2014/main" id="{9281D6CB-0E62-494F-A316-B37DBF5AB9A2}"/>
              </a:ext>
            </a:extLst>
          </p:cNvPr>
          <p:cNvSpPr>
            <a:spLocks xmlns:a="http://schemas.openxmlformats.org/drawingml/2006/main" noGrp="1"/>
          </p:cNvSpPr>
          <p:nvPr/>
        </p:nvSpPr>
        <p:spPr>
          <a:xfrm xmlns:a="http://schemas.openxmlformats.org/drawingml/2006/main">
            <a:off x="26574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Hgt</a:t>
            </a:r>
          </a:p>
        </p:txBody>
      </p:sp>
      <p:sp>
        <p:nvSpPr>
          <p:cNvPr id="43" name="Spearman height length">
            <a:extLst xmlns:a="http://schemas.openxmlformats.org/drawingml/2006/main">
              <a:ext uri="{FF2B5EF4-FFF2-40B4-BE49-F238E27FC236}">
                <a16:creationId xmlns:a16="http://schemas.microsoft.com/office/drawing/2014/main" id="{071AAE15-0921-49E1-8625-6AEA0307586F}"/>
              </a:ext>
            </a:extLst>
          </p:cNvPr>
          <p:cNvSpPr>
            <a:spLocks xmlns:a="http://schemas.openxmlformats.org/drawingml/2006/main" noGrp="1"/>
          </p:cNvSpPr>
          <p:nvPr/>
        </p:nvSpPr>
        <p:spPr>
          <a:xfrm xmlns:a="http://schemas.openxmlformats.org/drawingml/2006/main">
            <a:off x="1857375" y="31337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5A457DF8-5D33-45D8-A8D1-267A1B0E757F}"/>
              </a:ext>
            </a:extLst>
          </p:cNvPr>
          <p:cNvSpPr>
            <a:spLocks xmlns:a="http://schemas.openxmlformats.org/drawingml/2006/main" noGrp="1"/>
          </p:cNvSpPr>
          <p:nvPr/>
        </p:nvSpPr>
        <p:spPr>
          <a:xfrm xmlns:a="http://schemas.openxmlformats.org/drawingml/2006/main">
            <a:off x="18573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602DB586-8762-4589-A854-3946C3A29683}"/>
              </a:ext>
            </a:extLst>
          </p:cNvPr>
          <p:cNvSpPr>
            <a:spLocks xmlns:a="http://schemas.openxmlformats.org/drawingml/2006/main" noGrp="1"/>
          </p:cNvSpPr>
          <p:nvPr/>
        </p:nvSpPr>
        <p:spPr>
          <a:xfrm xmlns:a="http://schemas.openxmlformats.org/drawingml/2006/main">
            <a:off x="2257425" y="313372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A6D28553-0109-494D-9102-821302BCB316}"/>
              </a:ext>
            </a:extLst>
          </p:cNvPr>
          <p:cNvSpPr>
            <a:spLocks xmlns:a="http://schemas.openxmlformats.org/drawingml/2006/main" noGrp="1"/>
          </p:cNvSpPr>
          <p:nvPr/>
        </p:nvSpPr>
        <p:spPr>
          <a:xfrm xmlns:a="http://schemas.openxmlformats.org/drawingml/2006/main">
            <a:off x="22574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54B601C7-D76D-4756-94DD-1D835265FE26}"/>
              </a:ext>
            </a:extLst>
          </p:cNvPr>
          <p:cNvSpPr>
            <a:spLocks xmlns:a="http://schemas.openxmlformats.org/drawingml/2006/main" noGrp="1"/>
          </p:cNvSpPr>
          <p:nvPr/>
        </p:nvSpPr>
        <p:spPr>
          <a:xfrm xmlns:a="http://schemas.openxmlformats.org/drawingml/2006/main">
            <a:off x="2657475" y="31337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CFEFC407-77C3-450B-952B-629501AECC4B}"/>
              </a:ext>
            </a:extLst>
          </p:cNvPr>
          <p:cNvSpPr>
            <a:spLocks xmlns:a="http://schemas.openxmlformats.org/drawingml/2006/main" noGrp="1"/>
          </p:cNvSpPr>
          <p:nvPr/>
        </p:nvSpPr>
        <p:spPr>
          <a:xfrm xmlns:a="http://schemas.openxmlformats.org/drawingml/2006/main">
            <a:off x="26574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440353E7-C295-4A01-B0B2-0D2A357BFEFB}"/>
              </a:ext>
            </a:extLst>
          </p:cNvPr>
          <p:cNvSpPr>
            <a:spLocks xmlns:a="http://schemas.openxmlformats.org/drawingml/2006/main" noGrp="1"/>
          </p:cNvSpPr>
          <p:nvPr/>
        </p:nvSpPr>
        <p:spPr>
          <a:xfrm xmlns:a="http://schemas.openxmlformats.org/drawingml/2006/main">
            <a:off x="3057525" y="313372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D5C491C3-FF67-4A86-89CC-9B95588698FF}"/>
              </a:ext>
            </a:extLst>
          </p:cNvPr>
          <p:cNvSpPr>
            <a:spLocks xmlns:a="http://schemas.openxmlformats.org/drawingml/2006/main" noGrp="1"/>
          </p:cNvSpPr>
          <p:nvPr/>
        </p:nvSpPr>
        <p:spPr>
          <a:xfrm xmlns:a="http://schemas.openxmlformats.org/drawingml/2006/main">
            <a:off x="30575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D93A60AC-C973-4CED-8D6D-326BFC722160}"/>
              </a:ext>
            </a:extLst>
          </p:cNvPr>
          <p:cNvSpPr>
            <a:spLocks xmlns:a="http://schemas.openxmlformats.org/drawingml/2006/main" noGrp="1"/>
          </p:cNvSpPr>
          <p:nvPr/>
        </p:nvSpPr>
        <p:spPr>
          <a:xfrm xmlns:a="http://schemas.openxmlformats.org/drawingml/2006/main">
            <a:off x="3457575" y="31337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88E07FE6-6F52-40E7-A6E2-B624D5066F10}"/>
              </a:ext>
            </a:extLst>
          </p:cNvPr>
          <p:cNvSpPr>
            <a:spLocks xmlns:a="http://schemas.openxmlformats.org/drawingml/2006/main" noGrp="1"/>
          </p:cNvSpPr>
          <p:nvPr/>
        </p:nvSpPr>
        <p:spPr>
          <a:xfrm xmlns:a="http://schemas.openxmlformats.org/drawingml/2006/main">
            <a:off x="34575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828F41E6-50A4-402B-9AFB-F72FAAB2A870}"/>
              </a:ext>
            </a:extLst>
          </p:cNvPr>
          <p:cNvSpPr>
            <a:spLocks xmlns:a="http://schemas.openxmlformats.org/drawingml/2006/main" noGrp="1"/>
          </p:cNvSpPr>
          <p:nvPr/>
        </p:nvSpPr>
        <p:spPr>
          <a:xfrm xmlns:a="http://schemas.openxmlformats.org/drawingml/2006/main">
            <a:off x="3857625" y="313372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05E2D3A2-3481-400A-979A-2787C36E0C4F}"/>
              </a:ext>
            </a:extLst>
          </p:cNvPr>
          <p:cNvSpPr>
            <a:spLocks xmlns:a="http://schemas.openxmlformats.org/drawingml/2006/main" noGrp="1"/>
          </p:cNvSpPr>
          <p:nvPr/>
        </p:nvSpPr>
        <p:spPr>
          <a:xfrm xmlns:a="http://schemas.openxmlformats.org/drawingml/2006/main">
            <a:off x="38576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8DDCDB66-A60D-4C95-9D6D-F62E9AD98A16}"/>
              </a:ext>
            </a:extLst>
          </p:cNvPr>
          <p:cNvSpPr>
            <a:spLocks xmlns:a="http://schemas.openxmlformats.org/drawingml/2006/main" noGrp="1"/>
          </p:cNvSpPr>
          <p:nvPr/>
        </p:nvSpPr>
        <p:spPr>
          <a:xfrm xmlns:a="http://schemas.openxmlformats.org/drawingml/2006/main">
            <a:off x="4257675" y="31337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59F6ACB1-2E98-4DB6-880C-E5F700872F8D}"/>
              </a:ext>
            </a:extLst>
          </p:cNvPr>
          <p:cNvSpPr>
            <a:spLocks xmlns:a="http://schemas.openxmlformats.org/drawingml/2006/main" noGrp="1"/>
          </p:cNvSpPr>
          <p:nvPr/>
        </p:nvSpPr>
        <p:spPr>
          <a:xfrm xmlns:a="http://schemas.openxmlformats.org/drawingml/2006/main">
            <a:off x="42576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AD6DCC10-AC1D-43C0-8DE1-F0A48DA96C07}"/>
              </a:ext>
            </a:extLst>
          </p:cNvPr>
          <p:cNvSpPr>
            <a:spLocks xmlns:a="http://schemas.openxmlformats.org/drawingml/2006/main" noGrp="1"/>
          </p:cNvSpPr>
          <p:nvPr/>
        </p:nvSpPr>
        <p:spPr>
          <a:xfrm xmlns:a="http://schemas.openxmlformats.org/drawingml/2006/main">
            <a:off x="4657725" y="313372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851F643E-06DF-43D4-8557-03E4A747B7E6}"/>
              </a:ext>
            </a:extLst>
          </p:cNvPr>
          <p:cNvSpPr>
            <a:spLocks xmlns:a="http://schemas.openxmlformats.org/drawingml/2006/main" noGrp="1"/>
          </p:cNvSpPr>
          <p:nvPr/>
        </p:nvSpPr>
        <p:spPr>
          <a:xfrm xmlns:a="http://schemas.openxmlformats.org/drawingml/2006/main">
            <a:off x="46577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672011A5-D264-4BAF-ADD6-03CC54C02D55}"/>
              </a:ext>
            </a:extLst>
          </p:cNvPr>
          <p:cNvSpPr>
            <a:spLocks xmlns:a="http://schemas.openxmlformats.org/drawingml/2006/main" noGrp="1"/>
          </p:cNvSpPr>
          <p:nvPr/>
        </p:nvSpPr>
        <p:spPr>
          <a:xfrm xmlns:a="http://schemas.openxmlformats.org/drawingml/2006/main">
            <a:off x="762000" y="3629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D19F4945-8995-42BD-B8F7-34F5F7101324}"/>
              </a:ext>
            </a:extLst>
          </p:cNvPr>
          <p:cNvSpPr>
            <a:spLocks xmlns:a="http://schemas.openxmlformats.org/drawingml/2006/main" noGrp="1"/>
          </p:cNvSpPr>
          <p:nvPr/>
        </p:nvSpPr>
        <p:spPr>
          <a:xfrm xmlns:a="http://schemas.openxmlformats.org/drawingml/2006/main">
            <a:off x="30575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E6C998E4-23F3-4CEA-932D-23B5B27946BA}"/>
              </a:ext>
            </a:extLst>
          </p:cNvPr>
          <p:cNvSpPr>
            <a:spLocks xmlns:a="http://schemas.openxmlformats.org/drawingml/2006/main" noGrp="1"/>
          </p:cNvSpPr>
          <p:nvPr/>
        </p:nvSpPr>
        <p:spPr>
          <a:xfrm xmlns:a="http://schemas.openxmlformats.org/drawingml/2006/main">
            <a:off x="185737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5897F6BF-8E4D-4AF6-9C96-090C95DD796E}"/>
              </a:ext>
            </a:extLst>
          </p:cNvPr>
          <p:cNvSpPr>
            <a:spLocks xmlns:a="http://schemas.openxmlformats.org/drawingml/2006/main" noGrp="1"/>
          </p:cNvSpPr>
          <p:nvPr/>
        </p:nvSpPr>
        <p:spPr>
          <a:xfrm xmlns:a="http://schemas.openxmlformats.org/drawingml/2006/main">
            <a:off x="18573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995ED35D-8457-409A-9052-DC6271784F68}"/>
              </a:ext>
            </a:extLst>
          </p:cNvPr>
          <p:cNvSpPr>
            <a:spLocks xmlns:a="http://schemas.openxmlformats.org/drawingml/2006/main" noGrp="1"/>
          </p:cNvSpPr>
          <p:nvPr/>
        </p:nvSpPr>
        <p:spPr>
          <a:xfrm xmlns:a="http://schemas.openxmlformats.org/drawingml/2006/main">
            <a:off x="225742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E3CD0B0F-0D49-4A98-985C-38E396A49EE4}"/>
              </a:ext>
            </a:extLst>
          </p:cNvPr>
          <p:cNvSpPr>
            <a:spLocks xmlns:a="http://schemas.openxmlformats.org/drawingml/2006/main" noGrp="1"/>
          </p:cNvSpPr>
          <p:nvPr/>
        </p:nvSpPr>
        <p:spPr>
          <a:xfrm xmlns:a="http://schemas.openxmlformats.org/drawingml/2006/main">
            <a:off x="22574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1D1C09C3-C1E4-4162-83B3-D907C7ED1E1A}"/>
              </a:ext>
            </a:extLst>
          </p:cNvPr>
          <p:cNvSpPr>
            <a:spLocks xmlns:a="http://schemas.openxmlformats.org/drawingml/2006/main" noGrp="1"/>
          </p:cNvSpPr>
          <p:nvPr/>
        </p:nvSpPr>
        <p:spPr>
          <a:xfrm xmlns:a="http://schemas.openxmlformats.org/drawingml/2006/main">
            <a:off x="2657475" y="353377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69C644D9-1B22-4729-9D90-25FF5087E166}"/>
              </a:ext>
            </a:extLst>
          </p:cNvPr>
          <p:cNvSpPr>
            <a:spLocks xmlns:a="http://schemas.openxmlformats.org/drawingml/2006/main" noGrp="1"/>
          </p:cNvSpPr>
          <p:nvPr/>
        </p:nvSpPr>
        <p:spPr>
          <a:xfrm xmlns:a="http://schemas.openxmlformats.org/drawingml/2006/main">
            <a:off x="26574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2E0F4838-30DE-4457-8DB4-1A37C18E1A17}"/>
              </a:ext>
            </a:extLst>
          </p:cNvPr>
          <p:cNvSpPr>
            <a:spLocks xmlns:a="http://schemas.openxmlformats.org/drawingml/2006/main" noGrp="1"/>
          </p:cNvSpPr>
          <p:nvPr/>
        </p:nvSpPr>
        <p:spPr>
          <a:xfrm xmlns:a="http://schemas.openxmlformats.org/drawingml/2006/main">
            <a:off x="3057525" y="35337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97EBAF84-CE0E-46D6-BBAB-2A910A8E4302}"/>
              </a:ext>
            </a:extLst>
          </p:cNvPr>
          <p:cNvSpPr>
            <a:spLocks xmlns:a="http://schemas.openxmlformats.org/drawingml/2006/main" noGrp="1"/>
          </p:cNvSpPr>
          <p:nvPr/>
        </p:nvSpPr>
        <p:spPr>
          <a:xfrm xmlns:a="http://schemas.openxmlformats.org/drawingml/2006/main">
            <a:off x="30575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200539B7-4D48-4C5B-8264-4B8634EECF11}"/>
              </a:ext>
            </a:extLst>
          </p:cNvPr>
          <p:cNvSpPr>
            <a:spLocks xmlns:a="http://schemas.openxmlformats.org/drawingml/2006/main" noGrp="1"/>
          </p:cNvSpPr>
          <p:nvPr/>
        </p:nvSpPr>
        <p:spPr>
          <a:xfrm xmlns:a="http://schemas.openxmlformats.org/drawingml/2006/main">
            <a:off x="3457575" y="353377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DE4F295B-38EF-49BD-8C65-98167C15C4FF}"/>
              </a:ext>
            </a:extLst>
          </p:cNvPr>
          <p:cNvSpPr>
            <a:spLocks xmlns:a="http://schemas.openxmlformats.org/drawingml/2006/main" noGrp="1"/>
          </p:cNvSpPr>
          <p:nvPr/>
        </p:nvSpPr>
        <p:spPr>
          <a:xfrm xmlns:a="http://schemas.openxmlformats.org/drawingml/2006/main">
            <a:off x="34575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3E0C6F18-86E1-449B-8F49-CD8172643D1D}"/>
              </a:ext>
            </a:extLst>
          </p:cNvPr>
          <p:cNvSpPr>
            <a:spLocks xmlns:a="http://schemas.openxmlformats.org/drawingml/2006/main" noGrp="1"/>
          </p:cNvSpPr>
          <p:nvPr/>
        </p:nvSpPr>
        <p:spPr>
          <a:xfrm xmlns:a="http://schemas.openxmlformats.org/drawingml/2006/main">
            <a:off x="3857625" y="35337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9C905BAF-47C6-468D-8563-15CA0560C862}"/>
              </a:ext>
            </a:extLst>
          </p:cNvPr>
          <p:cNvSpPr>
            <a:spLocks xmlns:a="http://schemas.openxmlformats.org/drawingml/2006/main" noGrp="1"/>
          </p:cNvSpPr>
          <p:nvPr/>
        </p:nvSpPr>
        <p:spPr>
          <a:xfrm xmlns:a="http://schemas.openxmlformats.org/drawingml/2006/main">
            <a:off x="38576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4D8BCBEC-1B0B-4411-8ADA-0F5F9D23579E}"/>
              </a:ext>
            </a:extLst>
          </p:cNvPr>
          <p:cNvSpPr>
            <a:spLocks xmlns:a="http://schemas.openxmlformats.org/drawingml/2006/main" noGrp="1"/>
          </p:cNvSpPr>
          <p:nvPr/>
        </p:nvSpPr>
        <p:spPr>
          <a:xfrm xmlns:a="http://schemas.openxmlformats.org/drawingml/2006/main">
            <a:off x="4257675" y="353377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45D9924E-4F9F-42D4-85A2-89B9B8F83085}"/>
              </a:ext>
            </a:extLst>
          </p:cNvPr>
          <p:cNvSpPr>
            <a:spLocks xmlns:a="http://schemas.openxmlformats.org/drawingml/2006/main" noGrp="1"/>
          </p:cNvSpPr>
          <p:nvPr/>
        </p:nvSpPr>
        <p:spPr>
          <a:xfrm xmlns:a="http://schemas.openxmlformats.org/drawingml/2006/main">
            <a:off x="42576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AE60A8C8-DDC8-4D59-9220-9CE630FDC4EC}"/>
              </a:ext>
            </a:extLst>
          </p:cNvPr>
          <p:cNvSpPr>
            <a:spLocks xmlns:a="http://schemas.openxmlformats.org/drawingml/2006/main" noGrp="1"/>
          </p:cNvSpPr>
          <p:nvPr/>
        </p:nvSpPr>
        <p:spPr>
          <a:xfrm xmlns:a="http://schemas.openxmlformats.org/drawingml/2006/main">
            <a:off x="4657725" y="35337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3A06B020-FF1E-4685-A903-41B521EA2B6A}"/>
              </a:ext>
            </a:extLst>
          </p:cNvPr>
          <p:cNvSpPr>
            <a:spLocks xmlns:a="http://schemas.openxmlformats.org/drawingml/2006/main" noGrp="1"/>
          </p:cNvSpPr>
          <p:nvPr/>
        </p:nvSpPr>
        <p:spPr>
          <a:xfrm xmlns:a="http://schemas.openxmlformats.org/drawingml/2006/main">
            <a:off x="46577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F9ECE654-DDBB-47A6-9FF2-7381179074BB}"/>
              </a:ext>
            </a:extLst>
          </p:cNvPr>
          <p:cNvSpPr>
            <a:spLocks xmlns:a="http://schemas.openxmlformats.org/drawingml/2006/main" noGrp="1"/>
          </p:cNvSpPr>
          <p:nvPr/>
        </p:nvSpPr>
        <p:spPr>
          <a:xfrm xmlns:a="http://schemas.openxmlformats.org/drawingml/2006/main">
            <a:off x="762000" y="40290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
            <a:extLst xmlns:a="http://schemas.openxmlformats.org/drawingml/2006/main">
              <a:ext uri="{FF2B5EF4-FFF2-40B4-BE49-F238E27FC236}">
                <a16:creationId xmlns:a16="http://schemas.microsoft.com/office/drawing/2014/main" id="{3211445E-74FD-4DFC-A034-F2C46F9D04D5}"/>
              </a:ext>
            </a:extLst>
          </p:cNvPr>
          <p:cNvSpPr>
            <a:spLocks xmlns:a="http://schemas.openxmlformats.org/drawingml/2006/main" noGrp="1"/>
          </p:cNvSpPr>
          <p:nvPr/>
        </p:nvSpPr>
        <p:spPr>
          <a:xfrm xmlns:a="http://schemas.openxmlformats.org/drawingml/2006/main">
            <a:off x="34575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Shuck</a:t>
            </a:r>
          </a:p>
        </p:txBody>
      </p:sp>
      <p:sp>
        <p:nvSpPr>
          <p:cNvPr id="79" name="Spearman shucked_weight length">
            <a:extLst xmlns:a="http://schemas.openxmlformats.org/drawingml/2006/main">
              <a:ext uri="{FF2B5EF4-FFF2-40B4-BE49-F238E27FC236}">
                <a16:creationId xmlns:a16="http://schemas.microsoft.com/office/drawing/2014/main" id="{F06FD58D-3B39-46ED-BF4C-6EA1117D36BA}"/>
              </a:ext>
            </a:extLst>
          </p:cNvPr>
          <p:cNvSpPr>
            <a:spLocks xmlns:a="http://schemas.openxmlformats.org/drawingml/2006/main" noGrp="1"/>
          </p:cNvSpPr>
          <p:nvPr/>
        </p:nvSpPr>
        <p:spPr>
          <a:xfrm xmlns:a="http://schemas.openxmlformats.org/drawingml/2006/main">
            <a:off x="1857375" y="39338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9C2C3F3A-65A0-45D9-8879-177934064473}"/>
              </a:ext>
            </a:extLst>
          </p:cNvPr>
          <p:cNvSpPr>
            <a:spLocks xmlns:a="http://schemas.openxmlformats.org/drawingml/2006/main" noGrp="1"/>
          </p:cNvSpPr>
          <p:nvPr/>
        </p:nvSpPr>
        <p:spPr>
          <a:xfrm xmlns:a="http://schemas.openxmlformats.org/drawingml/2006/main">
            <a:off x="18573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7807861C-4FED-4B7C-957E-9C2653BBBB3A}"/>
              </a:ext>
            </a:extLst>
          </p:cNvPr>
          <p:cNvSpPr>
            <a:spLocks xmlns:a="http://schemas.openxmlformats.org/drawingml/2006/main" noGrp="1"/>
          </p:cNvSpPr>
          <p:nvPr/>
        </p:nvSpPr>
        <p:spPr>
          <a:xfrm xmlns:a="http://schemas.openxmlformats.org/drawingml/2006/main">
            <a:off x="2257425" y="39338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65563680-3FF1-4CFF-A867-BE31F22034AA}"/>
              </a:ext>
            </a:extLst>
          </p:cNvPr>
          <p:cNvSpPr>
            <a:spLocks xmlns:a="http://schemas.openxmlformats.org/drawingml/2006/main" noGrp="1"/>
          </p:cNvSpPr>
          <p:nvPr/>
        </p:nvSpPr>
        <p:spPr>
          <a:xfrm xmlns:a="http://schemas.openxmlformats.org/drawingml/2006/main">
            <a:off x="22574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F3839A3C-478B-468F-84E0-B905B5B01F5E}"/>
              </a:ext>
            </a:extLst>
          </p:cNvPr>
          <p:cNvSpPr>
            <a:spLocks xmlns:a="http://schemas.openxmlformats.org/drawingml/2006/main" noGrp="1"/>
          </p:cNvSpPr>
          <p:nvPr/>
        </p:nvSpPr>
        <p:spPr>
          <a:xfrm xmlns:a="http://schemas.openxmlformats.org/drawingml/2006/main">
            <a:off x="2657475" y="39338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FEF78C82-8F45-4018-A44F-3965A4EB7727}"/>
              </a:ext>
            </a:extLst>
          </p:cNvPr>
          <p:cNvSpPr>
            <a:spLocks xmlns:a="http://schemas.openxmlformats.org/drawingml/2006/main" noGrp="1"/>
          </p:cNvSpPr>
          <p:nvPr/>
        </p:nvSpPr>
        <p:spPr>
          <a:xfrm xmlns:a="http://schemas.openxmlformats.org/drawingml/2006/main">
            <a:off x="26574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A2DFD9F9-D407-4E02-BECC-4C2740856B6A}"/>
              </a:ext>
            </a:extLst>
          </p:cNvPr>
          <p:cNvSpPr>
            <a:spLocks xmlns:a="http://schemas.openxmlformats.org/drawingml/2006/main" noGrp="1"/>
          </p:cNvSpPr>
          <p:nvPr/>
        </p:nvSpPr>
        <p:spPr>
          <a:xfrm xmlns:a="http://schemas.openxmlformats.org/drawingml/2006/main">
            <a:off x="3057525" y="393382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2DAED3C2-65B7-48DF-9AA5-522903DAF888}"/>
              </a:ext>
            </a:extLst>
          </p:cNvPr>
          <p:cNvSpPr>
            <a:spLocks xmlns:a="http://schemas.openxmlformats.org/drawingml/2006/main" noGrp="1"/>
          </p:cNvSpPr>
          <p:nvPr/>
        </p:nvSpPr>
        <p:spPr>
          <a:xfrm xmlns:a="http://schemas.openxmlformats.org/drawingml/2006/main">
            <a:off x="30575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5ECE0B1B-7786-419E-82F6-44E65C8E713F}"/>
              </a:ext>
            </a:extLst>
          </p:cNvPr>
          <p:cNvSpPr>
            <a:spLocks xmlns:a="http://schemas.openxmlformats.org/drawingml/2006/main" noGrp="1"/>
          </p:cNvSpPr>
          <p:nvPr/>
        </p:nvSpPr>
        <p:spPr>
          <a:xfrm xmlns:a="http://schemas.openxmlformats.org/drawingml/2006/main">
            <a:off x="3457575" y="39338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F2BB2FC3-5249-44A1-9D5B-73B20341A95F}"/>
              </a:ext>
            </a:extLst>
          </p:cNvPr>
          <p:cNvSpPr>
            <a:spLocks xmlns:a="http://schemas.openxmlformats.org/drawingml/2006/main" noGrp="1"/>
          </p:cNvSpPr>
          <p:nvPr/>
        </p:nvSpPr>
        <p:spPr>
          <a:xfrm xmlns:a="http://schemas.openxmlformats.org/drawingml/2006/main">
            <a:off x="34575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1D981230-CD15-49A0-AF07-111E6D7F9AB2}"/>
              </a:ext>
            </a:extLst>
          </p:cNvPr>
          <p:cNvSpPr>
            <a:spLocks xmlns:a="http://schemas.openxmlformats.org/drawingml/2006/main" noGrp="1"/>
          </p:cNvSpPr>
          <p:nvPr/>
        </p:nvSpPr>
        <p:spPr>
          <a:xfrm xmlns:a="http://schemas.openxmlformats.org/drawingml/2006/main">
            <a:off x="3857625" y="39338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E6D1D5ED-EEBB-4850-9BFE-6CAF7629E30C}"/>
              </a:ext>
            </a:extLst>
          </p:cNvPr>
          <p:cNvSpPr>
            <a:spLocks xmlns:a="http://schemas.openxmlformats.org/drawingml/2006/main" noGrp="1"/>
          </p:cNvSpPr>
          <p:nvPr/>
        </p:nvSpPr>
        <p:spPr>
          <a:xfrm xmlns:a="http://schemas.openxmlformats.org/drawingml/2006/main">
            <a:off x="38576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27B76E92-67B2-4349-8CCA-AABE980D181D}"/>
              </a:ext>
            </a:extLst>
          </p:cNvPr>
          <p:cNvSpPr>
            <a:spLocks xmlns:a="http://schemas.openxmlformats.org/drawingml/2006/main" noGrp="1"/>
          </p:cNvSpPr>
          <p:nvPr/>
        </p:nvSpPr>
        <p:spPr>
          <a:xfrm xmlns:a="http://schemas.openxmlformats.org/drawingml/2006/main">
            <a:off x="4257675" y="39338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98CCC187-328E-433A-929E-9D747FFF9A8C}"/>
              </a:ext>
            </a:extLst>
          </p:cNvPr>
          <p:cNvSpPr>
            <a:spLocks xmlns:a="http://schemas.openxmlformats.org/drawingml/2006/main" noGrp="1"/>
          </p:cNvSpPr>
          <p:nvPr/>
        </p:nvSpPr>
        <p:spPr>
          <a:xfrm xmlns:a="http://schemas.openxmlformats.org/drawingml/2006/main">
            <a:off x="42576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AF4BDFA8-840E-4752-9551-6475D5469806}"/>
              </a:ext>
            </a:extLst>
          </p:cNvPr>
          <p:cNvSpPr>
            <a:spLocks xmlns:a="http://schemas.openxmlformats.org/drawingml/2006/main" noGrp="1"/>
          </p:cNvSpPr>
          <p:nvPr/>
        </p:nvSpPr>
        <p:spPr>
          <a:xfrm xmlns:a="http://schemas.openxmlformats.org/drawingml/2006/main">
            <a:off x="4657725" y="393382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4354C929-F6B1-46F8-9E1C-4B224FAF902F}"/>
              </a:ext>
            </a:extLst>
          </p:cNvPr>
          <p:cNvSpPr>
            <a:spLocks xmlns:a="http://schemas.openxmlformats.org/drawingml/2006/main" noGrp="1"/>
          </p:cNvSpPr>
          <p:nvPr/>
        </p:nvSpPr>
        <p:spPr>
          <a:xfrm xmlns:a="http://schemas.openxmlformats.org/drawingml/2006/main">
            <a:off x="46577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7E8BAC42-FC98-47DB-8E5A-BAE5E22A376D}"/>
              </a:ext>
            </a:extLst>
          </p:cNvPr>
          <p:cNvSpPr>
            <a:spLocks xmlns:a="http://schemas.openxmlformats.org/drawingml/2006/main" noGrp="1"/>
          </p:cNvSpPr>
          <p:nvPr/>
        </p:nvSpPr>
        <p:spPr>
          <a:xfrm xmlns:a="http://schemas.openxmlformats.org/drawingml/2006/main">
            <a:off x="762000" y="4429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
            <a:extLst xmlns:a="http://schemas.openxmlformats.org/drawingml/2006/main">
              <a:ext uri="{FF2B5EF4-FFF2-40B4-BE49-F238E27FC236}">
                <a16:creationId xmlns:a16="http://schemas.microsoft.com/office/drawing/2014/main" id="{D90666B8-4777-4EE8-BF10-DEF3649A279F}"/>
              </a:ext>
            </a:extLst>
          </p:cNvPr>
          <p:cNvSpPr>
            <a:spLocks xmlns:a="http://schemas.openxmlformats.org/drawingml/2006/main" noGrp="1"/>
          </p:cNvSpPr>
          <p:nvPr/>
        </p:nvSpPr>
        <p:spPr>
          <a:xfrm xmlns:a="http://schemas.openxmlformats.org/drawingml/2006/main">
            <a:off x="38576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Visc</a:t>
            </a:r>
          </a:p>
        </p:txBody>
      </p:sp>
      <p:sp>
        <p:nvSpPr>
          <p:cNvPr id="97" name="Spearman viscera_weight length">
            <a:extLst xmlns:a="http://schemas.openxmlformats.org/drawingml/2006/main">
              <a:ext uri="{FF2B5EF4-FFF2-40B4-BE49-F238E27FC236}">
                <a16:creationId xmlns:a16="http://schemas.microsoft.com/office/drawing/2014/main" id="{834D3807-E8E1-44C2-892D-715480DC3987}"/>
              </a:ext>
            </a:extLst>
          </p:cNvPr>
          <p:cNvSpPr>
            <a:spLocks xmlns:a="http://schemas.openxmlformats.org/drawingml/2006/main" noGrp="1"/>
          </p:cNvSpPr>
          <p:nvPr/>
        </p:nvSpPr>
        <p:spPr>
          <a:xfrm xmlns:a="http://schemas.openxmlformats.org/drawingml/2006/main">
            <a:off x="1857375" y="43338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0C770643-700A-4852-A410-5A7F4BFBC1FC}"/>
              </a:ext>
            </a:extLst>
          </p:cNvPr>
          <p:cNvSpPr>
            <a:spLocks xmlns:a="http://schemas.openxmlformats.org/drawingml/2006/main" noGrp="1"/>
          </p:cNvSpPr>
          <p:nvPr/>
        </p:nvSpPr>
        <p:spPr>
          <a:xfrm xmlns:a="http://schemas.openxmlformats.org/drawingml/2006/main">
            <a:off x="18573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F2211A17-7FC1-4B36-8648-0445E7A97B14}"/>
              </a:ext>
            </a:extLst>
          </p:cNvPr>
          <p:cNvSpPr>
            <a:spLocks xmlns:a="http://schemas.openxmlformats.org/drawingml/2006/main" noGrp="1"/>
          </p:cNvSpPr>
          <p:nvPr/>
        </p:nvSpPr>
        <p:spPr>
          <a:xfrm xmlns:a="http://schemas.openxmlformats.org/drawingml/2006/main">
            <a:off x="225742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E788E61D-3DC8-44C0-B3AB-1A4FE0559FB3}"/>
              </a:ext>
            </a:extLst>
          </p:cNvPr>
          <p:cNvSpPr>
            <a:spLocks xmlns:a="http://schemas.openxmlformats.org/drawingml/2006/main" noGrp="1"/>
          </p:cNvSpPr>
          <p:nvPr/>
        </p:nvSpPr>
        <p:spPr>
          <a:xfrm xmlns:a="http://schemas.openxmlformats.org/drawingml/2006/main">
            <a:off x="22574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BB141C0C-1B07-4873-BC94-2775F49AA37C}"/>
              </a:ext>
            </a:extLst>
          </p:cNvPr>
          <p:cNvSpPr>
            <a:spLocks xmlns:a="http://schemas.openxmlformats.org/drawingml/2006/main" noGrp="1"/>
          </p:cNvSpPr>
          <p:nvPr/>
        </p:nvSpPr>
        <p:spPr>
          <a:xfrm xmlns:a="http://schemas.openxmlformats.org/drawingml/2006/main">
            <a:off x="2657475" y="433387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6C863A3C-01A8-45C8-9B68-724B5C6C38DA}"/>
              </a:ext>
            </a:extLst>
          </p:cNvPr>
          <p:cNvSpPr>
            <a:spLocks xmlns:a="http://schemas.openxmlformats.org/drawingml/2006/main" noGrp="1"/>
          </p:cNvSpPr>
          <p:nvPr/>
        </p:nvSpPr>
        <p:spPr>
          <a:xfrm xmlns:a="http://schemas.openxmlformats.org/drawingml/2006/main">
            <a:off x="26574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5E89A701-358E-4B47-B449-91C66D10C628}"/>
              </a:ext>
            </a:extLst>
          </p:cNvPr>
          <p:cNvSpPr>
            <a:spLocks xmlns:a="http://schemas.openxmlformats.org/drawingml/2006/main" noGrp="1"/>
          </p:cNvSpPr>
          <p:nvPr/>
        </p:nvSpPr>
        <p:spPr>
          <a:xfrm xmlns:a="http://schemas.openxmlformats.org/drawingml/2006/main">
            <a:off x="3057525" y="43338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1B925F6E-03D5-40ED-9766-6EAD0CE3E7B1}"/>
              </a:ext>
            </a:extLst>
          </p:cNvPr>
          <p:cNvSpPr>
            <a:spLocks xmlns:a="http://schemas.openxmlformats.org/drawingml/2006/main" noGrp="1"/>
          </p:cNvSpPr>
          <p:nvPr/>
        </p:nvSpPr>
        <p:spPr>
          <a:xfrm xmlns:a="http://schemas.openxmlformats.org/drawingml/2006/main">
            <a:off x="30575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655AAE15-9C3B-42DA-B2E8-8139812BF573}"/>
              </a:ext>
            </a:extLst>
          </p:cNvPr>
          <p:cNvSpPr>
            <a:spLocks xmlns:a="http://schemas.openxmlformats.org/drawingml/2006/main" noGrp="1"/>
          </p:cNvSpPr>
          <p:nvPr/>
        </p:nvSpPr>
        <p:spPr>
          <a:xfrm xmlns:a="http://schemas.openxmlformats.org/drawingml/2006/main">
            <a:off x="345757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1D4D1A4B-D69F-467E-B92C-F66CACCC9E42}"/>
              </a:ext>
            </a:extLst>
          </p:cNvPr>
          <p:cNvSpPr>
            <a:spLocks xmlns:a="http://schemas.openxmlformats.org/drawingml/2006/main" noGrp="1"/>
          </p:cNvSpPr>
          <p:nvPr/>
        </p:nvSpPr>
        <p:spPr>
          <a:xfrm xmlns:a="http://schemas.openxmlformats.org/drawingml/2006/main">
            <a:off x="34575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CDDE0E24-75D3-42DE-B1A8-3399CC266B18}"/>
              </a:ext>
            </a:extLst>
          </p:cNvPr>
          <p:cNvSpPr>
            <a:spLocks xmlns:a="http://schemas.openxmlformats.org/drawingml/2006/main" noGrp="1"/>
          </p:cNvSpPr>
          <p:nvPr/>
        </p:nvSpPr>
        <p:spPr>
          <a:xfrm xmlns:a="http://schemas.openxmlformats.org/drawingml/2006/main">
            <a:off x="3857625" y="43338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5CF319D6-AE99-4A79-A69C-9AEEB31400CD}"/>
              </a:ext>
            </a:extLst>
          </p:cNvPr>
          <p:cNvSpPr>
            <a:spLocks xmlns:a="http://schemas.openxmlformats.org/drawingml/2006/main" noGrp="1"/>
          </p:cNvSpPr>
          <p:nvPr/>
        </p:nvSpPr>
        <p:spPr>
          <a:xfrm xmlns:a="http://schemas.openxmlformats.org/drawingml/2006/main">
            <a:off x="38576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B6554042-98F7-4E79-B018-AB1929B4A31E}"/>
              </a:ext>
            </a:extLst>
          </p:cNvPr>
          <p:cNvSpPr>
            <a:spLocks xmlns:a="http://schemas.openxmlformats.org/drawingml/2006/main" noGrp="1"/>
          </p:cNvSpPr>
          <p:nvPr/>
        </p:nvSpPr>
        <p:spPr>
          <a:xfrm xmlns:a="http://schemas.openxmlformats.org/drawingml/2006/main">
            <a:off x="4257675" y="433387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C26BFF34-BC9A-41E4-B9F8-4624B1BCE475}"/>
              </a:ext>
            </a:extLst>
          </p:cNvPr>
          <p:cNvSpPr>
            <a:spLocks xmlns:a="http://schemas.openxmlformats.org/drawingml/2006/main" noGrp="1"/>
          </p:cNvSpPr>
          <p:nvPr/>
        </p:nvSpPr>
        <p:spPr>
          <a:xfrm xmlns:a="http://schemas.openxmlformats.org/drawingml/2006/main">
            <a:off x="42576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7573BDD2-B9E2-4C8C-AF4D-2EC656D40A9D}"/>
              </a:ext>
            </a:extLst>
          </p:cNvPr>
          <p:cNvSpPr>
            <a:spLocks xmlns:a="http://schemas.openxmlformats.org/drawingml/2006/main" noGrp="1"/>
          </p:cNvSpPr>
          <p:nvPr/>
        </p:nvSpPr>
        <p:spPr>
          <a:xfrm xmlns:a="http://schemas.openxmlformats.org/drawingml/2006/main">
            <a:off x="4657725" y="43338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E24C824E-107A-4715-BC63-FED0589FC421}"/>
              </a:ext>
            </a:extLst>
          </p:cNvPr>
          <p:cNvSpPr>
            <a:spLocks xmlns:a="http://schemas.openxmlformats.org/drawingml/2006/main" noGrp="1"/>
          </p:cNvSpPr>
          <p:nvPr/>
        </p:nvSpPr>
        <p:spPr>
          <a:xfrm xmlns:a="http://schemas.openxmlformats.org/drawingml/2006/main">
            <a:off x="46577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898AFD47-D424-40E4-940E-2B9D0840527F}"/>
              </a:ext>
            </a:extLst>
          </p:cNvPr>
          <p:cNvSpPr>
            <a:spLocks xmlns:a="http://schemas.openxmlformats.org/drawingml/2006/main" noGrp="1"/>
          </p:cNvSpPr>
          <p:nvPr/>
        </p:nvSpPr>
        <p:spPr>
          <a:xfrm xmlns:a="http://schemas.openxmlformats.org/drawingml/2006/main">
            <a:off x="762000" y="4829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3BEB2E41-EC50-4150-8E70-FA321B80CE81}"/>
              </a:ext>
            </a:extLst>
          </p:cNvPr>
          <p:cNvSpPr>
            <a:spLocks xmlns:a="http://schemas.openxmlformats.org/drawingml/2006/main" noGrp="1"/>
          </p:cNvSpPr>
          <p:nvPr/>
        </p:nvSpPr>
        <p:spPr>
          <a:xfrm xmlns:a="http://schemas.openxmlformats.org/drawingml/2006/main">
            <a:off x="42576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599C3EBB-5960-4F2E-A822-804762C61561}"/>
              </a:ext>
            </a:extLst>
          </p:cNvPr>
          <p:cNvSpPr>
            <a:spLocks xmlns:a="http://schemas.openxmlformats.org/drawingml/2006/main" noGrp="1"/>
          </p:cNvSpPr>
          <p:nvPr/>
        </p:nvSpPr>
        <p:spPr>
          <a:xfrm xmlns:a="http://schemas.openxmlformats.org/drawingml/2006/main">
            <a:off x="1857375" y="47339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E162D07F-28F2-40A9-B91A-575AC3D1E8C7}"/>
              </a:ext>
            </a:extLst>
          </p:cNvPr>
          <p:cNvSpPr>
            <a:spLocks xmlns:a="http://schemas.openxmlformats.org/drawingml/2006/main" noGrp="1"/>
          </p:cNvSpPr>
          <p:nvPr/>
        </p:nvSpPr>
        <p:spPr>
          <a:xfrm xmlns:a="http://schemas.openxmlformats.org/drawingml/2006/main">
            <a:off x="18573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546BC73B-F635-4A56-A4DC-2B1CB31C5212}"/>
              </a:ext>
            </a:extLst>
          </p:cNvPr>
          <p:cNvSpPr>
            <a:spLocks xmlns:a="http://schemas.openxmlformats.org/drawingml/2006/main" noGrp="1"/>
          </p:cNvSpPr>
          <p:nvPr/>
        </p:nvSpPr>
        <p:spPr>
          <a:xfrm xmlns:a="http://schemas.openxmlformats.org/drawingml/2006/main">
            <a:off x="2257425" y="47339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05280A59-6B98-4336-99B7-D2E2EA36A9BB}"/>
              </a:ext>
            </a:extLst>
          </p:cNvPr>
          <p:cNvSpPr>
            <a:spLocks xmlns:a="http://schemas.openxmlformats.org/drawingml/2006/main" noGrp="1"/>
          </p:cNvSpPr>
          <p:nvPr/>
        </p:nvSpPr>
        <p:spPr>
          <a:xfrm xmlns:a="http://schemas.openxmlformats.org/drawingml/2006/main">
            <a:off x="22574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B9E8FE56-B57B-4DCD-BD58-B20D5B981B53}"/>
              </a:ext>
            </a:extLst>
          </p:cNvPr>
          <p:cNvSpPr>
            <a:spLocks xmlns:a="http://schemas.openxmlformats.org/drawingml/2006/main" noGrp="1"/>
          </p:cNvSpPr>
          <p:nvPr/>
        </p:nvSpPr>
        <p:spPr>
          <a:xfrm xmlns:a="http://schemas.openxmlformats.org/drawingml/2006/main">
            <a:off x="2657475" y="47339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AA9BAFFA-000E-426F-A342-05D40D6BC8B4}"/>
              </a:ext>
            </a:extLst>
          </p:cNvPr>
          <p:cNvSpPr>
            <a:spLocks xmlns:a="http://schemas.openxmlformats.org/drawingml/2006/main" noGrp="1"/>
          </p:cNvSpPr>
          <p:nvPr/>
        </p:nvSpPr>
        <p:spPr>
          <a:xfrm xmlns:a="http://schemas.openxmlformats.org/drawingml/2006/main">
            <a:off x="26574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1A6FC9B9-1871-41B2-BC46-043AE5949ED9}"/>
              </a:ext>
            </a:extLst>
          </p:cNvPr>
          <p:cNvSpPr>
            <a:spLocks xmlns:a="http://schemas.openxmlformats.org/drawingml/2006/main" noGrp="1"/>
          </p:cNvSpPr>
          <p:nvPr/>
        </p:nvSpPr>
        <p:spPr>
          <a:xfrm xmlns:a="http://schemas.openxmlformats.org/drawingml/2006/main">
            <a:off x="3057525" y="473392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22D61A2F-61D5-419B-BB03-CE6540BF2E1B}"/>
              </a:ext>
            </a:extLst>
          </p:cNvPr>
          <p:cNvSpPr>
            <a:spLocks xmlns:a="http://schemas.openxmlformats.org/drawingml/2006/main" noGrp="1"/>
          </p:cNvSpPr>
          <p:nvPr/>
        </p:nvSpPr>
        <p:spPr>
          <a:xfrm xmlns:a="http://schemas.openxmlformats.org/drawingml/2006/main">
            <a:off x="30575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20A38159-3028-477A-BEE3-E5FBFA4C6A86}"/>
              </a:ext>
            </a:extLst>
          </p:cNvPr>
          <p:cNvSpPr>
            <a:spLocks xmlns:a="http://schemas.openxmlformats.org/drawingml/2006/main" noGrp="1"/>
          </p:cNvSpPr>
          <p:nvPr/>
        </p:nvSpPr>
        <p:spPr>
          <a:xfrm xmlns:a="http://schemas.openxmlformats.org/drawingml/2006/main">
            <a:off x="3457575" y="47339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B4BAEECE-0F19-4248-ACEB-42A35C1705A8}"/>
              </a:ext>
            </a:extLst>
          </p:cNvPr>
          <p:cNvSpPr>
            <a:spLocks xmlns:a="http://schemas.openxmlformats.org/drawingml/2006/main" noGrp="1"/>
          </p:cNvSpPr>
          <p:nvPr/>
        </p:nvSpPr>
        <p:spPr>
          <a:xfrm xmlns:a="http://schemas.openxmlformats.org/drawingml/2006/main">
            <a:off x="34575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D0242091-9B29-44DA-8871-F0C237841510}"/>
              </a:ext>
            </a:extLst>
          </p:cNvPr>
          <p:cNvSpPr>
            <a:spLocks xmlns:a="http://schemas.openxmlformats.org/drawingml/2006/main" noGrp="1"/>
          </p:cNvSpPr>
          <p:nvPr/>
        </p:nvSpPr>
        <p:spPr>
          <a:xfrm xmlns:a="http://schemas.openxmlformats.org/drawingml/2006/main">
            <a:off x="3857625" y="473392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B6874AD9-2FA9-4833-BBE7-7C84391FF728}"/>
              </a:ext>
            </a:extLst>
          </p:cNvPr>
          <p:cNvSpPr>
            <a:spLocks xmlns:a="http://schemas.openxmlformats.org/drawingml/2006/main" noGrp="1"/>
          </p:cNvSpPr>
          <p:nvPr/>
        </p:nvSpPr>
        <p:spPr>
          <a:xfrm xmlns:a="http://schemas.openxmlformats.org/drawingml/2006/main">
            <a:off x="38576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7BF02910-1096-40B4-AA01-19E24ACDE746}"/>
              </a:ext>
            </a:extLst>
          </p:cNvPr>
          <p:cNvSpPr>
            <a:spLocks xmlns:a="http://schemas.openxmlformats.org/drawingml/2006/main" noGrp="1"/>
          </p:cNvSpPr>
          <p:nvPr/>
        </p:nvSpPr>
        <p:spPr>
          <a:xfrm xmlns:a="http://schemas.openxmlformats.org/drawingml/2006/main">
            <a:off x="4257675" y="47339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B34141F4-7097-4821-B731-186B1C57EC11}"/>
              </a:ext>
            </a:extLst>
          </p:cNvPr>
          <p:cNvSpPr>
            <a:spLocks xmlns:a="http://schemas.openxmlformats.org/drawingml/2006/main" noGrp="1"/>
          </p:cNvSpPr>
          <p:nvPr/>
        </p:nvSpPr>
        <p:spPr>
          <a:xfrm xmlns:a="http://schemas.openxmlformats.org/drawingml/2006/main">
            <a:off x="42576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C01282C7-8FB2-42CD-85C8-B929BB1B4955}"/>
              </a:ext>
            </a:extLst>
          </p:cNvPr>
          <p:cNvSpPr>
            <a:spLocks xmlns:a="http://schemas.openxmlformats.org/drawingml/2006/main" noGrp="1"/>
          </p:cNvSpPr>
          <p:nvPr/>
        </p:nvSpPr>
        <p:spPr>
          <a:xfrm xmlns:a="http://schemas.openxmlformats.org/drawingml/2006/main">
            <a:off x="4657725" y="473392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CC3A6639-B0F5-42EB-B68C-70F38360078C}"/>
              </a:ext>
            </a:extLst>
          </p:cNvPr>
          <p:cNvSpPr>
            <a:spLocks xmlns:a="http://schemas.openxmlformats.org/drawingml/2006/main" noGrp="1"/>
          </p:cNvSpPr>
          <p:nvPr/>
        </p:nvSpPr>
        <p:spPr>
          <a:xfrm xmlns:a="http://schemas.openxmlformats.org/drawingml/2006/main">
            <a:off x="46577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F6C1CDD4-E1A6-45EF-AB99-91770A9C40F7}"/>
              </a:ext>
            </a:extLst>
          </p:cNvPr>
          <p:cNvSpPr>
            <a:spLocks xmlns:a="http://schemas.openxmlformats.org/drawingml/2006/main" noGrp="1"/>
          </p:cNvSpPr>
          <p:nvPr/>
        </p:nvSpPr>
        <p:spPr>
          <a:xfrm xmlns:a="http://schemas.openxmlformats.org/drawingml/2006/main">
            <a:off x="762000" y="5229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DECA4C3C-A157-45C2-99B3-2B7E4BFEBE1A}"/>
              </a:ext>
            </a:extLst>
          </p:cNvPr>
          <p:cNvSpPr>
            <a:spLocks xmlns:a="http://schemas.openxmlformats.org/drawingml/2006/main" noGrp="1"/>
          </p:cNvSpPr>
          <p:nvPr/>
        </p:nvSpPr>
        <p:spPr>
          <a:xfrm xmlns:a="http://schemas.openxmlformats.org/drawingml/2006/main">
            <a:off x="46577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209EECD1-4D20-4016-9357-94D42C4994A4}"/>
              </a:ext>
            </a:extLst>
          </p:cNvPr>
          <p:cNvSpPr>
            <a:spLocks xmlns:a="http://schemas.openxmlformats.org/drawingml/2006/main" noGrp="1"/>
          </p:cNvSpPr>
          <p:nvPr/>
        </p:nvSpPr>
        <p:spPr>
          <a:xfrm xmlns:a="http://schemas.openxmlformats.org/drawingml/2006/main">
            <a:off x="1857375" y="513397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CF33266D-506B-4BD9-85A9-56AB1899A3ED}"/>
              </a:ext>
            </a:extLst>
          </p:cNvPr>
          <p:cNvSpPr>
            <a:spLocks xmlns:a="http://schemas.openxmlformats.org/drawingml/2006/main" noGrp="1"/>
          </p:cNvSpPr>
          <p:nvPr/>
        </p:nvSpPr>
        <p:spPr>
          <a:xfrm xmlns:a="http://schemas.openxmlformats.org/drawingml/2006/main">
            <a:off x="18573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35AD3C76-1C55-4D3A-9504-2EC63ED98863}"/>
              </a:ext>
            </a:extLst>
          </p:cNvPr>
          <p:cNvSpPr>
            <a:spLocks xmlns:a="http://schemas.openxmlformats.org/drawingml/2006/main" noGrp="1"/>
          </p:cNvSpPr>
          <p:nvPr/>
        </p:nvSpPr>
        <p:spPr>
          <a:xfrm xmlns:a="http://schemas.openxmlformats.org/drawingml/2006/main">
            <a:off x="2257425" y="51339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E3BE5B74-236E-4AAC-AF95-C09F3D512D63}"/>
              </a:ext>
            </a:extLst>
          </p:cNvPr>
          <p:cNvSpPr>
            <a:spLocks xmlns:a="http://schemas.openxmlformats.org/drawingml/2006/main" noGrp="1"/>
          </p:cNvSpPr>
          <p:nvPr/>
        </p:nvSpPr>
        <p:spPr>
          <a:xfrm xmlns:a="http://schemas.openxmlformats.org/drawingml/2006/main">
            <a:off x="22574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AD19B853-F8ED-40DE-A586-CDAD430EBE83}"/>
              </a:ext>
            </a:extLst>
          </p:cNvPr>
          <p:cNvSpPr>
            <a:spLocks xmlns:a="http://schemas.openxmlformats.org/drawingml/2006/main" noGrp="1"/>
          </p:cNvSpPr>
          <p:nvPr/>
        </p:nvSpPr>
        <p:spPr>
          <a:xfrm xmlns:a="http://schemas.openxmlformats.org/drawingml/2006/main">
            <a:off x="2657475" y="513397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CAE616B7-269C-4ACB-8D8C-3549BC68FA93}"/>
              </a:ext>
            </a:extLst>
          </p:cNvPr>
          <p:cNvSpPr>
            <a:spLocks xmlns:a="http://schemas.openxmlformats.org/drawingml/2006/main" noGrp="1"/>
          </p:cNvSpPr>
          <p:nvPr/>
        </p:nvSpPr>
        <p:spPr>
          <a:xfrm xmlns:a="http://schemas.openxmlformats.org/drawingml/2006/main">
            <a:off x="26574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22B50B5B-C203-44D9-A609-A619599F2264}"/>
              </a:ext>
            </a:extLst>
          </p:cNvPr>
          <p:cNvSpPr>
            <a:spLocks xmlns:a="http://schemas.openxmlformats.org/drawingml/2006/main" noGrp="1"/>
          </p:cNvSpPr>
          <p:nvPr/>
        </p:nvSpPr>
        <p:spPr>
          <a:xfrm xmlns:a="http://schemas.openxmlformats.org/drawingml/2006/main">
            <a:off x="3057525" y="51339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5ECAAD6A-947A-4722-8E4D-DDEDD14409F1}"/>
              </a:ext>
            </a:extLst>
          </p:cNvPr>
          <p:cNvSpPr>
            <a:spLocks xmlns:a="http://schemas.openxmlformats.org/drawingml/2006/main" noGrp="1"/>
          </p:cNvSpPr>
          <p:nvPr/>
        </p:nvSpPr>
        <p:spPr>
          <a:xfrm xmlns:a="http://schemas.openxmlformats.org/drawingml/2006/main">
            <a:off x="30575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F27E7926-EB94-4666-8B11-E128E95F8771}"/>
              </a:ext>
            </a:extLst>
          </p:cNvPr>
          <p:cNvSpPr>
            <a:spLocks xmlns:a="http://schemas.openxmlformats.org/drawingml/2006/main" noGrp="1"/>
          </p:cNvSpPr>
          <p:nvPr/>
        </p:nvSpPr>
        <p:spPr>
          <a:xfrm xmlns:a="http://schemas.openxmlformats.org/drawingml/2006/main">
            <a:off x="3457575" y="513397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CDD43554-24E8-49F7-82C3-DF79C947927E}"/>
              </a:ext>
            </a:extLst>
          </p:cNvPr>
          <p:cNvSpPr>
            <a:spLocks xmlns:a="http://schemas.openxmlformats.org/drawingml/2006/main" noGrp="1"/>
          </p:cNvSpPr>
          <p:nvPr/>
        </p:nvSpPr>
        <p:spPr>
          <a:xfrm xmlns:a="http://schemas.openxmlformats.org/drawingml/2006/main">
            <a:off x="34575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2AB8DCE6-72CA-4129-841D-370F792A4182}"/>
              </a:ext>
            </a:extLst>
          </p:cNvPr>
          <p:cNvSpPr>
            <a:spLocks xmlns:a="http://schemas.openxmlformats.org/drawingml/2006/main" noGrp="1"/>
          </p:cNvSpPr>
          <p:nvPr/>
        </p:nvSpPr>
        <p:spPr>
          <a:xfrm xmlns:a="http://schemas.openxmlformats.org/drawingml/2006/main">
            <a:off x="3857625" y="51339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16099922-0E7E-4B1A-B86B-4CD73DE858B9}"/>
              </a:ext>
            </a:extLst>
          </p:cNvPr>
          <p:cNvSpPr>
            <a:spLocks xmlns:a="http://schemas.openxmlformats.org/drawingml/2006/main" noGrp="1"/>
          </p:cNvSpPr>
          <p:nvPr/>
        </p:nvSpPr>
        <p:spPr>
          <a:xfrm xmlns:a="http://schemas.openxmlformats.org/drawingml/2006/main">
            <a:off x="38576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ADA2B61F-3C8E-45CE-9B7F-C362CBB6F1D4}"/>
              </a:ext>
            </a:extLst>
          </p:cNvPr>
          <p:cNvSpPr>
            <a:spLocks xmlns:a="http://schemas.openxmlformats.org/drawingml/2006/main" noGrp="1"/>
          </p:cNvSpPr>
          <p:nvPr/>
        </p:nvSpPr>
        <p:spPr>
          <a:xfrm xmlns:a="http://schemas.openxmlformats.org/drawingml/2006/main">
            <a:off x="4257675" y="513397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11FA54B2-3D16-46C4-8854-59F28F37EA75}"/>
              </a:ext>
            </a:extLst>
          </p:cNvPr>
          <p:cNvSpPr>
            <a:spLocks xmlns:a="http://schemas.openxmlformats.org/drawingml/2006/main" noGrp="1"/>
          </p:cNvSpPr>
          <p:nvPr/>
        </p:nvSpPr>
        <p:spPr>
          <a:xfrm xmlns:a="http://schemas.openxmlformats.org/drawingml/2006/main">
            <a:off x="42576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95908896-044C-403B-8501-DE9AE9925CB8}"/>
              </a:ext>
            </a:extLst>
          </p:cNvPr>
          <p:cNvSpPr>
            <a:spLocks xmlns:a="http://schemas.openxmlformats.org/drawingml/2006/main" noGrp="1"/>
          </p:cNvSpPr>
          <p:nvPr/>
        </p:nvSpPr>
        <p:spPr>
          <a:xfrm xmlns:a="http://schemas.openxmlformats.org/drawingml/2006/main">
            <a:off x="4657725" y="51339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B7749E18-9072-4385-AB14-6C0195243EBD}"/>
              </a:ext>
            </a:extLst>
          </p:cNvPr>
          <p:cNvSpPr>
            <a:spLocks xmlns:a="http://schemas.openxmlformats.org/drawingml/2006/main" noGrp="1"/>
          </p:cNvSpPr>
          <p:nvPr/>
        </p:nvSpPr>
        <p:spPr>
          <a:xfrm xmlns:a="http://schemas.openxmlformats.org/drawingml/2006/main">
            <a:off x="46577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Correlation scale 0">
            <a:extLst xmlns:a="http://schemas.openxmlformats.org/drawingml/2006/main">
              <a:ext uri="{FF2B5EF4-FFF2-40B4-BE49-F238E27FC236}">
                <a16:creationId xmlns:a16="http://schemas.microsoft.com/office/drawing/2014/main" id="{05A0456A-D8EC-48F4-957F-0C6FFB570CFB}"/>
              </a:ext>
            </a:extLst>
          </p:cNvPr>
          <p:cNvSpPr>
            <a:spLocks xmlns:a="http://schemas.openxmlformats.org/drawingml/2006/main" noGrp="1"/>
          </p:cNvSpPr>
          <p:nvPr/>
        </p:nvSpPr>
        <p:spPr>
          <a:xfrm xmlns:a="http://schemas.openxmlformats.org/drawingml/2006/main">
            <a:off x="5276850" y="2333625"/>
            <a:ext cx="152400" cy="100013"/>
          </a:xfrm>
          <a:prstGeom xmlns:a="http://schemas.openxmlformats.org/drawingml/2006/main" prst="rect">
            <a:avLst/>
          </a:prstGeom>
          <a:solidFill xmlns:a="http://schemas.openxmlformats.org/drawingml/2006/main">
            <a:srgbClr val="B2182B"/>
          </a:solidFill>
          <a:ln xmlns:a="http://schemas.openxmlformats.org/drawingml/2006/main" w="0">
            <a:noFill/>
          </a:ln>
        </p:spPr>
      </p:sp>
      <p:sp>
        <p:nvSpPr>
          <p:cNvPr id="150" name="Correlation scale 1">
            <a:extLst xmlns:a="http://schemas.openxmlformats.org/drawingml/2006/main">
              <a:ext uri="{FF2B5EF4-FFF2-40B4-BE49-F238E27FC236}">
                <a16:creationId xmlns:a16="http://schemas.microsoft.com/office/drawing/2014/main" id="{003F470B-9D5E-4196-AEA3-B31B27ED42FB}"/>
              </a:ext>
            </a:extLst>
          </p:cNvPr>
          <p:cNvSpPr>
            <a:spLocks xmlns:a="http://schemas.openxmlformats.org/drawingml/2006/main" noGrp="1"/>
          </p:cNvSpPr>
          <p:nvPr/>
        </p:nvSpPr>
        <p:spPr>
          <a:xfrm xmlns:a="http://schemas.openxmlformats.org/drawingml/2006/main">
            <a:off x="5276850" y="2433638"/>
            <a:ext cx="152400" cy="100013"/>
          </a:xfrm>
          <a:prstGeom xmlns:a="http://schemas.openxmlformats.org/drawingml/2006/main" prst="rect">
            <a:avLst/>
          </a:prstGeom>
          <a:solidFill xmlns:a="http://schemas.openxmlformats.org/drawingml/2006/main">
            <a:srgbClr val="B62638"/>
          </a:solidFill>
          <a:ln xmlns:a="http://schemas.openxmlformats.org/drawingml/2006/main" w="0">
            <a:noFill/>
          </a:ln>
        </p:spPr>
      </p:sp>
      <p:sp>
        <p:nvSpPr>
          <p:cNvPr id="151" name="Correlation scale 2">
            <a:extLst xmlns:a="http://schemas.openxmlformats.org/drawingml/2006/main">
              <a:ext uri="{FF2B5EF4-FFF2-40B4-BE49-F238E27FC236}">
                <a16:creationId xmlns:a16="http://schemas.microsoft.com/office/drawing/2014/main" id="{836C5160-3D40-4D9D-A641-85FFF1F2BD37}"/>
              </a:ext>
            </a:extLst>
          </p:cNvPr>
          <p:cNvSpPr>
            <a:spLocks xmlns:a="http://schemas.openxmlformats.org/drawingml/2006/main" noGrp="1"/>
          </p:cNvSpPr>
          <p:nvPr/>
        </p:nvSpPr>
        <p:spPr>
          <a:xfrm xmlns:a="http://schemas.openxmlformats.org/drawingml/2006/main">
            <a:off x="5276850" y="2533650"/>
            <a:ext cx="152400" cy="100013"/>
          </a:xfrm>
          <a:prstGeom xmlns:a="http://schemas.openxmlformats.org/drawingml/2006/main" prst="rect">
            <a:avLst/>
          </a:prstGeom>
          <a:solidFill xmlns:a="http://schemas.openxmlformats.org/drawingml/2006/main">
            <a:srgbClr val="BB3545"/>
          </a:solidFill>
          <a:ln xmlns:a="http://schemas.openxmlformats.org/drawingml/2006/main" w="0">
            <a:noFill/>
          </a:ln>
        </p:spPr>
      </p:sp>
      <p:sp>
        <p:nvSpPr>
          <p:cNvPr id="152" name="Correlation scale 3">
            <a:extLst xmlns:a="http://schemas.openxmlformats.org/drawingml/2006/main">
              <a:ext uri="{FF2B5EF4-FFF2-40B4-BE49-F238E27FC236}">
                <a16:creationId xmlns:a16="http://schemas.microsoft.com/office/drawing/2014/main" id="{9CDE2B9E-8599-41D0-B673-1AC7012C3505}"/>
              </a:ext>
            </a:extLst>
          </p:cNvPr>
          <p:cNvSpPr>
            <a:spLocks xmlns:a="http://schemas.openxmlformats.org/drawingml/2006/main" noGrp="1"/>
          </p:cNvSpPr>
          <p:nvPr/>
        </p:nvSpPr>
        <p:spPr>
          <a:xfrm xmlns:a="http://schemas.openxmlformats.org/drawingml/2006/main">
            <a:off x="5276850" y="2633663"/>
            <a:ext cx="152400" cy="100013"/>
          </a:xfrm>
          <a:prstGeom xmlns:a="http://schemas.openxmlformats.org/drawingml/2006/main" prst="rect">
            <a:avLst/>
          </a:prstGeom>
          <a:solidFill xmlns:a="http://schemas.openxmlformats.org/drawingml/2006/main">
            <a:srgbClr val="BF4352"/>
          </a:solidFill>
          <a:ln xmlns:a="http://schemas.openxmlformats.org/drawingml/2006/main" w="0">
            <a:noFill/>
          </a:ln>
        </p:spPr>
      </p:sp>
      <p:sp>
        <p:nvSpPr>
          <p:cNvPr id="153" name="Correlation scale 4">
            <a:extLst xmlns:a="http://schemas.openxmlformats.org/drawingml/2006/main">
              <a:ext uri="{FF2B5EF4-FFF2-40B4-BE49-F238E27FC236}">
                <a16:creationId xmlns:a16="http://schemas.microsoft.com/office/drawing/2014/main" id="{5E17B6B4-C68D-4181-939B-045D159AF556}"/>
              </a:ext>
            </a:extLst>
          </p:cNvPr>
          <p:cNvSpPr>
            <a:spLocks xmlns:a="http://schemas.openxmlformats.org/drawingml/2006/main" noGrp="1"/>
          </p:cNvSpPr>
          <p:nvPr/>
        </p:nvSpPr>
        <p:spPr>
          <a:xfrm xmlns:a="http://schemas.openxmlformats.org/drawingml/2006/main">
            <a:off x="5276850" y="2733675"/>
            <a:ext cx="152400" cy="100013"/>
          </a:xfrm>
          <a:prstGeom xmlns:a="http://schemas.openxmlformats.org/drawingml/2006/main" prst="rect">
            <a:avLst/>
          </a:prstGeom>
          <a:solidFill xmlns:a="http://schemas.openxmlformats.org/drawingml/2006/main">
            <a:srgbClr val="C45260"/>
          </a:solidFill>
          <a:ln xmlns:a="http://schemas.openxmlformats.org/drawingml/2006/main" w="0">
            <a:noFill/>
          </a:ln>
        </p:spPr>
      </p:sp>
      <p:sp>
        <p:nvSpPr>
          <p:cNvPr id="154" name="Correlation scale 5">
            <a:extLst xmlns:a="http://schemas.openxmlformats.org/drawingml/2006/main">
              <a:ext uri="{FF2B5EF4-FFF2-40B4-BE49-F238E27FC236}">
                <a16:creationId xmlns:a16="http://schemas.microsoft.com/office/drawing/2014/main" id="{ADF885BA-4357-459C-AEEA-E4E13F231231}"/>
              </a:ext>
            </a:extLst>
          </p:cNvPr>
          <p:cNvSpPr>
            <a:spLocks xmlns:a="http://schemas.openxmlformats.org/drawingml/2006/main" noGrp="1"/>
          </p:cNvSpPr>
          <p:nvPr/>
        </p:nvSpPr>
        <p:spPr>
          <a:xfrm xmlns:a="http://schemas.openxmlformats.org/drawingml/2006/main">
            <a:off x="5276850" y="2833688"/>
            <a:ext cx="152400" cy="100013"/>
          </a:xfrm>
          <a:prstGeom xmlns:a="http://schemas.openxmlformats.org/drawingml/2006/main" prst="rect">
            <a:avLst/>
          </a:prstGeom>
          <a:solidFill xmlns:a="http://schemas.openxmlformats.org/drawingml/2006/main">
            <a:srgbClr val="C8606D"/>
          </a:solidFill>
          <a:ln xmlns:a="http://schemas.openxmlformats.org/drawingml/2006/main" w="0">
            <a:noFill/>
          </a:ln>
        </p:spPr>
      </p:sp>
      <p:sp>
        <p:nvSpPr>
          <p:cNvPr id="155" name="Correlation scale 6">
            <a:extLst xmlns:a="http://schemas.openxmlformats.org/drawingml/2006/main">
              <a:ext uri="{FF2B5EF4-FFF2-40B4-BE49-F238E27FC236}">
                <a16:creationId xmlns:a16="http://schemas.microsoft.com/office/drawing/2014/main" id="{62EDF5E6-8CCA-4D86-A7E3-2BACE6B26FCC}"/>
              </a:ext>
            </a:extLst>
          </p:cNvPr>
          <p:cNvSpPr>
            <a:spLocks xmlns:a="http://schemas.openxmlformats.org/drawingml/2006/main" noGrp="1"/>
          </p:cNvSpPr>
          <p:nvPr/>
        </p:nvSpPr>
        <p:spPr>
          <a:xfrm xmlns:a="http://schemas.openxmlformats.org/drawingml/2006/main">
            <a:off x="5276850" y="2933700"/>
            <a:ext cx="152400" cy="100013"/>
          </a:xfrm>
          <a:prstGeom xmlns:a="http://schemas.openxmlformats.org/drawingml/2006/main" prst="rect">
            <a:avLst/>
          </a:prstGeom>
          <a:solidFill xmlns:a="http://schemas.openxmlformats.org/drawingml/2006/main">
            <a:srgbClr val="CD6E7A"/>
          </a:solidFill>
          <a:ln xmlns:a="http://schemas.openxmlformats.org/drawingml/2006/main" w="0">
            <a:noFill/>
          </a:ln>
        </p:spPr>
      </p:sp>
      <p:sp>
        <p:nvSpPr>
          <p:cNvPr id="156" name="Correlation scale 7">
            <a:extLst xmlns:a="http://schemas.openxmlformats.org/drawingml/2006/main">
              <a:ext uri="{FF2B5EF4-FFF2-40B4-BE49-F238E27FC236}">
                <a16:creationId xmlns:a16="http://schemas.microsoft.com/office/drawing/2014/main" id="{7AE755AA-07A4-4DF2-A59E-31BC54E47448}"/>
              </a:ext>
            </a:extLst>
          </p:cNvPr>
          <p:cNvSpPr>
            <a:spLocks xmlns:a="http://schemas.openxmlformats.org/drawingml/2006/main" noGrp="1"/>
          </p:cNvSpPr>
          <p:nvPr/>
        </p:nvSpPr>
        <p:spPr>
          <a:xfrm xmlns:a="http://schemas.openxmlformats.org/drawingml/2006/main">
            <a:off x="5276850" y="3033713"/>
            <a:ext cx="152400" cy="100013"/>
          </a:xfrm>
          <a:prstGeom xmlns:a="http://schemas.openxmlformats.org/drawingml/2006/main" prst="rect">
            <a:avLst/>
          </a:prstGeom>
          <a:solidFill xmlns:a="http://schemas.openxmlformats.org/drawingml/2006/main">
            <a:srgbClr val="D17D87"/>
          </a:solidFill>
          <a:ln xmlns:a="http://schemas.openxmlformats.org/drawingml/2006/main" w="0">
            <a:noFill/>
          </a:ln>
        </p:spPr>
      </p:sp>
      <p:sp>
        <p:nvSpPr>
          <p:cNvPr id="157" name="Correlation scale 8">
            <a:extLst xmlns:a="http://schemas.openxmlformats.org/drawingml/2006/main">
              <a:ext uri="{FF2B5EF4-FFF2-40B4-BE49-F238E27FC236}">
                <a16:creationId xmlns:a16="http://schemas.microsoft.com/office/drawing/2014/main" id="{4FC80E91-310C-42E0-8878-6A99E9925703}"/>
              </a:ext>
            </a:extLst>
          </p:cNvPr>
          <p:cNvSpPr>
            <a:spLocks xmlns:a="http://schemas.openxmlformats.org/drawingml/2006/main" noGrp="1"/>
          </p:cNvSpPr>
          <p:nvPr/>
        </p:nvSpPr>
        <p:spPr>
          <a:xfrm xmlns:a="http://schemas.openxmlformats.org/drawingml/2006/main">
            <a:off x="5276850" y="3133725"/>
            <a:ext cx="152400" cy="100013"/>
          </a:xfrm>
          <a:prstGeom xmlns:a="http://schemas.openxmlformats.org/drawingml/2006/main" prst="rect">
            <a:avLst/>
          </a:prstGeom>
          <a:solidFill xmlns:a="http://schemas.openxmlformats.org/drawingml/2006/main">
            <a:srgbClr val="D68B94"/>
          </a:solidFill>
          <a:ln xmlns:a="http://schemas.openxmlformats.org/drawingml/2006/main" w="0">
            <a:noFill/>
          </a:ln>
        </p:spPr>
      </p:sp>
      <p:sp>
        <p:nvSpPr>
          <p:cNvPr id="158" name="Correlation scale 9">
            <a:extLst xmlns:a="http://schemas.openxmlformats.org/drawingml/2006/main">
              <a:ext uri="{FF2B5EF4-FFF2-40B4-BE49-F238E27FC236}">
                <a16:creationId xmlns:a16="http://schemas.microsoft.com/office/drawing/2014/main" id="{078DC8AB-F720-45E8-8D75-BFAFD437C8E7}"/>
              </a:ext>
            </a:extLst>
          </p:cNvPr>
          <p:cNvSpPr>
            <a:spLocks xmlns:a="http://schemas.openxmlformats.org/drawingml/2006/main" noGrp="1"/>
          </p:cNvSpPr>
          <p:nvPr/>
        </p:nvSpPr>
        <p:spPr>
          <a:xfrm xmlns:a="http://schemas.openxmlformats.org/drawingml/2006/main">
            <a:off x="5276850" y="3233738"/>
            <a:ext cx="152400" cy="100013"/>
          </a:xfrm>
          <a:prstGeom xmlns:a="http://schemas.openxmlformats.org/drawingml/2006/main" prst="rect">
            <a:avLst/>
          </a:prstGeom>
          <a:solidFill xmlns:a="http://schemas.openxmlformats.org/drawingml/2006/main">
            <a:srgbClr val="DA99A1"/>
          </a:solidFill>
          <a:ln xmlns:a="http://schemas.openxmlformats.org/drawingml/2006/main" w="0">
            <a:noFill/>
          </a:ln>
        </p:spPr>
      </p:sp>
      <p:sp>
        <p:nvSpPr>
          <p:cNvPr id="159" name="Correlation scale 10">
            <a:extLst xmlns:a="http://schemas.openxmlformats.org/drawingml/2006/main">
              <a:ext uri="{FF2B5EF4-FFF2-40B4-BE49-F238E27FC236}">
                <a16:creationId xmlns:a16="http://schemas.microsoft.com/office/drawing/2014/main" id="{80D90299-BC87-4768-9DC8-3D6FD279656C}"/>
              </a:ext>
            </a:extLst>
          </p:cNvPr>
          <p:cNvSpPr>
            <a:spLocks xmlns:a="http://schemas.openxmlformats.org/drawingml/2006/main" noGrp="1"/>
          </p:cNvSpPr>
          <p:nvPr/>
        </p:nvSpPr>
        <p:spPr>
          <a:xfrm xmlns:a="http://schemas.openxmlformats.org/drawingml/2006/main">
            <a:off x="5276850" y="3333750"/>
            <a:ext cx="152400" cy="100013"/>
          </a:xfrm>
          <a:prstGeom xmlns:a="http://schemas.openxmlformats.org/drawingml/2006/main" prst="rect">
            <a:avLst/>
          </a:prstGeom>
          <a:solidFill xmlns:a="http://schemas.openxmlformats.org/drawingml/2006/main">
            <a:srgbClr val="DFA8AF"/>
          </a:solidFill>
          <a:ln xmlns:a="http://schemas.openxmlformats.org/drawingml/2006/main" w="0">
            <a:noFill/>
          </a:ln>
        </p:spPr>
      </p:sp>
      <p:sp>
        <p:nvSpPr>
          <p:cNvPr id="160" name="Correlation scale 11">
            <a:extLst xmlns:a="http://schemas.openxmlformats.org/drawingml/2006/main">
              <a:ext uri="{FF2B5EF4-FFF2-40B4-BE49-F238E27FC236}">
                <a16:creationId xmlns:a16="http://schemas.microsoft.com/office/drawing/2014/main" id="{4F3935AB-3849-4A31-9127-8994FD34DD6B}"/>
              </a:ext>
            </a:extLst>
          </p:cNvPr>
          <p:cNvSpPr>
            <a:spLocks xmlns:a="http://schemas.openxmlformats.org/drawingml/2006/main" noGrp="1"/>
          </p:cNvSpPr>
          <p:nvPr/>
        </p:nvSpPr>
        <p:spPr>
          <a:xfrm xmlns:a="http://schemas.openxmlformats.org/drawingml/2006/main">
            <a:off x="5276850" y="3433763"/>
            <a:ext cx="152400" cy="100013"/>
          </a:xfrm>
          <a:prstGeom xmlns:a="http://schemas.openxmlformats.org/drawingml/2006/main" prst="rect">
            <a:avLst/>
          </a:prstGeom>
          <a:solidFill xmlns:a="http://schemas.openxmlformats.org/drawingml/2006/main">
            <a:srgbClr val="E3B6BC"/>
          </a:solidFill>
          <a:ln xmlns:a="http://schemas.openxmlformats.org/drawingml/2006/main" w="0">
            <a:noFill/>
          </a:ln>
        </p:spPr>
      </p:sp>
      <p:sp>
        <p:nvSpPr>
          <p:cNvPr id="161" name="Correlation scale 12">
            <a:extLst xmlns:a="http://schemas.openxmlformats.org/drawingml/2006/main">
              <a:ext uri="{FF2B5EF4-FFF2-40B4-BE49-F238E27FC236}">
                <a16:creationId xmlns:a16="http://schemas.microsoft.com/office/drawing/2014/main" id="{227006F8-F617-428E-93B1-A20050AB4434}"/>
              </a:ext>
            </a:extLst>
          </p:cNvPr>
          <p:cNvSpPr>
            <a:spLocks xmlns:a="http://schemas.openxmlformats.org/drawingml/2006/main" noGrp="1"/>
          </p:cNvSpPr>
          <p:nvPr/>
        </p:nvSpPr>
        <p:spPr>
          <a:xfrm xmlns:a="http://schemas.openxmlformats.org/drawingml/2006/main">
            <a:off x="5276850" y="3533775"/>
            <a:ext cx="152400" cy="100013"/>
          </a:xfrm>
          <a:prstGeom xmlns:a="http://schemas.openxmlformats.org/drawingml/2006/main" prst="rect">
            <a:avLst/>
          </a:prstGeom>
          <a:solidFill xmlns:a="http://schemas.openxmlformats.org/drawingml/2006/main">
            <a:srgbClr val="E7C5C9"/>
          </a:solidFill>
          <a:ln xmlns:a="http://schemas.openxmlformats.org/drawingml/2006/main" w="0">
            <a:noFill/>
          </a:ln>
        </p:spPr>
      </p:sp>
      <p:sp>
        <p:nvSpPr>
          <p:cNvPr id="162" name="Correlation scale 13">
            <a:extLst xmlns:a="http://schemas.openxmlformats.org/drawingml/2006/main">
              <a:ext uri="{FF2B5EF4-FFF2-40B4-BE49-F238E27FC236}">
                <a16:creationId xmlns:a16="http://schemas.microsoft.com/office/drawing/2014/main" id="{C94C5037-069C-4C82-AD65-FC09352F8C95}"/>
              </a:ext>
            </a:extLst>
          </p:cNvPr>
          <p:cNvSpPr>
            <a:spLocks xmlns:a="http://schemas.openxmlformats.org/drawingml/2006/main" noGrp="1"/>
          </p:cNvSpPr>
          <p:nvPr/>
        </p:nvSpPr>
        <p:spPr>
          <a:xfrm xmlns:a="http://schemas.openxmlformats.org/drawingml/2006/main">
            <a:off x="5276850" y="3633788"/>
            <a:ext cx="152400" cy="100013"/>
          </a:xfrm>
          <a:prstGeom xmlns:a="http://schemas.openxmlformats.org/drawingml/2006/main" prst="rect">
            <a:avLst/>
          </a:prstGeom>
          <a:solidFill xmlns:a="http://schemas.openxmlformats.org/drawingml/2006/main">
            <a:srgbClr val="ECD3D6"/>
          </a:solidFill>
          <a:ln xmlns:a="http://schemas.openxmlformats.org/drawingml/2006/main" w="0">
            <a:noFill/>
          </a:ln>
        </p:spPr>
      </p:sp>
      <p:sp>
        <p:nvSpPr>
          <p:cNvPr id="163" name="Correlation scale 14">
            <a:extLst xmlns:a="http://schemas.openxmlformats.org/drawingml/2006/main">
              <a:ext uri="{FF2B5EF4-FFF2-40B4-BE49-F238E27FC236}">
                <a16:creationId xmlns:a16="http://schemas.microsoft.com/office/drawing/2014/main" id="{E4A7B17E-5261-44FE-99AF-F662FC8214F2}"/>
              </a:ext>
            </a:extLst>
          </p:cNvPr>
          <p:cNvSpPr>
            <a:spLocks xmlns:a="http://schemas.openxmlformats.org/drawingml/2006/main" noGrp="1"/>
          </p:cNvSpPr>
          <p:nvPr/>
        </p:nvSpPr>
        <p:spPr>
          <a:xfrm xmlns:a="http://schemas.openxmlformats.org/drawingml/2006/main">
            <a:off x="5276850" y="3733800"/>
            <a:ext cx="152400" cy="100013"/>
          </a:xfrm>
          <a:prstGeom xmlns:a="http://schemas.openxmlformats.org/drawingml/2006/main" prst="rect">
            <a:avLst/>
          </a:prstGeom>
          <a:solidFill xmlns:a="http://schemas.openxmlformats.org/drawingml/2006/main">
            <a:srgbClr val="F0E1E3"/>
          </a:solidFill>
          <a:ln xmlns:a="http://schemas.openxmlformats.org/drawingml/2006/main" w="0">
            <a:noFill/>
          </a:ln>
        </p:spPr>
      </p:sp>
      <p:sp>
        <p:nvSpPr>
          <p:cNvPr id="164" name="Correlation scale 15">
            <a:extLst xmlns:a="http://schemas.openxmlformats.org/drawingml/2006/main">
              <a:ext uri="{FF2B5EF4-FFF2-40B4-BE49-F238E27FC236}">
                <a16:creationId xmlns:a16="http://schemas.microsoft.com/office/drawing/2014/main" id="{006FADFF-681B-4ADB-8BC9-3560BB9F542A}"/>
              </a:ext>
            </a:extLst>
          </p:cNvPr>
          <p:cNvSpPr>
            <a:spLocks xmlns:a="http://schemas.openxmlformats.org/drawingml/2006/main" noGrp="1"/>
          </p:cNvSpPr>
          <p:nvPr/>
        </p:nvSpPr>
        <p:spPr>
          <a:xfrm xmlns:a="http://schemas.openxmlformats.org/drawingml/2006/main">
            <a:off x="5276850" y="3833813"/>
            <a:ext cx="152400" cy="100013"/>
          </a:xfrm>
          <a:prstGeom xmlns:a="http://schemas.openxmlformats.org/drawingml/2006/main" prst="rect">
            <a:avLst/>
          </a:prstGeom>
          <a:solidFill xmlns:a="http://schemas.openxmlformats.org/drawingml/2006/main">
            <a:srgbClr val="F5F0F0"/>
          </a:solidFill>
          <a:ln xmlns:a="http://schemas.openxmlformats.org/drawingml/2006/main" w="0">
            <a:noFill/>
          </a:ln>
        </p:spPr>
      </p:sp>
      <p:sp>
        <p:nvSpPr>
          <p:cNvPr id="165" name="Correlation scale 16">
            <a:extLst xmlns:a="http://schemas.openxmlformats.org/drawingml/2006/main">
              <a:ext uri="{FF2B5EF4-FFF2-40B4-BE49-F238E27FC236}">
                <a16:creationId xmlns:a16="http://schemas.microsoft.com/office/drawing/2014/main" id="{BF595C41-47F2-4BAB-A377-1113FC1C39C3}"/>
              </a:ext>
            </a:extLst>
          </p:cNvPr>
          <p:cNvSpPr>
            <a:spLocks xmlns:a="http://schemas.openxmlformats.org/drawingml/2006/main" noGrp="1"/>
          </p:cNvSpPr>
          <p:nvPr/>
        </p:nvSpPr>
        <p:spPr>
          <a:xfrm xmlns:a="http://schemas.openxmlformats.org/drawingml/2006/main">
            <a:off x="5276850" y="3933825"/>
            <a:ext cx="152400" cy="100013"/>
          </a:xfrm>
          <a:prstGeom xmlns:a="http://schemas.openxmlformats.org/drawingml/2006/main" prst="rect">
            <a:avLst/>
          </a:prstGeom>
          <a:solidFill xmlns:a="http://schemas.openxmlformats.org/drawingml/2006/main">
            <a:srgbClr val="F0F2F5"/>
          </a:solidFill>
          <a:ln xmlns:a="http://schemas.openxmlformats.org/drawingml/2006/main" w="0">
            <a:noFill/>
          </a:ln>
        </p:spPr>
      </p:sp>
      <p:sp>
        <p:nvSpPr>
          <p:cNvPr id="166" name="Correlation scale 17">
            <a:extLst xmlns:a="http://schemas.openxmlformats.org/drawingml/2006/main">
              <a:ext uri="{FF2B5EF4-FFF2-40B4-BE49-F238E27FC236}">
                <a16:creationId xmlns:a16="http://schemas.microsoft.com/office/drawing/2014/main" id="{9316EEE8-B0FB-4579-BC8C-27C260A6A85D}"/>
              </a:ext>
            </a:extLst>
          </p:cNvPr>
          <p:cNvSpPr>
            <a:spLocks xmlns:a="http://schemas.openxmlformats.org/drawingml/2006/main" noGrp="1"/>
          </p:cNvSpPr>
          <p:nvPr/>
        </p:nvSpPr>
        <p:spPr>
          <a:xfrm xmlns:a="http://schemas.openxmlformats.org/drawingml/2006/main">
            <a:off x="5276850" y="4033838"/>
            <a:ext cx="152400" cy="100013"/>
          </a:xfrm>
          <a:prstGeom xmlns:a="http://schemas.openxmlformats.org/drawingml/2006/main" prst="rect">
            <a:avLst/>
          </a:prstGeom>
          <a:solidFill xmlns:a="http://schemas.openxmlformats.org/drawingml/2006/main">
            <a:srgbClr val="E2E9F0"/>
          </a:solidFill>
          <a:ln xmlns:a="http://schemas.openxmlformats.org/drawingml/2006/main" w="0">
            <a:noFill/>
          </a:ln>
        </p:spPr>
      </p:sp>
      <p:sp>
        <p:nvSpPr>
          <p:cNvPr id="167" name="Correlation scale 18">
            <a:extLst xmlns:a="http://schemas.openxmlformats.org/drawingml/2006/main">
              <a:ext uri="{FF2B5EF4-FFF2-40B4-BE49-F238E27FC236}">
                <a16:creationId xmlns:a16="http://schemas.microsoft.com/office/drawing/2014/main" id="{324A27EB-3A84-490B-929D-A192210B4B6A}"/>
              </a:ext>
            </a:extLst>
          </p:cNvPr>
          <p:cNvSpPr>
            <a:spLocks xmlns:a="http://schemas.openxmlformats.org/drawingml/2006/main" noGrp="1"/>
          </p:cNvSpPr>
          <p:nvPr/>
        </p:nvSpPr>
        <p:spPr>
          <a:xfrm xmlns:a="http://schemas.openxmlformats.org/drawingml/2006/main">
            <a:off x="5276850" y="4133850"/>
            <a:ext cx="152400" cy="100013"/>
          </a:xfrm>
          <a:prstGeom xmlns:a="http://schemas.openxmlformats.org/drawingml/2006/main" prst="rect">
            <a:avLst/>
          </a:prstGeom>
          <a:solidFill xmlns:a="http://schemas.openxmlformats.org/drawingml/2006/main">
            <a:srgbClr val="D4E0EB"/>
          </a:solidFill>
          <a:ln xmlns:a="http://schemas.openxmlformats.org/drawingml/2006/main" w="0">
            <a:noFill/>
          </a:ln>
        </p:spPr>
      </p:sp>
      <p:sp>
        <p:nvSpPr>
          <p:cNvPr id="168" name="Correlation scale 19">
            <a:extLst xmlns:a="http://schemas.openxmlformats.org/drawingml/2006/main">
              <a:ext uri="{FF2B5EF4-FFF2-40B4-BE49-F238E27FC236}">
                <a16:creationId xmlns:a16="http://schemas.microsoft.com/office/drawing/2014/main" id="{23A0949B-555C-43D6-8169-724F4CA8B862}"/>
              </a:ext>
            </a:extLst>
          </p:cNvPr>
          <p:cNvSpPr>
            <a:spLocks xmlns:a="http://schemas.openxmlformats.org/drawingml/2006/main" noGrp="1"/>
          </p:cNvSpPr>
          <p:nvPr/>
        </p:nvSpPr>
        <p:spPr>
          <a:xfrm xmlns:a="http://schemas.openxmlformats.org/drawingml/2006/main">
            <a:off x="5276850" y="4233863"/>
            <a:ext cx="152400" cy="100013"/>
          </a:xfrm>
          <a:prstGeom xmlns:a="http://schemas.openxmlformats.org/drawingml/2006/main" prst="rect">
            <a:avLst/>
          </a:prstGeom>
          <a:solidFill xmlns:a="http://schemas.openxmlformats.org/drawingml/2006/main">
            <a:srgbClr val="C7D6E6"/>
          </a:solidFill>
          <a:ln xmlns:a="http://schemas.openxmlformats.org/drawingml/2006/main" w="0">
            <a:noFill/>
          </a:ln>
        </p:spPr>
      </p:sp>
      <p:sp>
        <p:nvSpPr>
          <p:cNvPr id="169" name="Correlation scale 20">
            <a:extLst xmlns:a="http://schemas.openxmlformats.org/drawingml/2006/main">
              <a:ext uri="{FF2B5EF4-FFF2-40B4-BE49-F238E27FC236}">
                <a16:creationId xmlns:a16="http://schemas.microsoft.com/office/drawing/2014/main" id="{20994ED3-CC3F-4E56-8BE4-464F3580683E}"/>
              </a:ext>
            </a:extLst>
          </p:cNvPr>
          <p:cNvSpPr>
            <a:spLocks xmlns:a="http://schemas.openxmlformats.org/drawingml/2006/main" noGrp="1"/>
          </p:cNvSpPr>
          <p:nvPr/>
        </p:nvSpPr>
        <p:spPr>
          <a:xfrm xmlns:a="http://schemas.openxmlformats.org/drawingml/2006/main">
            <a:off x="5276850" y="4333875"/>
            <a:ext cx="152400" cy="100013"/>
          </a:xfrm>
          <a:prstGeom xmlns:a="http://schemas.openxmlformats.org/drawingml/2006/main" prst="rect">
            <a:avLst/>
          </a:prstGeom>
          <a:solidFill xmlns:a="http://schemas.openxmlformats.org/drawingml/2006/main">
            <a:srgbClr val="B9CDE1"/>
          </a:solidFill>
          <a:ln xmlns:a="http://schemas.openxmlformats.org/drawingml/2006/main" w="0">
            <a:noFill/>
          </a:ln>
        </p:spPr>
      </p:sp>
      <p:sp>
        <p:nvSpPr>
          <p:cNvPr id="170" name="Correlation scale 21">
            <a:extLst xmlns:a="http://schemas.openxmlformats.org/drawingml/2006/main">
              <a:ext uri="{FF2B5EF4-FFF2-40B4-BE49-F238E27FC236}">
                <a16:creationId xmlns:a16="http://schemas.microsoft.com/office/drawing/2014/main" id="{9460B986-9A84-4967-969A-F672A3BC644C}"/>
              </a:ext>
            </a:extLst>
          </p:cNvPr>
          <p:cNvSpPr>
            <a:spLocks xmlns:a="http://schemas.openxmlformats.org/drawingml/2006/main" noGrp="1"/>
          </p:cNvSpPr>
          <p:nvPr/>
        </p:nvSpPr>
        <p:spPr>
          <a:xfrm xmlns:a="http://schemas.openxmlformats.org/drawingml/2006/main">
            <a:off x="5276850" y="4433888"/>
            <a:ext cx="152400" cy="100013"/>
          </a:xfrm>
          <a:prstGeom xmlns:a="http://schemas.openxmlformats.org/drawingml/2006/main" prst="rect">
            <a:avLst/>
          </a:prstGeom>
          <a:solidFill xmlns:a="http://schemas.openxmlformats.org/drawingml/2006/main">
            <a:srgbClr val="ABC4DC"/>
          </a:solidFill>
          <a:ln xmlns:a="http://schemas.openxmlformats.org/drawingml/2006/main" w="0">
            <a:noFill/>
          </a:ln>
        </p:spPr>
      </p:sp>
      <p:sp>
        <p:nvSpPr>
          <p:cNvPr id="171" name="Correlation scale 22">
            <a:extLst xmlns:a="http://schemas.openxmlformats.org/drawingml/2006/main">
              <a:ext uri="{FF2B5EF4-FFF2-40B4-BE49-F238E27FC236}">
                <a16:creationId xmlns:a16="http://schemas.microsoft.com/office/drawing/2014/main" id="{4E1F0770-DB92-4D38-8993-91C9687D24F8}"/>
              </a:ext>
            </a:extLst>
          </p:cNvPr>
          <p:cNvSpPr>
            <a:spLocks xmlns:a="http://schemas.openxmlformats.org/drawingml/2006/main" noGrp="1"/>
          </p:cNvSpPr>
          <p:nvPr/>
        </p:nvSpPr>
        <p:spPr>
          <a:xfrm xmlns:a="http://schemas.openxmlformats.org/drawingml/2006/main">
            <a:off x="5276850" y="4533900"/>
            <a:ext cx="152400" cy="100013"/>
          </a:xfrm>
          <a:prstGeom xmlns:a="http://schemas.openxmlformats.org/drawingml/2006/main" prst="rect">
            <a:avLst/>
          </a:prstGeom>
          <a:solidFill xmlns:a="http://schemas.openxmlformats.org/drawingml/2006/main">
            <a:srgbClr val="9DBAD8"/>
          </a:solidFill>
          <a:ln xmlns:a="http://schemas.openxmlformats.org/drawingml/2006/main" w="0">
            <a:noFill/>
          </a:ln>
        </p:spPr>
      </p:sp>
      <p:sp>
        <p:nvSpPr>
          <p:cNvPr id="172" name="Correlation scale 23">
            <a:extLst xmlns:a="http://schemas.openxmlformats.org/drawingml/2006/main">
              <a:ext uri="{FF2B5EF4-FFF2-40B4-BE49-F238E27FC236}">
                <a16:creationId xmlns:a16="http://schemas.microsoft.com/office/drawing/2014/main" id="{4F400730-5A94-415D-9422-20EB07F24C5B}"/>
              </a:ext>
            </a:extLst>
          </p:cNvPr>
          <p:cNvSpPr>
            <a:spLocks xmlns:a="http://schemas.openxmlformats.org/drawingml/2006/main" noGrp="1"/>
          </p:cNvSpPr>
          <p:nvPr/>
        </p:nvSpPr>
        <p:spPr>
          <a:xfrm xmlns:a="http://schemas.openxmlformats.org/drawingml/2006/main">
            <a:off x="5276850" y="4633913"/>
            <a:ext cx="152400" cy="100013"/>
          </a:xfrm>
          <a:prstGeom xmlns:a="http://schemas.openxmlformats.org/drawingml/2006/main" prst="rect">
            <a:avLst/>
          </a:prstGeom>
          <a:solidFill xmlns:a="http://schemas.openxmlformats.org/drawingml/2006/main">
            <a:srgbClr val="8FB1D3"/>
          </a:solidFill>
          <a:ln xmlns:a="http://schemas.openxmlformats.org/drawingml/2006/main" w="0">
            <a:noFill/>
          </a:ln>
        </p:spPr>
      </p:sp>
      <p:sp>
        <p:nvSpPr>
          <p:cNvPr id="173" name="Correlation scale 24">
            <a:extLst xmlns:a="http://schemas.openxmlformats.org/drawingml/2006/main">
              <a:ext uri="{FF2B5EF4-FFF2-40B4-BE49-F238E27FC236}">
                <a16:creationId xmlns:a16="http://schemas.microsoft.com/office/drawing/2014/main" id="{F120C5C8-592E-48EB-8905-DAF9F0587392}"/>
              </a:ext>
            </a:extLst>
          </p:cNvPr>
          <p:cNvSpPr>
            <a:spLocks xmlns:a="http://schemas.openxmlformats.org/drawingml/2006/main" noGrp="1"/>
          </p:cNvSpPr>
          <p:nvPr/>
        </p:nvSpPr>
        <p:spPr>
          <a:xfrm xmlns:a="http://schemas.openxmlformats.org/drawingml/2006/main">
            <a:off x="5276850" y="4733925"/>
            <a:ext cx="152400" cy="100013"/>
          </a:xfrm>
          <a:prstGeom xmlns:a="http://schemas.openxmlformats.org/drawingml/2006/main" prst="rect">
            <a:avLst/>
          </a:prstGeom>
          <a:solidFill xmlns:a="http://schemas.openxmlformats.org/drawingml/2006/main">
            <a:srgbClr val="82A7CE"/>
          </a:solidFill>
          <a:ln xmlns:a="http://schemas.openxmlformats.org/drawingml/2006/main" w="0">
            <a:noFill/>
          </a:ln>
        </p:spPr>
      </p:sp>
      <p:sp>
        <p:nvSpPr>
          <p:cNvPr id="174" name="Correlation scale 25">
            <a:extLst xmlns:a="http://schemas.openxmlformats.org/drawingml/2006/main">
              <a:ext uri="{FF2B5EF4-FFF2-40B4-BE49-F238E27FC236}">
                <a16:creationId xmlns:a16="http://schemas.microsoft.com/office/drawing/2014/main" id="{8ACC82AE-B719-432D-8BC4-8833D4FB24F6}"/>
              </a:ext>
            </a:extLst>
          </p:cNvPr>
          <p:cNvSpPr>
            <a:spLocks xmlns:a="http://schemas.openxmlformats.org/drawingml/2006/main" noGrp="1"/>
          </p:cNvSpPr>
          <p:nvPr/>
        </p:nvSpPr>
        <p:spPr>
          <a:xfrm xmlns:a="http://schemas.openxmlformats.org/drawingml/2006/main">
            <a:off x="5276850" y="4833938"/>
            <a:ext cx="152400" cy="100013"/>
          </a:xfrm>
          <a:prstGeom xmlns:a="http://schemas.openxmlformats.org/drawingml/2006/main" prst="rect">
            <a:avLst/>
          </a:prstGeom>
          <a:solidFill xmlns:a="http://schemas.openxmlformats.org/drawingml/2006/main">
            <a:srgbClr val="749EC9"/>
          </a:solidFill>
          <a:ln xmlns:a="http://schemas.openxmlformats.org/drawingml/2006/main" w="0">
            <a:noFill/>
          </a:ln>
        </p:spPr>
      </p:sp>
      <p:sp>
        <p:nvSpPr>
          <p:cNvPr id="175" name="Correlation scale 26">
            <a:extLst xmlns:a="http://schemas.openxmlformats.org/drawingml/2006/main">
              <a:ext uri="{FF2B5EF4-FFF2-40B4-BE49-F238E27FC236}">
                <a16:creationId xmlns:a16="http://schemas.microsoft.com/office/drawing/2014/main" id="{73A93A52-3A37-4EB4-B579-19F17520C34C}"/>
              </a:ext>
            </a:extLst>
          </p:cNvPr>
          <p:cNvSpPr>
            <a:spLocks xmlns:a="http://schemas.openxmlformats.org/drawingml/2006/main" noGrp="1"/>
          </p:cNvSpPr>
          <p:nvPr/>
        </p:nvSpPr>
        <p:spPr>
          <a:xfrm xmlns:a="http://schemas.openxmlformats.org/drawingml/2006/main">
            <a:off x="5276850" y="4933950"/>
            <a:ext cx="152400" cy="100013"/>
          </a:xfrm>
          <a:prstGeom xmlns:a="http://schemas.openxmlformats.org/drawingml/2006/main" prst="rect">
            <a:avLst/>
          </a:prstGeom>
          <a:solidFill xmlns:a="http://schemas.openxmlformats.org/drawingml/2006/main">
            <a:srgbClr val="6695C4"/>
          </a:solidFill>
          <a:ln xmlns:a="http://schemas.openxmlformats.org/drawingml/2006/main" w="0">
            <a:noFill/>
          </a:ln>
        </p:spPr>
      </p:sp>
      <p:sp>
        <p:nvSpPr>
          <p:cNvPr id="176" name="Correlation scale 27">
            <a:extLst xmlns:a="http://schemas.openxmlformats.org/drawingml/2006/main">
              <a:ext uri="{FF2B5EF4-FFF2-40B4-BE49-F238E27FC236}">
                <a16:creationId xmlns:a16="http://schemas.microsoft.com/office/drawing/2014/main" id="{770F0B26-585C-4FED-BC27-EC5CF40BAA63}"/>
              </a:ext>
            </a:extLst>
          </p:cNvPr>
          <p:cNvSpPr>
            <a:spLocks xmlns:a="http://schemas.openxmlformats.org/drawingml/2006/main" noGrp="1"/>
          </p:cNvSpPr>
          <p:nvPr/>
        </p:nvSpPr>
        <p:spPr>
          <a:xfrm xmlns:a="http://schemas.openxmlformats.org/drawingml/2006/main">
            <a:off x="5276850" y="5033963"/>
            <a:ext cx="152400" cy="100013"/>
          </a:xfrm>
          <a:prstGeom xmlns:a="http://schemas.openxmlformats.org/drawingml/2006/main" prst="rect">
            <a:avLst/>
          </a:prstGeom>
          <a:solidFill xmlns:a="http://schemas.openxmlformats.org/drawingml/2006/main">
            <a:srgbClr val="588BBF"/>
          </a:solidFill>
          <a:ln xmlns:a="http://schemas.openxmlformats.org/drawingml/2006/main" w="0">
            <a:noFill/>
          </a:ln>
        </p:spPr>
      </p:sp>
      <p:sp>
        <p:nvSpPr>
          <p:cNvPr id="177" name="Correlation scale 28">
            <a:extLst xmlns:a="http://schemas.openxmlformats.org/drawingml/2006/main">
              <a:ext uri="{FF2B5EF4-FFF2-40B4-BE49-F238E27FC236}">
                <a16:creationId xmlns:a16="http://schemas.microsoft.com/office/drawing/2014/main" id="{B29829ED-F698-41AE-865A-85C8C7B4BC6B}"/>
              </a:ext>
            </a:extLst>
          </p:cNvPr>
          <p:cNvSpPr>
            <a:spLocks xmlns:a="http://schemas.openxmlformats.org/drawingml/2006/main" noGrp="1"/>
          </p:cNvSpPr>
          <p:nvPr/>
        </p:nvSpPr>
        <p:spPr>
          <a:xfrm xmlns:a="http://schemas.openxmlformats.org/drawingml/2006/main">
            <a:off x="5276850" y="5133975"/>
            <a:ext cx="152400" cy="100013"/>
          </a:xfrm>
          <a:prstGeom xmlns:a="http://schemas.openxmlformats.org/drawingml/2006/main" prst="rect">
            <a:avLst/>
          </a:prstGeom>
          <a:solidFill xmlns:a="http://schemas.openxmlformats.org/drawingml/2006/main">
            <a:srgbClr val="4A82BB"/>
          </a:solidFill>
          <a:ln xmlns:a="http://schemas.openxmlformats.org/drawingml/2006/main" w="0">
            <a:noFill/>
          </a:ln>
        </p:spPr>
      </p:sp>
      <p:sp>
        <p:nvSpPr>
          <p:cNvPr id="178" name="Correlation scale 29">
            <a:extLst xmlns:a="http://schemas.openxmlformats.org/drawingml/2006/main">
              <a:ext uri="{FF2B5EF4-FFF2-40B4-BE49-F238E27FC236}">
                <a16:creationId xmlns:a16="http://schemas.microsoft.com/office/drawing/2014/main" id="{102C958D-C4FF-466B-BCAE-752830BF9AA2}"/>
              </a:ext>
            </a:extLst>
          </p:cNvPr>
          <p:cNvSpPr>
            <a:spLocks xmlns:a="http://schemas.openxmlformats.org/drawingml/2006/main" noGrp="1"/>
          </p:cNvSpPr>
          <p:nvPr/>
        </p:nvSpPr>
        <p:spPr>
          <a:xfrm xmlns:a="http://schemas.openxmlformats.org/drawingml/2006/main">
            <a:off x="5276850" y="5233988"/>
            <a:ext cx="152400" cy="100013"/>
          </a:xfrm>
          <a:prstGeom xmlns:a="http://schemas.openxmlformats.org/drawingml/2006/main" prst="rect">
            <a:avLst/>
          </a:prstGeom>
          <a:solidFill xmlns:a="http://schemas.openxmlformats.org/drawingml/2006/main">
            <a:srgbClr val="3D79B6"/>
          </a:solidFill>
          <a:ln xmlns:a="http://schemas.openxmlformats.org/drawingml/2006/main" w="0">
            <a:noFill/>
          </a:ln>
        </p:spPr>
      </p:sp>
      <p:sp>
        <p:nvSpPr>
          <p:cNvPr id="179" name="Correlation scale 30">
            <a:extLst xmlns:a="http://schemas.openxmlformats.org/drawingml/2006/main">
              <a:ext uri="{FF2B5EF4-FFF2-40B4-BE49-F238E27FC236}">
                <a16:creationId xmlns:a16="http://schemas.microsoft.com/office/drawing/2014/main" id="{0A402D90-7BC7-4C8E-A44B-64B11258C2EC}"/>
              </a:ext>
            </a:extLst>
          </p:cNvPr>
          <p:cNvSpPr>
            <a:spLocks xmlns:a="http://schemas.openxmlformats.org/drawingml/2006/main" noGrp="1"/>
          </p:cNvSpPr>
          <p:nvPr/>
        </p:nvSpPr>
        <p:spPr>
          <a:xfrm xmlns:a="http://schemas.openxmlformats.org/drawingml/2006/main">
            <a:off x="5276850" y="5334000"/>
            <a:ext cx="152400" cy="100013"/>
          </a:xfrm>
          <a:prstGeom xmlns:a="http://schemas.openxmlformats.org/drawingml/2006/main" prst="rect">
            <a:avLst/>
          </a:prstGeom>
          <a:solidFill xmlns:a="http://schemas.openxmlformats.org/drawingml/2006/main">
            <a:srgbClr val="2F6FB1"/>
          </a:solidFill>
          <a:ln xmlns:a="http://schemas.openxmlformats.org/drawingml/2006/main" w="0">
            <a:noFill/>
          </a:ln>
        </p:spPr>
      </p:sp>
      <p:sp>
        <p:nvSpPr>
          <p:cNvPr id="180" name="Correlation scale 31">
            <a:extLst xmlns:a="http://schemas.openxmlformats.org/drawingml/2006/main">
              <a:ext uri="{FF2B5EF4-FFF2-40B4-BE49-F238E27FC236}">
                <a16:creationId xmlns:a16="http://schemas.microsoft.com/office/drawing/2014/main" id="{34E975DC-54E2-4542-9FA7-4396FC24C7C8}"/>
              </a:ext>
            </a:extLst>
          </p:cNvPr>
          <p:cNvSpPr>
            <a:spLocks xmlns:a="http://schemas.openxmlformats.org/drawingml/2006/main" noGrp="1"/>
          </p:cNvSpPr>
          <p:nvPr/>
        </p:nvSpPr>
        <p:spPr>
          <a:xfrm xmlns:a="http://schemas.openxmlformats.org/drawingml/2006/main">
            <a:off x="5276850" y="5434013"/>
            <a:ext cx="152400" cy="100013"/>
          </a:xfrm>
          <a:prstGeom xmlns:a="http://schemas.openxmlformats.org/drawingml/2006/main" prst="rect">
            <a:avLst/>
          </a:prstGeom>
          <a:solidFill xmlns:a="http://schemas.openxmlformats.org/drawingml/2006/main">
            <a:srgbClr val="2166AC"/>
          </a:solidFill>
          <a:ln xmlns:a="http://schemas.openxmlformats.org/drawingml/2006/main" w="0">
            <a:noFill/>
          </a:ln>
        </p:spPr>
      </p:sp>
      <p:sp>
        <p:nvSpPr>
          <p:cNvPr id="181" name="+1">
            <a:extLst xmlns:a="http://schemas.openxmlformats.org/drawingml/2006/main">
              <a:ext uri="{FF2B5EF4-FFF2-40B4-BE49-F238E27FC236}">
                <a16:creationId xmlns:a16="http://schemas.microsoft.com/office/drawing/2014/main" id="{1787E7DB-25BE-4BB9-80D5-B47144C9E6B0}"/>
              </a:ext>
            </a:extLst>
          </p:cNvPr>
          <p:cNvSpPr>
            <a:spLocks xmlns:a="http://schemas.openxmlformats.org/drawingml/2006/main" noGrp="1"/>
          </p:cNvSpPr>
          <p:nvPr/>
        </p:nvSpPr>
        <p:spPr>
          <a:xfrm xmlns:a="http://schemas.openxmlformats.org/drawingml/2006/main">
            <a:off x="5495925" y="22955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2" name="0">
            <a:extLst xmlns:a="http://schemas.openxmlformats.org/drawingml/2006/main">
              <a:ext uri="{FF2B5EF4-FFF2-40B4-BE49-F238E27FC236}">
                <a16:creationId xmlns:a16="http://schemas.microsoft.com/office/drawing/2014/main" id="{93703ED1-972F-41B2-AD2C-8CE9C704234C}"/>
              </a:ext>
            </a:extLst>
          </p:cNvPr>
          <p:cNvSpPr>
            <a:spLocks xmlns:a="http://schemas.openxmlformats.org/drawingml/2006/main" noGrp="1"/>
          </p:cNvSpPr>
          <p:nvPr/>
        </p:nvSpPr>
        <p:spPr>
          <a:xfrm xmlns:a="http://schemas.openxmlformats.org/drawingml/2006/main">
            <a:off x="5495925" y="38100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83" name="−1">
            <a:extLst xmlns:a="http://schemas.openxmlformats.org/drawingml/2006/main">
              <a:ext uri="{FF2B5EF4-FFF2-40B4-BE49-F238E27FC236}">
                <a16:creationId xmlns:a16="http://schemas.microsoft.com/office/drawing/2014/main" id="{51162FD9-E965-45A6-B260-3A71B39BF503}"/>
              </a:ext>
            </a:extLst>
          </p:cNvPr>
          <p:cNvSpPr>
            <a:spLocks xmlns:a="http://schemas.openxmlformats.org/drawingml/2006/main" noGrp="1"/>
          </p:cNvSpPr>
          <p:nvPr/>
        </p:nvSpPr>
        <p:spPr>
          <a:xfrm xmlns:a="http://schemas.openxmlformats.org/drawingml/2006/main">
            <a:off x="5495925" y="532447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4" name="Spearman ρ">
            <a:extLst xmlns:a="http://schemas.openxmlformats.org/drawingml/2006/main">
              <a:ext uri="{FF2B5EF4-FFF2-40B4-BE49-F238E27FC236}">
                <a16:creationId xmlns:a16="http://schemas.microsoft.com/office/drawing/2014/main" id="{CE8CC3FF-C099-4B55-A01F-F560DB3D045B}"/>
              </a:ext>
            </a:extLst>
          </p:cNvPr>
          <p:cNvSpPr>
            <a:spLocks xmlns:a="http://schemas.openxmlformats.org/drawingml/2006/main" noGrp="1"/>
          </p:cNvSpPr>
          <p:nvPr/>
        </p:nvSpPr>
        <p:spPr>
          <a:xfrm xmlns:a="http://schemas.openxmlformats.org/drawingml/2006/main">
            <a:off x="1857375" y="16097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85" name="Shell weight ↔ Rings">
            <a:extLst xmlns:a="http://schemas.openxmlformats.org/drawingml/2006/main">
              <a:ext uri="{FF2B5EF4-FFF2-40B4-BE49-F238E27FC236}">
                <a16:creationId xmlns:a16="http://schemas.microsoft.com/office/drawing/2014/main" id="{41752A10-E0E6-47C8-84B7-1F233B22F00D}"/>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86" name="Pearson r = 0.628&#10;Spearman ρ = 0.693&#10;n = 3,341">
            <a:extLst xmlns:a="http://schemas.openxmlformats.org/drawingml/2006/main">
              <a:ext uri="{FF2B5EF4-FFF2-40B4-BE49-F238E27FC236}">
                <a16:creationId xmlns:a16="http://schemas.microsoft.com/office/drawing/2014/main" id="{9950E942-88CB-4557-A831-6C642B0D8375}"/>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87" name="High correlation among measurements can destabilize con">
            <a:extLst xmlns:a="http://schemas.openxmlformats.org/drawingml/2006/main">
              <a:ext uri="{FF2B5EF4-FFF2-40B4-BE49-F238E27FC236}">
                <a16:creationId xmlns:a16="http://schemas.microsoft.com/office/drawing/2014/main" id="{AB8D6172-0ADE-4CC6-A2FE-1AB006D848F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564636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F814969-B74B-4F8F-B90D-E8A076D543E6}"/>
              </a:ext>
            </a:extLst>
          </p:cNvPr>
          <p:cNvPicPr>
            <a:picLocks xmlns:a="http://schemas.openxmlformats.org/drawingml/2006/main" noChangeAspect="1"/>
          </p:cNvPicPr>
          <p:nvPr/>
        </p:nvPicPr>
        <p:blipFill>
          <a:blip xmlns:r="http://schemas.openxmlformats.org/officeDocument/2006/relationships" xmlns:a="http://schemas.openxmlformats.org/drawingml/2006/main" r:embed="Rf79c3c53242648a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50E77A3-22A9-4480-8A17-BA97CF3AD1D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1F5CAE62-467A-49C7-9472-F3C45A5FF0D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69569FD8-9CF9-4EB4-8F41-9483732C609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2FC146D2-7D64-4DC5-BA19-1B3A06B5DFD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8aa9c84d31b4b21"/>
          </a:graphicData>
        </a:graphic>
      </p:graphicFrame>
      <p:sp>
        <p:nvSpPr>
          <p:cNvPr id="6" name="ρ = 0.693">
            <a:extLst xmlns:a="http://schemas.openxmlformats.org/drawingml/2006/main">
              <a:ext uri="{FF2B5EF4-FFF2-40B4-BE49-F238E27FC236}">
                <a16:creationId xmlns:a16="http://schemas.microsoft.com/office/drawing/2014/main" id="{B57AB412-3381-4579-A432-4DEB9BA26BFE}"/>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2AD33BD9-18E0-47FC-A6CC-E69AE48718F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74BC1506-B99C-4073-92A2-690D0433F46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21241694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F0EE69A-0032-43E2-A75C-48FF62236569}"/>
              </a:ext>
            </a:extLst>
          </p:cNvPr>
          <p:cNvPicPr>
            <a:picLocks xmlns:a="http://schemas.openxmlformats.org/drawingml/2006/main" noChangeAspect="1"/>
          </p:cNvPicPr>
          <p:nvPr/>
        </p:nvPicPr>
        <p:blipFill>
          <a:blip xmlns:r="http://schemas.openxmlformats.org/officeDocument/2006/relationships" xmlns:a="http://schemas.openxmlformats.org/drawingml/2006/main" r:embed="R2ff64b6910f3405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456651B-01F5-4E44-A88C-0D3E466DEB4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6E0983C5-7B74-4B9B-92F5-C07F677C31B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4A92F7CE-B19E-4656-A1F5-E1F4584E0D7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25870A29-BF68-492D-B758-150BE1E1CB81}"/>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87366FEA-9795-4DE7-B6EB-0D779C1C28B7}"/>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9B8728D4-1149-41BD-812E-9D79779A6F3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5296776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1B1BD0F-2B6D-451C-91F4-07A3E7BC5FAC}"/>
              </a:ext>
            </a:extLst>
          </p:cNvPr>
          <p:cNvPicPr>
            <a:picLocks xmlns:a="http://schemas.openxmlformats.org/drawingml/2006/main" noChangeAspect="1"/>
          </p:cNvPicPr>
          <p:nvPr/>
        </p:nvPicPr>
        <p:blipFill>
          <a:blip xmlns:r="http://schemas.openxmlformats.org/officeDocument/2006/relationships" xmlns:a="http://schemas.openxmlformats.org/drawingml/2006/main" r:embed="R1e43f1ca01334f9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AA70A6D-B98B-4EA8-83C7-113CE158B2A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8BC39216-6FA2-49C7-A0D0-39401450A3E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4D22A22F-0045-4DF1-B590-87435684CE8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62C1065E-B56B-48F4-AB8A-DA8C5AC309F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aca461f60dd4feb"/>
          </a:graphicData>
        </a:graphic>
      </p:graphicFrame>
      <p:sp>
        <p:nvSpPr>
          <p:cNvPr id="6" name="Full R² = 0.526">
            <a:extLst xmlns:a="http://schemas.openxmlformats.org/drawingml/2006/main">
              <a:ext uri="{FF2B5EF4-FFF2-40B4-BE49-F238E27FC236}">
                <a16:creationId xmlns:a16="http://schemas.microsoft.com/office/drawing/2014/main" id="{336B70CB-7497-48E8-9A0D-ABC748534898}"/>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FCD4C623-C5CC-490F-B14A-A53BCE7245B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D70D68C2-7B34-41C0-994D-FA5BE8ACBFA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21157966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82B98F8-E73E-4B90-A883-1AE40A6C868C}"/>
              </a:ext>
            </a:extLst>
          </p:cNvPr>
          <p:cNvPicPr>
            <a:picLocks xmlns:a="http://schemas.openxmlformats.org/drawingml/2006/main" noChangeAspect="1"/>
          </p:cNvPicPr>
          <p:nvPr/>
        </p:nvPicPr>
        <p:blipFill>
          <a:blip xmlns:r="http://schemas.openxmlformats.org/officeDocument/2006/relationships" xmlns:a="http://schemas.openxmlformats.org/drawingml/2006/main" r:embed="R461da3920a984dd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D3D040D-609C-4576-B7AB-9F5194BF651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9D2DAB3E-7F33-40DD-AD85-A64B84DEA9C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5DCCDBD7-F2C7-4078-8CA9-DEC94780D6F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ADB4D8F5-3DAE-44CB-A331-A844EF2192AD}"/>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08AD2B0C-011A-4F69-A498-21A0261DB851}"/>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E849E7F7-F557-4DCE-B232-10B2B2FDCDF0}"/>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ED8463BA-AEE4-4087-8A5A-C03DBAD68B54}"/>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0249C43A-E287-4AB4-A217-70AD395D17B1}"/>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B446284A-DB9D-4020-8853-A7DF37B7A18F}"/>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1C99678A-E0AE-41F0-819F-7BD2C120DD81}"/>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B8E2597A-2614-4DDB-AD06-A5476A7A446A}"/>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EB545EEC-C246-482F-859D-2ABF318E700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5351486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51DEC3E-58A7-4198-97B8-37E5500CEDC7}"/>
              </a:ext>
            </a:extLst>
          </p:cNvPr>
          <p:cNvPicPr>
            <a:picLocks xmlns:a="http://schemas.openxmlformats.org/drawingml/2006/main" noChangeAspect="1"/>
          </p:cNvPicPr>
          <p:nvPr/>
        </p:nvPicPr>
        <p:blipFill>
          <a:blip xmlns:r="http://schemas.openxmlformats.org/officeDocument/2006/relationships" xmlns:a="http://schemas.openxmlformats.org/drawingml/2006/main" r:embed="Rd584226e30de4b6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03FAF62-B1EA-48F2-AD62-A6EFD9883B8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F1172FBB-C565-4B7E-8FF5-03187647FF4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E3BDF977-E1C5-44AF-960D-72EA77FC362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B52FB06B-6B1D-4849-8B93-F20E43D252EA}"/>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9DF643C7-9CFD-40BD-926B-028255BEB2A5}"/>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4D689ED4-24B6-4DCE-9AB0-084E1506E974}"/>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98691A91-93BD-4455-BDD9-EAA60A6A677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8282797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1D4C633-FF3A-4778-AF30-AA1837D7612F}"/>
              </a:ext>
            </a:extLst>
          </p:cNvPr>
          <p:cNvPicPr>
            <a:picLocks xmlns:a="http://schemas.openxmlformats.org/drawingml/2006/main" noChangeAspect="1"/>
          </p:cNvPicPr>
          <p:nvPr/>
        </p:nvPicPr>
        <p:blipFill>
          <a:blip xmlns:r="http://schemas.openxmlformats.org/officeDocument/2006/relationships" xmlns:a="http://schemas.openxmlformats.org/drawingml/2006/main" r:embed="Rd46fba335bf3487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28ACB27-4C96-4A0B-932C-06839A5CE14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38878A7B-25FD-4B8E-A477-98828FEBB14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74A424C3-1216-44B9-989B-4A33DC5B5EF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BD6F7EAA-9025-455C-A2DC-7D5ADB8CC08C}"/>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54A1B9FA-50B8-42CD-9E49-DF31336AA969}"/>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F23EEB13-3C79-4BFE-9D0D-0E465467E15F}"/>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7E51A3EE-F9B5-407D-9322-100EBF612ED3}"/>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EC228094-DE07-4525-BCCF-F40490123B51}"/>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96F86165-7B25-4A2C-8CE8-5558DDB60053}"/>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A0279FDA-B7E2-449A-BB88-9152119A4F71}"/>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3A59331B-15FB-4B7F-8EBD-3A66C4A40E4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4899721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6DF2E39-BC75-489F-8D57-26EF69120258}"/>
              </a:ext>
            </a:extLst>
          </p:cNvPr>
          <p:cNvPicPr>
            <a:picLocks xmlns:a="http://schemas.openxmlformats.org/drawingml/2006/main" noChangeAspect="1"/>
          </p:cNvPicPr>
          <p:nvPr/>
        </p:nvPicPr>
        <p:blipFill>
          <a:blip xmlns:r="http://schemas.openxmlformats.org/officeDocument/2006/relationships" xmlns:a="http://schemas.openxmlformats.org/drawingml/2006/main" r:embed="R0c1d0cfbe90a414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C37461C-CA64-45EA-99E2-F65BD3C47B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2D9E86D1-DDF9-4CD8-9CD6-BC4B9236F0C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CD86E600-5C2E-4A6E-B7A3-82AB5D9A657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7D4968F7-6BA4-4562-B7CE-91199B299548}"/>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991173C7-B91D-44A7-875C-3C37ABBF71A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8336581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B9CF504-58A2-4B04-BD0F-34283D573B10}"/>
              </a:ext>
            </a:extLst>
          </p:cNvPr>
          <p:cNvPicPr>
            <a:picLocks xmlns:a="http://schemas.openxmlformats.org/drawingml/2006/main" noChangeAspect="1"/>
          </p:cNvPicPr>
          <p:nvPr/>
        </p:nvPicPr>
        <p:blipFill>
          <a:blip xmlns:r="http://schemas.openxmlformats.org/officeDocument/2006/relationships" xmlns:a="http://schemas.openxmlformats.org/drawingml/2006/main" r:embed="Rf1ac4c2ee6264ce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3BA1ECA-9C89-4405-A1EE-A414F9BEAA9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03FD93AA-E4AC-45B7-A6A0-490BE9426FB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5B7EF38C-C7CC-46E5-91C2-2F074A292FB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03CFC1CC-DE6F-47EB-949F-A2622E353D3D}"/>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96EB2D31-1FB3-46DC-AA83-07F56A81450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1151927503"/>
      </p:ext>
    </p:extLst>
  </p:cSld>
</p:sld>
</file>

<file path=ppt/theme/theme1.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2026-10-20T12:36:16.2530000Z</dcterms:created>
  <dcterms:modified xsi:type="dcterms:W3CDTF">2026-10-20T12:36:16.2540000Z</dcterms:modified>
</coreProperties>
</file>