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23f5cd0b58e4f1d" /><Relationship Type="http://schemas.openxmlformats.org/officeDocument/2006/relationships/extended-properties" Target="/docProps/app.xml" Id="R230e808ee62647b0" /><Relationship Type="http://schemas.openxmlformats.org/officeDocument/2006/relationships/officeDocument" Target="/ppt/presentation.xml" Id="Rb93624bdf6ea436e" /></Relationships>
</file>

<file path=ppt/presentation.xml><?xml version="1.0" encoding="utf-8"?>
<p:presentation xmlns:p="http://schemas.openxmlformats.org/presentationml/2006/main">
  <p:sldMasterIdLst>
    <p:sldMasterId xmlns:r="http://schemas.openxmlformats.org/officeDocument/2006/relationships" id="2147483648" r:id="Rd3760acedf444d8c"/>
  </p:sldMasterIdLst>
  <p:notesMasterIdLst>
    <p:notesMasterId xmlns:r="http://schemas.openxmlformats.org/officeDocument/2006/relationships" r:id="R06f50b23c6e04727"/>
  </p:notesMasterIdLst>
  <p:sldIdLst>
    <p:sldId xmlns:r="http://schemas.openxmlformats.org/officeDocument/2006/relationships" id="256" r:id="Rdd2ee1091fca4c58"/>
    <p:sldId xmlns:r="http://schemas.openxmlformats.org/officeDocument/2006/relationships" id="257" r:id="R409bef239fa04aa4"/>
    <p:sldId xmlns:r="http://schemas.openxmlformats.org/officeDocument/2006/relationships" id="258" r:id="R7759ebfd66424660"/>
    <p:sldId xmlns:r="http://schemas.openxmlformats.org/officeDocument/2006/relationships" id="259" r:id="R7039e56a0e3d4b4a"/>
    <p:sldId xmlns:r="http://schemas.openxmlformats.org/officeDocument/2006/relationships" id="260" r:id="R93f39e2cead443f0"/>
    <p:sldId xmlns:r="http://schemas.openxmlformats.org/officeDocument/2006/relationships" id="261" r:id="Rac62573b33e24f4c"/>
    <p:sldId xmlns:r="http://schemas.openxmlformats.org/officeDocument/2006/relationships" id="262" r:id="R6ad394b56f2c4ee0"/>
    <p:sldId xmlns:r="http://schemas.openxmlformats.org/officeDocument/2006/relationships" id="263" r:id="Rfb9aa690a6ff41a0"/>
    <p:sldId xmlns:r="http://schemas.openxmlformats.org/officeDocument/2006/relationships" id="264" r:id="Rb13889dbd48848c5"/>
    <p:sldId xmlns:r="http://schemas.openxmlformats.org/officeDocument/2006/relationships" id="265" r:id="R7b05770d9a9e4b8e"/>
    <p:sldId xmlns:r="http://schemas.openxmlformats.org/officeDocument/2006/relationships" id="266" r:id="R28f910a9bb324bf1"/>
    <p:sldId xmlns:r="http://schemas.openxmlformats.org/officeDocument/2006/relationships" id="267" r:id="Ra4849f7a8f364461"/>
    <p:sldId xmlns:r="http://schemas.openxmlformats.org/officeDocument/2006/relationships" id="268" r:id="R1150bbb923274f08"/>
    <p:sldId xmlns:r="http://schemas.openxmlformats.org/officeDocument/2006/relationships" id="269" r:id="Rde75ee5a0b1f48be"/>
    <p:sldId xmlns:r="http://schemas.openxmlformats.org/officeDocument/2006/relationships" id="270" r:id="R454f2fd7f169451d"/>
    <p:sldId xmlns:r="http://schemas.openxmlformats.org/officeDocument/2006/relationships" id="271" r:id="Rbb76b75dfc6e46cb"/>
    <p:sldId xmlns:r="http://schemas.openxmlformats.org/officeDocument/2006/relationships" id="272" r:id="Rb5e85685d5b64926"/>
    <p:sldId xmlns:r="http://schemas.openxmlformats.org/officeDocument/2006/relationships" id="273" r:id="R0e3ab44fb8ab40e4"/>
    <p:sldId xmlns:r="http://schemas.openxmlformats.org/officeDocument/2006/relationships" id="274" r:id="R117a891db4d34e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916b400fcf4684" /><Relationship Type="http://schemas.openxmlformats.org/officeDocument/2006/relationships/slideMaster" Target="/ppt/slideMasters/slideMaster1.xml" Id="Rd3760acedf444d8c" /><Relationship Type="http://schemas.openxmlformats.org/officeDocument/2006/relationships/notesMaster" Target="/ppt/notesMasters/notesMaster1.xml" Id="R06f50b23c6e04727" /><Relationship Type="http://schemas.openxmlformats.org/officeDocument/2006/relationships/presProps" Target="/ppt/presProps.xml" Id="R7d8d20a0367d48fb" /><Relationship Type="http://schemas.openxmlformats.org/officeDocument/2006/relationships/tableStyles" Target="/ppt/tableStyles.xml" Id="R7026c57fbb2d434c" /><Relationship Type="http://schemas.openxmlformats.org/officeDocument/2006/relationships/slide" Target="/ppt/slides/slide1.xml" Id="Rdd2ee1091fca4c58" /><Relationship Type="http://schemas.openxmlformats.org/officeDocument/2006/relationships/slide" Target="/ppt/slides/slide2.xml" Id="R409bef239fa04aa4" /><Relationship Type="http://schemas.openxmlformats.org/officeDocument/2006/relationships/slide" Target="/ppt/slides/slide3.xml" Id="R7759ebfd66424660" /><Relationship Type="http://schemas.openxmlformats.org/officeDocument/2006/relationships/slide" Target="/ppt/slides/slide4.xml" Id="R7039e56a0e3d4b4a" /><Relationship Type="http://schemas.openxmlformats.org/officeDocument/2006/relationships/slide" Target="/ppt/slides/slide5.xml" Id="R93f39e2cead443f0" /><Relationship Type="http://schemas.openxmlformats.org/officeDocument/2006/relationships/slide" Target="/ppt/slides/slide6.xml" Id="Rac62573b33e24f4c" /><Relationship Type="http://schemas.openxmlformats.org/officeDocument/2006/relationships/slide" Target="/ppt/slides/slide7.xml" Id="R6ad394b56f2c4ee0" /><Relationship Type="http://schemas.openxmlformats.org/officeDocument/2006/relationships/slide" Target="/ppt/slides/slide8.xml" Id="Rfb9aa690a6ff41a0" /><Relationship Type="http://schemas.openxmlformats.org/officeDocument/2006/relationships/slide" Target="/ppt/slides/slide9.xml" Id="Rb13889dbd48848c5" /><Relationship Type="http://schemas.openxmlformats.org/officeDocument/2006/relationships/slide" Target="/ppt/slides/slide10.xml" Id="R7b05770d9a9e4b8e" /><Relationship Type="http://schemas.openxmlformats.org/officeDocument/2006/relationships/slide" Target="/ppt/slides/slide11.xml" Id="R28f910a9bb324bf1" /><Relationship Type="http://schemas.openxmlformats.org/officeDocument/2006/relationships/slide" Target="/ppt/slides/slide12.xml" Id="Ra4849f7a8f364461" /><Relationship Type="http://schemas.openxmlformats.org/officeDocument/2006/relationships/slide" Target="/ppt/slides/slide13.xml" Id="R1150bbb923274f08" /><Relationship Type="http://schemas.openxmlformats.org/officeDocument/2006/relationships/slide" Target="/ppt/slides/slide14.xml" Id="Rde75ee5a0b1f48be" /><Relationship Type="http://schemas.openxmlformats.org/officeDocument/2006/relationships/slide" Target="/ppt/slides/slide15.xml" Id="R454f2fd7f169451d" /><Relationship Type="http://schemas.openxmlformats.org/officeDocument/2006/relationships/slide" Target="/ppt/slides/slide16.xml" Id="Rbb76b75dfc6e46cb" /><Relationship Type="http://schemas.openxmlformats.org/officeDocument/2006/relationships/slide" Target="/ppt/slides/slide17.xml" Id="Rb5e85685d5b64926" /><Relationship Type="http://schemas.openxmlformats.org/officeDocument/2006/relationships/slide" Target="/ppt/slides/slide18.xml" Id="R0e3ab44fb8ab40e4" /><Relationship Type="http://schemas.openxmlformats.org/officeDocument/2006/relationships/slide" Target="/ppt/slides/slide19.xml" Id="R117a891db4d34e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f831e4c17a44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b0f5b066e842f5" /><Relationship Type="http://schemas.openxmlformats.org/officeDocument/2006/relationships/notesMaster" Target="/ppt/notesMasters/notesMaster1.xml" Id="Rcd5b58cebc164e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eb04e970784058" /><Relationship Type="http://schemas.openxmlformats.org/officeDocument/2006/relationships/notesMaster" Target="/ppt/notesMasters/notesMaster1.xml" Id="Ra5591d84bbc04e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1973dcfb7145cc" /><Relationship Type="http://schemas.openxmlformats.org/officeDocument/2006/relationships/notesMaster" Target="/ppt/notesMasters/notesMaster1.xml" Id="Ra9ffa0fd22bc41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a90546bb6e4437" /><Relationship Type="http://schemas.openxmlformats.org/officeDocument/2006/relationships/notesMaster" Target="/ppt/notesMasters/notesMaster1.xml" Id="Rbe566979d26e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499f5d9c8d4387" /><Relationship Type="http://schemas.openxmlformats.org/officeDocument/2006/relationships/notesMaster" Target="/ppt/notesMasters/notesMaster1.xml" Id="R700a10ccbde443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0e0dda46bc49ae" /><Relationship Type="http://schemas.openxmlformats.org/officeDocument/2006/relationships/notesMaster" Target="/ppt/notesMasters/notesMaster1.xml" Id="R28d362d4102f42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264716ef634d25" /><Relationship Type="http://schemas.openxmlformats.org/officeDocument/2006/relationships/notesMaster" Target="/ppt/notesMasters/notesMaster1.xml" Id="R2250b4274b2442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a1160d10c84026" /><Relationship Type="http://schemas.openxmlformats.org/officeDocument/2006/relationships/notesMaster" Target="/ppt/notesMasters/notesMaster1.xml" Id="Re3cb518a211340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47c13756e049a1" /><Relationship Type="http://schemas.openxmlformats.org/officeDocument/2006/relationships/notesMaster" Target="/ppt/notesMasters/notesMaster1.xml" Id="Ra1934c002c7b4a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f83565433c474e" /><Relationship Type="http://schemas.openxmlformats.org/officeDocument/2006/relationships/notesMaster" Target="/ppt/notesMasters/notesMaster1.xml" Id="R28e55b3cf81c4c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84cef770384111" /><Relationship Type="http://schemas.openxmlformats.org/officeDocument/2006/relationships/notesMaster" Target="/ppt/notesMasters/notesMaster1.xml" Id="R3f61454a83304a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6a5b070b804b72" /><Relationship Type="http://schemas.openxmlformats.org/officeDocument/2006/relationships/notesMaster" Target="/ppt/notesMasters/notesMaster1.xml" Id="R9473518278324f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9a08420a6f4a40" /><Relationship Type="http://schemas.openxmlformats.org/officeDocument/2006/relationships/notesMaster" Target="/ppt/notesMasters/notesMaster1.xml" Id="R967bfe05fd3e46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82b419321f4202" /><Relationship Type="http://schemas.openxmlformats.org/officeDocument/2006/relationships/notesMaster" Target="/ppt/notesMasters/notesMaster1.xml" Id="R85214e497b634f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d96b5606a44139" /><Relationship Type="http://schemas.openxmlformats.org/officeDocument/2006/relationships/notesMaster" Target="/ppt/notesMasters/notesMaster1.xml" Id="R20d2ba0273d546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9458cfbab9417f" /><Relationship Type="http://schemas.openxmlformats.org/officeDocument/2006/relationships/notesMaster" Target="/ppt/notesMasters/notesMaster1.xml" Id="Rf8fcad2b399240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0f83ec2122948d3" /><Relationship Type="http://schemas.openxmlformats.org/officeDocument/2006/relationships/notesMaster" Target="/ppt/notesMasters/notesMaster1.xml" Id="Rfce30824a2294c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8bc54930874b87" /><Relationship Type="http://schemas.openxmlformats.org/officeDocument/2006/relationships/notesMaster" Target="/ppt/notesMasters/notesMaster1.xml" Id="Rcf82c31f49504c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88a820e6ff48b8" /><Relationship Type="http://schemas.openxmlformats.org/officeDocument/2006/relationships/notesMaster" Target="/ppt/notesMasters/notesMaster1.xml" Id="Rceda57af036b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liên kết video báo cáo chính thức của nhóm trên YouTube theo đúng quy định của đề bài: https://youtu.be/D-H3yQ4IDro?si=VZ5VouVBJcCDhlBc. Thời lượng video đáp ứng chuẩn từ 7 đến 15 phút theo yêu cầu của Khoa; các slide phụ lục dùng để hỗ trợ phần phản biện vấn đáp.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Đường xám nối mật độ quan sát tại các tâm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893c42b5df47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8348242eb642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0b3b1225b04d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8dad91ad434e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7306d2442047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fff62bbaf748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A8B0D3-E3F8-4CA7-92A2-4C898B2751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BFCD59-C1E2-46BC-9E69-88B44BDFEAB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07CD3A-93B0-493A-9A67-1CD3B98D2A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E30721-B1D2-4470-BC94-957E4CBF41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8B6B1B-AEBF-46E8-9702-09EBDC8986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8897CE-1AD7-4595-B8F1-CACBB45CC5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BE41FA-3D79-4F23-8CDD-5895C0ACFF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272BD8-1587-444B-8261-78CBDFCB61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ED9A09-05A2-474C-9DD4-5546EB301E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8526CB-8342-417C-A42A-BAEA2BB57D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42aba97657429e" /><Relationship Type="http://schemas.openxmlformats.org/officeDocument/2006/relationships/slideLayout" Target="/ppt/slideLayouts/slideLayout1.xml" Id="R2c0d5c27eb6d4a59" /><Relationship Type="http://schemas.openxmlformats.org/officeDocument/2006/relationships/slideLayout" Target="/ppt/slideLayouts/slideLayout2.xml" Id="R924c00091e994695" /><Relationship Type="http://schemas.openxmlformats.org/officeDocument/2006/relationships/slideLayout" Target="/ppt/slideLayouts/slideLayout3.xml" Id="R7cf2b23c0754465c" /><Relationship Type="http://schemas.openxmlformats.org/officeDocument/2006/relationships/slideLayout" Target="/ppt/slideLayouts/slideLayout4.xml" Id="R7e62958c91694d77" /><Relationship Type="http://schemas.openxmlformats.org/officeDocument/2006/relationships/slideLayout" Target="/ppt/slideLayouts/slideLayout5.xml" Id="Rae3d76bcdcf44102" /><Relationship Type="http://schemas.openxmlformats.org/officeDocument/2006/relationships/slideLayout" Target="/ppt/slideLayouts/slideLayout6.xml" Id="R292990f4b4d74d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0d5c27eb6d4a59"/>
    <p:sldLayoutId xmlns:r="http://schemas.openxmlformats.org/officeDocument/2006/relationships" id="2147483650" r:id="R924c00091e994695"/>
    <p:sldLayoutId xmlns:r="http://schemas.openxmlformats.org/officeDocument/2006/relationships" id="2147483651" r:id="R7cf2b23c0754465c"/>
    <p:sldLayoutId xmlns:r="http://schemas.openxmlformats.org/officeDocument/2006/relationships" id="2147483652" r:id="R7e62958c91694d77"/>
    <p:sldLayoutId xmlns:r="http://schemas.openxmlformats.org/officeDocument/2006/relationships" id="2147483653" r:id="Rae3d76bcdcf44102"/>
    <p:sldLayoutId xmlns:r="http://schemas.openxmlformats.org/officeDocument/2006/relationships" id="2147483654" r:id="R292990f4b4d74d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dbac20477445c1" /><Relationship Type="http://schemas.openxmlformats.org/officeDocument/2006/relationships/image" Target="/ppt/media/image.png" Id="R0f2f5a877a614bb1" /><Relationship Type="http://schemas.openxmlformats.org/officeDocument/2006/relationships/notesSlide" Target="/ppt/notesSlides/notesSlide1.xml" Id="Rd9dab93495fe45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98908240f248c2" /><Relationship Type="http://schemas.openxmlformats.org/officeDocument/2006/relationships/image" Target="/ppt/media/image2.png" Id="R4e6f71d534974f02" /><Relationship Type="http://schemas.openxmlformats.org/officeDocument/2006/relationships/notesSlide" Target="/ppt/notesSlides/notesSlide2.xml" Id="R169f9e7348664d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189e7a16d64cce" /><Relationship Type="http://schemas.openxmlformats.org/officeDocument/2006/relationships/image" Target="/ppt/media/image3.png" Id="Rcea2577c3d274e90" /><Relationship Type="http://schemas.openxmlformats.org/officeDocument/2006/relationships/notesSlide" Target="/ppt/notesSlides/notesSlide3.xml" Id="Ra83cd07027af47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9aaba36e164ae4" /><Relationship Type="http://schemas.openxmlformats.org/officeDocument/2006/relationships/image" Target="/ppt/media/image4.png" Id="Rc62fe46a7bc942f1" /><Relationship Type="http://schemas.openxmlformats.org/officeDocument/2006/relationships/notesSlide" Target="/ppt/notesSlides/notesSlide4.xml" Id="R41764890de094e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2f2fb04e5544be" /><Relationship Type="http://schemas.openxmlformats.org/officeDocument/2006/relationships/image" Target="/ppt/media/image5.png" Id="R207cb37c388645cd" /><Relationship Type="http://schemas.openxmlformats.org/officeDocument/2006/relationships/chart" Target="/ppt/slides/charts/chart1.xml" Id="Rb939b10118124412" /><Relationship Type="http://schemas.openxmlformats.org/officeDocument/2006/relationships/notesSlide" Target="/ppt/notesSlides/notesSlide5.xml" Id="Rcc78bbb735864c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4378e6362c47e4" /><Relationship Type="http://schemas.openxmlformats.org/officeDocument/2006/relationships/image" Target="/ppt/media/image6.png" Id="R617d7dbe899c4c43" /><Relationship Type="http://schemas.openxmlformats.org/officeDocument/2006/relationships/chart" Target="/ppt/slides/charts/chart2.xml" Id="R4e2f38a7f100429a" /><Relationship Type="http://schemas.openxmlformats.org/officeDocument/2006/relationships/notesSlide" Target="/ppt/notesSlides/notesSlide6.xml" Id="Rd9f7dd1b7b5948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e48f6aba0574ff6" /><Relationship Type="http://schemas.openxmlformats.org/officeDocument/2006/relationships/image" Target="/ppt/media/image7.png" Id="R20e5463655d1438d" /><Relationship Type="http://schemas.openxmlformats.org/officeDocument/2006/relationships/chart" Target="/ppt/slides/charts/chart3.xml" Id="R31164a9b7cc8441e" /><Relationship Type="http://schemas.openxmlformats.org/officeDocument/2006/relationships/notesSlide" Target="/ppt/notesSlides/notesSlide7.xml" Id="R624458a07dd44f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c83cdac1784bb6" /><Relationship Type="http://schemas.openxmlformats.org/officeDocument/2006/relationships/image" Target="/ppt/media/image8.png" Id="Rc7ca8fcbcece4c2e" /><Relationship Type="http://schemas.openxmlformats.org/officeDocument/2006/relationships/chart" Target="/ppt/slides/charts/chart4.xml" Id="Rfef108b513974482" /><Relationship Type="http://schemas.openxmlformats.org/officeDocument/2006/relationships/notesSlide" Target="/ppt/notesSlides/notesSlide8.xml" Id="R5275e2fdb78346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e3bcfabb844246" /><Relationship Type="http://schemas.openxmlformats.org/officeDocument/2006/relationships/image" Target="/ppt/media/image9.png" Id="R892076e5bbd64761" /><Relationship Type="http://schemas.openxmlformats.org/officeDocument/2006/relationships/notesSlide" Target="/ppt/notesSlides/notesSlide9.xml" Id="R9cddfc991eb046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7ff29358db457c" /><Relationship Type="http://schemas.openxmlformats.org/officeDocument/2006/relationships/image" Target="/ppt/media/image10.png" Id="Rd67f4b9b4bf94114" /><Relationship Type="http://schemas.openxmlformats.org/officeDocument/2006/relationships/notesSlide" Target="/ppt/notesSlides/notesSlide10.xml" Id="Rf53cc65adf6c4a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643182c7d44d93" /><Relationship Type="http://schemas.openxmlformats.org/officeDocument/2006/relationships/image" Target="/ppt/media/image11.png" Id="R432b99794d0a4586" /><Relationship Type="http://schemas.openxmlformats.org/officeDocument/2006/relationships/notesSlide" Target="/ppt/notesSlides/notesSlide11.xml" Id="Rdc2861eca7a84e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94323dead146b4" /><Relationship Type="http://schemas.openxmlformats.org/officeDocument/2006/relationships/image" Target="/ppt/media/image12.png" Id="Rdea7a903f75f49a1" /><Relationship Type="http://schemas.openxmlformats.org/officeDocument/2006/relationships/chart" Target="/ppt/slides/charts/chart5.xml" Id="Rc2c2c49fb6b441c2" /><Relationship Type="http://schemas.openxmlformats.org/officeDocument/2006/relationships/notesSlide" Target="/ppt/notesSlides/notesSlide12.xml" Id="R4a1477e197344a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03ee6dbf944fae" /><Relationship Type="http://schemas.openxmlformats.org/officeDocument/2006/relationships/image" Target="/ppt/media/image13.png" Id="Rd148b2dfa5ba46cb" /><Relationship Type="http://schemas.openxmlformats.org/officeDocument/2006/relationships/notesSlide" Target="/ppt/notesSlides/notesSlide13.xml" Id="R16c085cf08bf45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71af64541c9461f" /><Relationship Type="http://schemas.openxmlformats.org/officeDocument/2006/relationships/image" Target="/ppt/media/image14.png" Id="Rf3fd376d0fe341fe" /><Relationship Type="http://schemas.openxmlformats.org/officeDocument/2006/relationships/chart" Target="/ppt/slides/charts/chart6.xml" Id="R4c6a7d5471f84be0" /><Relationship Type="http://schemas.openxmlformats.org/officeDocument/2006/relationships/notesSlide" Target="/ppt/notesSlides/notesSlide14.xml" Id="R14a8e3276b9849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f7a9e77a6ae4b7a" /><Relationship Type="http://schemas.openxmlformats.org/officeDocument/2006/relationships/image" Target="/ppt/media/image15.png" Id="Rffecc86f82b145ae" /><Relationship Type="http://schemas.openxmlformats.org/officeDocument/2006/relationships/notesSlide" Target="/ppt/notesSlides/notesSlide15.xml" Id="R6c2c835bc12d4d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ff1487dd3c14ad9" /><Relationship Type="http://schemas.openxmlformats.org/officeDocument/2006/relationships/image" Target="/ppt/media/image16.png" Id="R46cada1623c9464e" /><Relationship Type="http://schemas.openxmlformats.org/officeDocument/2006/relationships/notesSlide" Target="/ppt/notesSlides/notesSlide16.xml" Id="Rb909670565d74e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a2d6493f9254a28" /><Relationship Type="http://schemas.openxmlformats.org/officeDocument/2006/relationships/image" Target="/ppt/media/image17.png" Id="R3e1401600a2b43d4" /><Relationship Type="http://schemas.openxmlformats.org/officeDocument/2006/relationships/notesSlide" Target="/ppt/notesSlides/notesSlide17.xml" Id="R143f406b0fdc43c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cdbe0e9e53a4c7b" /><Relationship Type="http://schemas.openxmlformats.org/officeDocument/2006/relationships/image" Target="/ppt/media/image18.png" Id="R924c96e964284f32" /><Relationship Type="http://schemas.openxmlformats.org/officeDocument/2006/relationships/notesSlide" Target="/ppt/notesSlides/notesSlide18.xml" Id="R57184fcd2e9a4b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cee50fa515e46f0" /><Relationship Type="http://schemas.openxmlformats.org/officeDocument/2006/relationships/image" Target="/ppt/media/image19.png" Id="Rf7366b2775a14fb5" /><Relationship Type="http://schemas.openxmlformats.org/officeDocument/2006/relationships/notesSlide" Target="/ppt/notesSlides/notesSlide19.xml" Id="Rcf0e5dbd1775448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4477AA"/>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4477AA"/>
            </a:solidFill>
            <a:ln xmlns:a="http://schemas.openxmlformats.org/drawingml/2006/main" w="9525">
              <a:solidFill>
                <a:srgbClr val="000000"/>
              </a:solidFill>
              <a:prstDash val="solid"/>
            </a:ln>
          </c:spPr>
          <c:invertIfNegative val="0"/>
          <c:dPt>
            <c:idx val="0"/>
            <c:invertIfNegative val="0"/>
            <c:spPr>
              <a:solidFill xmlns:a="http://schemas.openxmlformats.org/drawingml/2006/main">
                <a:srgbClr val="CC6677"/>
              </a:solidFill>
            </c:spPr>
          </c:dPt>
          <c:dPt>
            <c:idx val="1"/>
            <c:invertIfNegative val="0"/>
            <c:spPr>
              <a:solidFill xmlns:a="http://schemas.openxmlformats.org/drawingml/2006/main">
                <a:srgbClr val="228833"/>
              </a:solidFill>
            </c:spPr>
          </c:dPt>
          <c:dPt>
            <c:idx val="2"/>
            <c:invertIfNegative val="0"/>
            <c:spPr>
              <a:solidFill xmlns:a="http://schemas.openxmlformats.org/drawingml/2006/main">
                <a:srgbClr val="4477AA"/>
              </a:solidFill>
            </c:spPr>
          </c:dPt>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4477AA"/>
            </a:solidFill>
            <a:ln xmlns:a="http://schemas.openxmlformats.org/drawingml/2006/main" w="19050">
              <a:solidFill>
                <a:srgbClr val="4477AA"/>
              </a:solidFill>
              <a:prstDash val="solid"/>
            </a:ln>
          </c:spPr>
          <c:marker>
            <c:symbol val="none"/>
          </c:marker>
          <c:xVal>
            <c:numRef>
              <c:f>'Chart Data'!$A$2:$A$151</c:f>
              <c:numCache>
                <c:formatCode>General</c:formatCode>
                <c:ptCount val="150"/>
                <c:pt idx="0">
                  <c:v>0.1437</c:v>
                </c:pt>
                <c:pt idx="1">
                  <c:v>0.1437</c:v>
                </c:pt>
                <c:pt idx="2">
                  <c:v>0.1437</c:v>
                </c:pt>
                <c:pt idx="3">
                  <c:v>0.1437</c:v>
                </c:pt>
                <c:pt idx="4">
                  <c:v>0.1437</c:v>
                </c:pt>
                <c:pt idx="5">
                  <c:v>0.1437</c:v>
                </c:pt>
                <c:pt idx="6">
                  <c:v>0.1711</c:v>
                </c:pt>
                <c:pt idx="7">
                  <c:v>0.1711</c:v>
                </c:pt>
                <c:pt idx="8">
                  <c:v>0.1711</c:v>
                </c:pt>
                <c:pt idx="9">
                  <c:v>0.1711</c:v>
                </c:pt>
                <c:pt idx="10">
                  <c:v>0.1711</c:v>
                </c:pt>
                <c:pt idx="11">
                  <c:v>0.1711</c:v>
                </c:pt>
                <c:pt idx="12">
                  <c:v>0.1985</c:v>
                </c:pt>
                <c:pt idx="13">
                  <c:v>0.1985</c:v>
                </c:pt>
                <c:pt idx="14">
                  <c:v>0.1985</c:v>
                </c:pt>
                <c:pt idx="15">
                  <c:v>0.1985</c:v>
                </c:pt>
                <c:pt idx="16">
                  <c:v>0.1985</c:v>
                </c:pt>
                <c:pt idx="17">
                  <c:v>0.1985</c:v>
                </c:pt>
                <c:pt idx="18">
                  <c:v>0.2259</c:v>
                </c:pt>
                <c:pt idx="19">
                  <c:v>0.2259</c:v>
                </c:pt>
                <c:pt idx="20">
                  <c:v>0.2259</c:v>
                </c:pt>
                <c:pt idx="21">
                  <c:v>0.2259</c:v>
                </c:pt>
                <c:pt idx="22">
                  <c:v>0.2259</c:v>
                </c:pt>
                <c:pt idx="23">
                  <c:v>0.2259</c:v>
                </c:pt>
                <c:pt idx="24">
                  <c:v>0.2533</c:v>
                </c:pt>
                <c:pt idx="25">
                  <c:v>0.2533</c:v>
                </c:pt>
                <c:pt idx="26">
                  <c:v>0.2533</c:v>
                </c:pt>
                <c:pt idx="27">
                  <c:v>0.2533</c:v>
                </c:pt>
                <c:pt idx="28">
                  <c:v>0.2533</c:v>
                </c:pt>
                <c:pt idx="29">
                  <c:v>0.2533</c:v>
                </c:pt>
                <c:pt idx="30">
                  <c:v>0.2807</c:v>
                </c:pt>
                <c:pt idx="31">
                  <c:v>0.2807</c:v>
                </c:pt>
                <c:pt idx="32">
                  <c:v>0.2807</c:v>
                </c:pt>
                <c:pt idx="33">
                  <c:v>0.2807</c:v>
                </c:pt>
                <c:pt idx="34">
                  <c:v>0.2807</c:v>
                </c:pt>
                <c:pt idx="35">
                  <c:v>0.2807</c:v>
                </c:pt>
                <c:pt idx="36">
                  <c:v>0.3081</c:v>
                </c:pt>
                <c:pt idx="37">
                  <c:v>0.3081</c:v>
                </c:pt>
                <c:pt idx="38">
                  <c:v>0.3081</c:v>
                </c:pt>
                <c:pt idx="39">
                  <c:v>0.3081</c:v>
                </c:pt>
                <c:pt idx="40">
                  <c:v>0.3081</c:v>
                </c:pt>
                <c:pt idx="41">
                  <c:v>0.3081</c:v>
                </c:pt>
                <c:pt idx="42">
                  <c:v>0.3355</c:v>
                </c:pt>
                <c:pt idx="43">
                  <c:v>0.3355</c:v>
                </c:pt>
                <c:pt idx="44">
                  <c:v>0.3355</c:v>
                </c:pt>
                <c:pt idx="45">
                  <c:v>0.3355</c:v>
                </c:pt>
                <c:pt idx="46">
                  <c:v>0.3355</c:v>
                </c:pt>
                <c:pt idx="47">
                  <c:v>0.3355</c:v>
                </c:pt>
                <c:pt idx="48">
                  <c:v>0.3629</c:v>
                </c:pt>
                <c:pt idx="49">
                  <c:v>0.3629</c:v>
                </c:pt>
                <c:pt idx="50">
                  <c:v>0.3629</c:v>
                </c:pt>
                <c:pt idx="51">
                  <c:v>0.3629</c:v>
                </c:pt>
                <c:pt idx="52">
                  <c:v>0.3629</c:v>
                </c:pt>
                <c:pt idx="53">
                  <c:v>0.3629</c:v>
                </c:pt>
                <c:pt idx="54">
                  <c:v>0.3903</c:v>
                </c:pt>
                <c:pt idx="55">
                  <c:v>0.3903</c:v>
                </c:pt>
                <c:pt idx="56">
                  <c:v>0.3903</c:v>
                </c:pt>
                <c:pt idx="57">
                  <c:v>0.3903</c:v>
                </c:pt>
                <c:pt idx="58">
                  <c:v>0.3903</c:v>
                </c:pt>
                <c:pt idx="59">
                  <c:v>0.3903</c:v>
                </c:pt>
                <c:pt idx="60">
                  <c:v>0.4177</c:v>
                </c:pt>
                <c:pt idx="61">
                  <c:v>0.4177</c:v>
                </c:pt>
                <c:pt idx="62">
                  <c:v>0.4177</c:v>
                </c:pt>
                <c:pt idx="63">
                  <c:v>0.4177</c:v>
                </c:pt>
                <c:pt idx="64">
                  <c:v>0.4177</c:v>
                </c:pt>
                <c:pt idx="65">
                  <c:v>0.4177</c:v>
                </c:pt>
                <c:pt idx="66">
                  <c:v>0.4451</c:v>
                </c:pt>
                <c:pt idx="67">
                  <c:v>0.4451</c:v>
                </c:pt>
                <c:pt idx="68">
                  <c:v>0.4451</c:v>
                </c:pt>
                <c:pt idx="69">
                  <c:v>0.4451</c:v>
                </c:pt>
                <c:pt idx="70">
                  <c:v>0.4451</c:v>
                </c:pt>
                <c:pt idx="71">
                  <c:v>0.4451</c:v>
                </c:pt>
                <c:pt idx="72">
                  <c:v>0.4725</c:v>
                </c:pt>
                <c:pt idx="73">
                  <c:v>0.4725</c:v>
                </c:pt>
                <c:pt idx="74">
                  <c:v>0.4725</c:v>
                </c:pt>
                <c:pt idx="75">
                  <c:v>0.4725</c:v>
                </c:pt>
                <c:pt idx="76">
                  <c:v>0.4725</c:v>
                </c:pt>
                <c:pt idx="77">
                  <c:v>0.4725</c:v>
                </c:pt>
                <c:pt idx="78">
                  <c:v>0.4999</c:v>
                </c:pt>
                <c:pt idx="79">
                  <c:v>0.4999</c:v>
                </c:pt>
                <c:pt idx="80">
                  <c:v>0.4999</c:v>
                </c:pt>
                <c:pt idx="81">
                  <c:v>0.4999</c:v>
                </c:pt>
                <c:pt idx="82">
                  <c:v>0.4999</c:v>
                </c:pt>
                <c:pt idx="83">
                  <c:v>0.4999</c:v>
                </c:pt>
                <c:pt idx="84">
                  <c:v>0.5273</c:v>
                </c:pt>
                <c:pt idx="85">
                  <c:v>0.5273</c:v>
                </c:pt>
                <c:pt idx="86">
                  <c:v>0.5273</c:v>
                </c:pt>
                <c:pt idx="87">
                  <c:v>0.5273</c:v>
                </c:pt>
                <c:pt idx="88">
                  <c:v>0.5273</c:v>
                </c:pt>
                <c:pt idx="89">
                  <c:v>0.5273</c:v>
                </c:pt>
                <c:pt idx="90">
                  <c:v>0.5547</c:v>
                </c:pt>
                <c:pt idx="91">
                  <c:v>0.5547</c:v>
                </c:pt>
                <c:pt idx="92">
                  <c:v>0.5547</c:v>
                </c:pt>
                <c:pt idx="93">
                  <c:v>0.5547</c:v>
                </c:pt>
                <c:pt idx="94">
                  <c:v>0.5547</c:v>
                </c:pt>
                <c:pt idx="95">
                  <c:v>0.5547</c:v>
                </c:pt>
                <c:pt idx="96">
                  <c:v>0.5821</c:v>
                </c:pt>
                <c:pt idx="97">
                  <c:v>0.5821</c:v>
                </c:pt>
                <c:pt idx="98">
                  <c:v>0.5821</c:v>
                </c:pt>
                <c:pt idx="99">
                  <c:v>0.5821</c:v>
                </c:pt>
                <c:pt idx="100">
                  <c:v>0.5821</c:v>
                </c:pt>
                <c:pt idx="101">
                  <c:v>0.5821</c:v>
                </c:pt>
                <c:pt idx="102">
                  <c:v>0.6095</c:v>
                </c:pt>
                <c:pt idx="103">
                  <c:v>0.6095</c:v>
                </c:pt>
                <c:pt idx="104">
                  <c:v>0.6095</c:v>
                </c:pt>
                <c:pt idx="105">
                  <c:v>0.6095</c:v>
                </c:pt>
                <c:pt idx="106">
                  <c:v>0.6095</c:v>
                </c:pt>
                <c:pt idx="107">
                  <c:v>0.6095</c:v>
                </c:pt>
                <c:pt idx="108">
                  <c:v>0.6369</c:v>
                </c:pt>
                <c:pt idx="109">
                  <c:v>0.6369</c:v>
                </c:pt>
                <c:pt idx="110">
                  <c:v>0.6369</c:v>
                </c:pt>
                <c:pt idx="111">
                  <c:v>0.6369</c:v>
                </c:pt>
                <c:pt idx="112">
                  <c:v>0.6369</c:v>
                </c:pt>
                <c:pt idx="113">
                  <c:v>0.6369</c:v>
                </c:pt>
                <c:pt idx="114">
                  <c:v>0.6643</c:v>
                </c:pt>
                <c:pt idx="115">
                  <c:v>0.6643</c:v>
                </c:pt>
                <c:pt idx="116">
                  <c:v>0.6643</c:v>
                </c:pt>
                <c:pt idx="117">
                  <c:v>0.6643</c:v>
                </c:pt>
                <c:pt idx="118">
                  <c:v>0.6643</c:v>
                </c:pt>
                <c:pt idx="119">
                  <c:v>0.6643</c:v>
                </c:pt>
                <c:pt idx="120">
                  <c:v>0.6917</c:v>
                </c:pt>
                <c:pt idx="121">
                  <c:v>0.6917</c:v>
                </c:pt>
                <c:pt idx="122">
                  <c:v>0.6917</c:v>
                </c:pt>
                <c:pt idx="123">
                  <c:v>0.6917</c:v>
                </c:pt>
                <c:pt idx="124">
                  <c:v>0.6917</c:v>
                </c:pt>
                <c:pt idx="125">
                  <c:v>0.6917</c:v>
                </c:pt>
                <c:pt idx="126">
                  <c:v>0.7191</c:v>
                </c:pt>
                <c:pt idx="127">
                  <c:v>0.7191</c:v>
                </c:pt>
                <c:pt idx="128">
                  <c:v>0.7191</c:v>
                </c:pt>
                <c:pt idx="129">
                  <c:v>0.7191</c:v>
                </c:pt>
                <c:pt idx="130">
                  <c:v>0.7191</c:v>
                </c:pt>
                <c:pt idx="131">
                  <c:v>0.7191</c:v>
                </c:pt>
                <c:pt idx="132">
                  <c:v>0.7465</c:v>
                </c:pt>
                <c:pt idx="133">
                  <c:v>0.7465</c:v>
                </c:pt>
                <c:pt idx="134">
                  <c:v>0.7465</c:v>
                </c:pt>
                <c:pt idx="135">
                  <c:v>0.7465</c:v>
                </c:pt>
                <c:pt idx="136">
                  <c:v>0.7465</c:v>
                </c:pt>
                <c:pt idx="137">
                  <c:v>0.7465</c:v>
                </c:pt>
                <c:pt idx="138">
                  <c:v>0.7739</c:v>
                </c:pt>
                <c:pt idx="139">
                  <c:v>0.7739</c:v>
                </c:pt>
                <c:pt idx="140">
                  <c:v>0.7739</c:v>
                </c:pt>
                <c:pt idx="141">
                  <c:v>0.7739</c:v>
                </c:pt>
                <c:pt idx="142">
                  <c:v>0.7739</c:v>
                </c:pt>
                <c:pt idx="143">
                  <c:v>0.7739</c:v>
                </c:pt>
                <c:pt idx="144">
                  <c:v>0.8013</c:v>
                </c:pt>
                <c:pt idx="145">
                  <c:v>0.8013</c:v>
                </c:pt>
                <c:pt idx="146">
                  <c:v>0.8013</c:v>
                </c:pt>
                <c:pt idx="147">
                  <c:v>0.8013</c:v>
                </c:pt>
                <c:pt idx="148">
                  <c:v>0.8013</c:v>
                </c:pt>
                <c:pt idx="149">
                  <c:v>0.8013</c:v>
                </c:pt>
              </c:numCache>
            </c:numRef>
          </c:xVal>
          <c:yVal>
            <c:numRef>
              <c:f>'Chart Data'!$B$2:$B$151</c:f>
              <c:numCache>
                <c:formatCode>General</c:formatCode>
                <c:ptCount val="150"/>
                <c:pt idx="0">
                  <c:v>0.0983140237308</c:v>
                </c:pt>
                <c:pt idx="1">
                  <c:v>0.0983140237308</c:v>
                </c:pt>
                <c:pt idx="2">
                  <c:v>0.0983140237308</c:v>
                </c:pt>
                <c:pt idx="3">
                  <c:v>0.0983140237308</c:v>
                </c:pt>
                <c:pt idx="4">
                  <c:v>0.0983140237308</c:v>
                </c:pt>
                <c:pt idx="5">
                  <c:v>0.0983140237308</c:v>
                </c:pt>
                <c:pt idx="6">
                  <c:v>0.207551827876</c:v>
                </c:pt>
                <c:pt idx="7">
                  <c:v>0.207551827876</c:v>
                </c:pt>
                <c:pt idx="8">
                  <c:v>0.207551827876</c:v>
                </c:pt>
                <c:pt idx="9">
                  <c:v>0.207551827876</c:v>
                </c:pt>
                <c:pt idx="10">
                  <c:v>0.207551827876</c:v>
                </c:pt>
                <c:pt idx="11">
                  <c:v>0.207551827876</c:v>
                </c:pt>
                <c:pt idx="12">
                  <c:v>0.273094510363</c:v>
                </c:pt>
                <c:pt idx="13">
                  <c:v>0.273094510363</c:v>
                </c:pt>
                <c:pt idx="14">
                  <c:v>0.273094510363</c:v>
                </c:pt>
                <c:pt idx="15">
                  <c:v>0.273094510363</c:v>
                </c:pt>
                <c:pt idx="16">
                  <c:v>0.273094510363</c:v>
                </c:pt>
                <c:pt idx="17">
                  <c:v>0.273094510363</c:v>
                </c:pt>
                <c:pt idx="18">
                  <c:v>0.152932925803</c:v>
                </c:pt>
                <c:pt idx="19">
                  <c:v>0.152932925803</c:v>
                </c:pt>
                <c:pt idx="20">
                  <c:v>0.152932925803</c:v>
                </c:pt>
                <c:pt idx="21">
                  <c:v>0.152932925803</c:v>
                </c:pt>
                <c:pt idx="22">
                  <c:v>0.152932925803</c:v>
                </c:pt>
                <c:pt idx="23">
                  <c:v>0.152932925803</c:v>
                </c:pt>
                <c:pt idx="24">
                  <c:v>0.426027436167</c:v>
                </c:pt>
                <c:pt idx="25">
                  <c:v>0.426027436167</c:v>
                </c:pt>
                <c:pt idx="26">
                  <c:v>0.426027436167</c:v>
                </c:pt>
                <c:pt idx="27">
                  <c:v>0.426027436167</c:v>
                </c:pt>
                <c:pt idx="28">
                  <c:v>0.426027436167</c:v>
                </c:pt>
                <c:pt idx="29">
                  <c:v>0.426027436167</c:v>
                </c:pt>
                <c:pt idx="30">
                  <c:v>0.557112801141</c:v>
                </c:pt>
                <c:pt idx="31">
                  <c:v>0.557112801141</c:v>
                </c:pt>
                <c:pt idx="32">
                  <c:v>0.557112801141</c:v>
                </c:pt>
                <c:pt idx="33">
                  <c:v>0.557112801141</c:v>
                </c:pt>
                <c:pt idx="34">
                  <c:v>0.557112801141</c:v>
                </c:pt>
                <c:pt idx="35">
                  <c:v>0.557112801141</c:v>
                </c:pt>
                <c:pt idx="36">
                  <c:v>0.753740848603</c:v>
                </c:pt>
                <c:pt idx="37">
                  <c:v>0.753740848603</c:v>
                </c:pt>
                <c:pt idx="38">
                  <c:v>0.753740848603</c:v>
                </c:pt>
                <c:pt idx="39">
                  <c:v>0.753740848603</c:v>
                </c:pt>
                <c:pt idx="40">
                  <c:v>0.753740848603</c:v>
                </c:pt>
                <c:pt idx="41">
                  <c:v>0.753740848603</c:v>
                </c:pt>
                <c:pt idx="42">
                  <c:v>0.764664629017</c:v>
                </c:pt>
                <c:pt idx="43">
                  <c:v>0.764664629017</c:v>
                </c:pt>
                <c:pt idx="44">
                  <c:v>0.764664629017</c:v>
                </c:pt>
                <c:pt idx="45">
                  <c:v>0.764664629017</c:v>
                </c:pt>
                <c:pt idx="46">
                  <c:v>0.764664629017</c:v>
                </c:pt>
                <c:pt idx="47">
                  <c:v>0.764664629017</c:v>
                </c:pt>
                <c:pt idx="48">
                  <c:v>1.55117681886</c:v>
                </c:pt>
                <c:pt idx="49">
                  <c:v>1.55117681886</c:v>
                </c:pt>
                <c:pt idx="50">
                  <c:v>1.55117681886</c:v>
                </c:pt>
                <c:pt idx="51">
                  <c:v>1.55117681886</c:v>
                </c:pt>
                <c:pt idx="52">
                  <c:v>1.55117681886</c:v>
                </c:pt>
                <c:pt idx="53">
                  <c:v>1.55117681886</c:v>
                </c:pt>
                <c:pt idx="54">
                  <c:v>1.21253962601</c:v>
                </c:pt>
                <c:pt idx="55">
                  <c:v>1.21253962601</c:v>
                </c:pt>
                <c:pt idx="56">
                  <c:v>1.21253962601</c:v>
                </c:pt>
                <c:pt idx="57">
                  <c:v>1.21253962601</c:v>
                </c:pt>
                <c:pt idx="58">
                  <c:v>1.21253962601</c:v>
                </c:pt>
                <c:pt idx="59">
                  <c:v>1.21253962601</c:v>
                </c:pt>
                <c:pt idx="60">
                  <c:v>1.68226218384</c:v>
                </c:pt>
                <c:pt idx="61">
                  <c:v>1.68226218384</c:v>
                </c:pt>
                <c:pt idx="62">
                  <c:v>1.68226218384</c:v>
                </c:pt>
                <c:pt idx="63">
                  <c:v>1.68226218384</c:v>
                </c:pt>
                <c:pt idx="64">
                  <c:v>1.68226218384</c:v>
                </c:pt>
                <c:pt idx="65">
                  <c:v>1.68226218384</c:v>
                </c:pt>
                <c:pt idx="66">
                  <c:v>1.99905181586</c:v>
                </c:pt>
                <c:pt idx="67">
                  <c:v>1.99905181586</c:v>
                </c:pt>
                <c:pt idx="68">
                  <c:v>1.99905181586</c:v>
                </c:pt>
                <c:pt idx="69">
                  <c:v>1.99905181586</c:v>
                </c:pt>
                <c:pt idx="70">
                  <c:v>1.99905181586</c:v>
                </c:pt>
                <c:pt idx="71">
                  <c:v>1.99905181586</c:v>
                </c:pt>
                <c:pt idx="72">
                  <c:v>2.68724998198</c:v>
                </c:pt>
                <c:pt idx="73">
                  <c:v>2.68724998198</c:v>
                </c:pt>
                <c:pt idx="74">
                  <c:v>2.68724998198</c:v>
                </c:pt>
                <c:pt idx="75">
                  <c:v>2.68724998198</c:v>
                </c:pt>
                <c:pt idx="76">
                  <c:v>2.68724998198</c:v>
                </c:pt>
                <c:pt idx="77">
                  <c:v>2.68724998198</c:v>
                </c:pt>
                <c:pt idx="78">
                  <c:v>2.4796981541</c:v>
                </c:pt>
                <c:pt idx="79">
                  <c:v>2.4796981541</c:v>
                </c:pt>
                <c:pt idx="80">
                  <c:v>2.4796981541</c:v>
                </c:pt>
                <c:pt idx="81">
                  <c:v>2.4796981541</c:v>
                </c:pt>
                <c:pt idx="82">
                  <c:v>2.4796981541</c:v>
                </c:pt>
                <c:pt idx="83">
                  <c:v>2.4796981541</c:v>
                </c:pt>
                <c:pt idx="84">
                  <c:v>3.3099054656</c:v>
                </c:pt>
                <c:pt idx="85">
                  <c:v>3.3099054656</c:v>
                </c:pt>
                <c:pt idx="86">
                  <c:v>3.3099054656</c:v>
                </c:pt>
                <c:pt idx="87">
                  <c:v>3.3099054656</c:v>
                </c:pt>
                <c:pt idx="88">
                  <c:v>3.3099054656</c:v>
                </c:pt>
                <c:pt idx="89">
                  <c:v>3.3099054656</c:v>
                </c:pt>
                <c:pt idx="90">
                  <c:v>2.86203046861</c:v>
                </c:pt>
                <c:pt idx="91">
                  <c:v>2.86203046861</c:v>
                </c:pt>
                <c:pt idx="92">
                  <c:v>2.86203046861</c:v>
                </c:pt>
                <c:pt idx="93">
                  <c:v>2.86203046861</c:v>
                </c:pt>
                <c:pt idx="94">
                  <c:v>2.86203046861</c:v>
                </c:pt>
                <c:pt idx="95">
                  <c:v>2.86203046861</c:v>
                </c:pt>
                <c:pt idx="96">
                  <c:v>4.10734143587</c:v>
                </c:pt>
                <c:pt idx="97">
                  <c:v>4.10734143587</c:v>
                </c:pt>
                <c:pt idx="98">
                  <c:v>4.10734143587</c:v>
                </c:pt>
                <c:pt idx="99">
                  <c:v>4.10734143587</c:v>
                </c:pt>
                <c:pt idx="100">
                  <c:v>4.10734143587</c:v>
                </c:pt>
                <c:pt idx="101">
                  <c:v>4.10734143587</c:v>
                </c:pt>
                <c:pt idx="102">
                  <c:v>3.26621034395</c:v>
                </c:pt>
                <c:pt idx="103">
                  <c:v>3.26621034395</c:v>
                </c:pt>
                <c:pt idx="104">
                  <c:v>3.26621034395</c:v>
                </c:pt>
                <c:pt idx="105">
                  <c:v>3.26621034395</c:v>
                </c:pt>
                <c:pt idx="106">
                  <c:v>3.26621034395</c:v>
                </c:pt>
                <c:pt idx="107">
                  <c:v>3.26621034395</c:v>
                </c:pt>
                <c:pt idx="108">
                  <c:v>3.93256094923</c:v>
                </c:pt>
                <c:pt idx="109">
                  <c:v>3.93256094923</c:v>
                </c:pt>
                <c:pt idx="110">
                  <c:v>3.93256094923</c:v>
                </c:pt>
                <c:pt idx="111">
                  <c:v>3.93256094923</c:v>
                </c:pt>
                <c:pt idx="112">
                  <c:v>3.93256094923</c:v>
                </c:pt>
                <c:pt idx="113">
                  <c:v>3.93256094923</c:v>
                </c:pt>
                <c:pt idx="114">
                  <c:v>1.81334754881</c:v>
                </c:pt>
                <c:pt idx="115">
                  <c:v>1.81334754881</c:v>
                </c:pt>
                <c:pt idx="116">
                  <c:v>1.81334754881</c:v>
                </c:pt>
                <c:pt idx="117">
                  <c:v>1.81334754881</c:v>
                </c:pt>
                <c:pt idx="118">
                  <c:v>1.81334754881</c:v>
                </c:pt>
                <c:pt idx="119">
                  <c:v>1.81334754881</c:v>
                </c:pt>
                <c:pt idx="120">
                  <c:v>1.22346340643</c:v>
                </c:pt>
                <c:pt idx="121">
                  <c:v>1.22346340643</c:v>
                </c:pt>
                <c:pt idx="122">
                  <c:v>1.22346340643</c:v>
                </c:pt>
                <c:pt idx="123">
                  <c:v>1.22346340643</c:v>
                </c:pt>
                <c:pt idx="124">
                  <c:v>1.22346340643</c:v>
                </c:pt>
                <c:pt idx="125">
                  <c:v>1.22346340643</c:v>
                </c:pt>
                <c:pt idx="126">
                  <c:v>0.720969507359</c:v>
                </c:pt>
                <c:pt idx="127">
                  <c:v>0.720969507359</c:v>
                </c:pt>
                <c:pt idx="128">
                  <c:v>0.720969507359</c:v>
                </c:pt>
                <c:pt idx="129">
                  <c:v>0.720969507359</c:v>
                </c:pt>
                <c:pt idx="130">
                  <c:v>0.720969507359</c:v>
                </c:pt>
                <c:pt idx="131">
                  <c:v>0.720969507359</c:v>
                </c:pt>
                <c:pt idx="132">
                  <c:v>0.305865851607</c:v>
                </c:pt>
                <c:pt idx="133">
                  <c:v>0.305865851607</c:v>
                </c:pt>
                <c:pt idx="134">
                  <c:v>0.305865851607</c:v>
                </c:pt>
                <c:pt idx="135">
                  <c:v>0.305865851607</c:v>
                </c:pt>
                <c:pt idx="136">
                  <c:v>0.305865851607</c:v>
                </c:pt>
                <c:pt idx="137">
                  <c:v>0.305865851607</c:v>
                </c:pt>
                <c:pt idx="138">
                  <c:v>0.0873902433163</c:v>
                </c:pt>
                <c:pt idx="139">
                  <c:v>0.0873902433163</c:v>
                </c:pt>
                <c:pt idx="140">
                  <c:v>0.0873902433163</c:v>
                </c:pt>
                <c:pt idx="141">
                  <c:v>0.0873902433163</c:v>
                </c:pt>
                <c:pt idx="142">
                  <c:v>0.0873902433163</c:v>
                </c:pt>
                <c:pt idx="143">
                  <c:v>0.0873902433163</c:v>
                </c:pt>
                <c:pt idx="144">
                  <c:v>0.0218475608291</c:v>
                </c:pt>
                <c:pt idx="145">
                  <c:v>0.0218475608291</c:v>
                </c:pt>
                <c:pt idx="146">
                  <c:v>0.0218475608291</c:v>
                </c:pt>
                <c:pt idx="147">
                  <c:v>0.0218475608291</c:v>
                </c:pt>
                <c:pt idx="148">
                  <c:v>0.0218475608291</c:v>
                </c:pt>
                <c:pt idx="149">
                  <c:v>0.0218475608291</c:v>
                </c:pt>
              </c:numCache>
            </c:numRef>
          </c:yVal>
        </c:ser>
        <c:ser>
          <c:idx val="1"/>
          <c:order val="1"/>
          <c:tx>
            <c:v>Fitted Normal</c:v>
          </c:tx>
          <c:spPr>
            <a:solidFill xmlns:a="http://schemas.openxmlformats.org/drawingml/2006/main">
              <a:srgbClr val="CC3311"/>
            </a:solidFill>
            <a:ln xmlns:a="http://schemas.openxmlformats.org/drawingml/2006/main" w="19050">
              <a:solidFill>
                <a:srgbClr val="CC3311"/>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EE7733"/>
            </a:solidFill>
            <a:ln xmlns:a="http://schemas.openxmlformats.org/drawingml/2006/main" w="19050">
              <a:solidFill>
                <a:srgbClr val="EE7733"/>
              </a:solidFill>
              <a:prstDash val="solid"/>
            </a:ln>
          </c:spPr>
          <c:marker>
            <c:symbol val="none"/>
          </c:marker>
          <c:xVal>
            <c:numRef>
              <c:f>'Chart Data'!$A$2:$A$151</c:f>
              <c:numCache>
                <c:formatCode>General</c:formatCode>
                <c:ptCount val="150"/>
                <c:pt idx="0">
                  <c:v>0.0668</c:v>
                </c:pt>
                <c:pt idx="1">
                  <c:v>0.0668</c:v>
                </c:pt>
                <c:pt idx="2">
                  <c:v>0.0668</c:v>
                </c:pt>
                <c:pt idx="3">
                  <c:v>0.0668</c:v>
                </c:pt>
                <c:pt idx="4">
                  <c:v>0.0668</c:v>
                </c:pt>
                <c:pt idx="5">
                  <c:v>0.0668</c:v>
                </c:pt>
                <c:pt idx="6">
                  <c:v>0.1794</c:v>
                </c:pt>
                <c:pt idx="7">
                  <c:v>0.1794</c:v>
                </c:pt>
                <c:pt idx="8">
                  <c:v>0.1794</c:v>
                </c:pt>
                <c:pt idx="9">
                  <c:v>0.1794</c:v>
                </c:pt>
                <c:pt idx="10">
                  <c:v>0.1794</c:v>
                </c:pt>
                <c:pt idx="11">
                  <c:v>0.1794</c:v>
                </c:pt>
                <c:pt idx="12">
                  <c:v>0.292</c:v>
                </c:pt>
                <c:pt idx="13">
                  <c:v>0.292</c:v>
                </c:pt>
                <c:pt idx="14">
                  <c:v>0.292</c:v>
                </c:pt>
                <c:pt idx="15">
                  <c:v>0.292</c:v>
                </c:pt>
                <c:pt idx="16">
                  <c:v>0.292</c:v>
                </c:pt>
                <c:pt idx="17">
                  <c:v>0.292</c:v>
                </c:pt>
                <c:pt idx="18">
                  <c:v>0.4046</c:v>
                </c:pt>
                <c:pt idx="19">
                  <c:v>0.4046</c:v>
                </c:pt>
                <c:pt idx="20">
                  <c:v>0.4046</c:v>
                </c:pt>
                <c:pt idx="21">
                  <c:v>0.4046</c:v>
                </c:pt>
                <c:pt idx="22">
                  <c:v>0.4046</c:v>
                </c:pt>
                <c:pt idx="23">
                  <c:v>0.4046</c:v>
                </c:pt>
                <c:pt idx="24">
                  <c:v>0.5172</c:v>
                </c:pt>
                <c:pt idx="25">
                  <c:v>0.5172</c:v>
                </c:pt>
                <c:pt idx="26">
                  <c:v>0.5172</c:v>
                </c:pt>
                <c:pt idx="27">
                  <c:v>0.5172</c:v>
                </c:pt>
                <c:pt idx="28">
                  <c:v>0.5172</c:v>
                </c:pt>
                <c:pt idx="29">
                  <c:v>0.5172</c:v>
                </c:pt>
                <c:pt idx="30">
                  <c:v>0.6298</c:v>
                </c:pt>
                <c:pt idx="31">
                  <c:v>0.6298</c:v>
                </c:pt>
                <c:pt idx="32">
                  <c:v>0.6298</c:v>
                </c:pt>
                <c:pt idx="33">
                  <c:v>0.6298</c:v>
                </c:pt>
                <c:pt idx="34">
                  <c:v>0.6298</c:v>
                </c:pt>
                <c:pt idx="35">
                  <c:v>0.6298</c:v>
                </c:pt>
                <c:pt idx="36">
                  <c:v>0.7424</c:v>
                </c:pt>
                <c:pt idx="37">
                  <c:v>0.7424</c:v>
                </c:pt>
                <c:pt idx="38">
                  <c:v>0.7424</c:v>
                </c:pt>
                <c:pt idx="39">
                  <c:v>0.7424</c:v>
                </c:pt>
                <c:pt idx="40">
                  <c:v>0.7424</c:v>
                </c:pt>
                <c:pt idx="41">
                  <c:v>0.7424</c:v>
                </c:pt>
                <c:pt idx="42">
                  <c:v>0.855</c:v>
                </c:pt>
                <c:pt idx="43">
                  <c:v>0.855</c:v>
                </c:pt>
                <c:pt idx="44">
                  <c:v>0.855</c:v>
                </c:pt>
                <c:pt idx="45">
                  <c:v>0.855</c:v>
                </c:pt>
                <c:pt idx="46">
                  <c:v>0.855</c:v>
                </c:pt>
                <c:pt idx="47">
                  <c:v>0.855</c:v>
                </c:pt>
                <c:pt idx="48">
                  <c:v>0.9676</c:v>
                </c:pt>
                <c:pt idx="49">
                  <c:v>0.9676</c:v>
                </c:pt>
                <c:pt idx="50">
                  <c:v>0.9676</c:v>
                </c:pt>
                <c:pt idx="51">
                  <c:v>0.9676</c:v>
                </c:pt>
                <c:pt idx="52">
                  <c:v>0.9676</c:v>
                </c:pt>
                <c:pt idx="53">
                  <c:v>0.9676</c:v>
                </c:pt>
                <c:pt idx="54">
                  <c:v>1.0802</c:v>
                </c:pt>
                <c:pt idx="55">
                  <c:v>1.0802</c:v>
                </c:pt>
                <c:pt idx="56">
                  <c:v>1.0802</c:v>
                </c:pt>
                <c:pt idx="57">
                  <c:v>1.0802</c:v>
                </c:pt>
                <c:pt idx="58">
                  <c:v>1.0802</c:v>
                </c:pt>
                <c:pt idx="59">
                  <c:v>1.0802</c:v>
                </c:pt>
                <c:pt idx="60">
                  <c:v>1.1928</c:v>
                </c:pt>
                <c:pt idx="61">
                  <c:v>1.1928</c:v>
                </c:pt>
                <c:pt idx="62">
                  <c:v>1.1928</c:v>
                </c:pt>
                <c:pt idx="63">
                  <c:v>1.1928</c:v>
                </c:pt>
                <c:pt idx="64">
                  <c:v>1.1928</c:v>
                </c:pt>
                <c:pt idx="65">
                  <c:v>1.1928</c:v>
                </c:pt>
                <c:pt idx="66">
                  <c:v>1.3054</c:v>
                </c:pt>
                <c:pt idx="67">
                  <c:v>1.3054</c:v>
                </c:pt>
                <c:pt idx="68">
                  <c:v>1.3054</c:v>
                </c:pt>
                <c:pt idx="69">
                  <c:v>1.3054</c:v>
                </c:pt>
                <c:pt idx="70">
                  <c:v>1.3054</c:v>
                </c:pt>
                <c:pt idx="71">
                  <c:v>1.3054</c:v>
                </c:pt>
                <c:pt idx="72">
                  <c:v>1.418</c:v>
                </c:pt>
                <c:pt idx="73">
                  <c:v>1.418</c:v>
                </c:pt>
                <c:pt idx="74">
                  <c:v>1.418</c:v>
                </c:pt>
                <c:pt idx="75">
                  <c:v>1.418</c:v>
                </c:pt>
                <c:pt idx="76">
                  <c:v>1.418</c:v>
                </c:pt>
                <c:pt idx="77">
                  <c:v>1.418</c:v>
                </c:pt>
                <c:pt idx="78">
                  <c:v>1.5306</c:v>
                </c:pt>
                <c:pt idx="79">
                  <c:v>1.5306</c:v>
                </c:pt>
                <c:pt idx="80">
                  <c:v>1.5306</c:v>
                </c:pt>
                <c:pt idx="81">
                  <c:v>1.5306</c:v>
                </c:pt>
                <c:pt idx="82">
                  <c:v>1.5306</c:v>
                </c:pt>
                <c:pt idx="83">
                  <c:v>1.5306</c:v>
                </c:pt>
                <c:pt idx="84">
                  <c:v>1.6432</c:v>
                </c:pt>
                <c:pt idx="85">
                  <c:v>1.6432</c:v>
                </c:pt>
                <c:pt idx="86">
                  <c:v>1.6432</c:v>
                </c:pt>
                <c:pt idx="87">
                  <c:v>1.6432</c:v>
                </c:pt>
                <c:pt idx="88">
                  <c:v>1.6432</c:v>
                </c:pt>
                <c:pt idx="89">
                  <c:v>1.6432</c:v>
                </c:pt>
                <c:pt idx="90">
                  <c:v>1.7558</c:v>
                </c:pt>
                <c:pt idx="91">
                  <c:v>1.7558</c:v>
                </c:pt>
                <c:pt idx="92">
                  <c:v>1.7558</c:v>
                </c:pt>
                <c:pt idx="93">
                  <c:v>1.7558</c:v>
                </c:pt>
                <c:pt idx="94">
                  <c:v>1.7558</c:v>
                </c:pt>
                <c:pt idx="95">
                  <c:v>1.7558</c:v>
                </c:pt>
                <c:pt idx="96">
                  <c:v>1.8684</c:v>
                </c:pt>
                <c:pt idx="97">
                  <c:v>1.8684</c:v>
                </c:pt>
                <c:pt idx="98">
                  <c:v>1.8684</c:v>
                </c:pt>
                <c:pt idx="99">
                  <c:v>1.8684</c:v>
                </c:pt>
                <c:pt idx="100">
                  <c:v>1.8684</c:v>
                </c:pt>
                <c:pt idx="101">
                  <c:v>1.8684</c:v>
                </c:pt>
                <c:pt idx="102">
                  <c:v>1.981</c:v>
                </c:pt>
                <c:pt idx="103">
                  <c:v>1.981</c:v>
                </c:pt>
                <c:pt idx="104">
                  <c:v>1.981</c:v>
                </c:pt>
                <c:pt idx="105">
                  <c:v>1.981</c:v>
                </c:pt>
                <c:pt idx="106">
                  <c:v>1.981</c:v>
                </c:pt>
                <c:pt idx="107">
                  <c:v>1.981</c:v>
                </c:pt>
                <c:pt idx="108">
                  <c:v>2.0936</c:v>
                </c:pt>
                <c:pt idx="109">
                  <c:v>2.0936</c:v>
                </c:pt>
                <c:pt idx="110">
                  <c:v>2.0936</c:v>
                </c:pt>
                <c:pt idx="111">
                  <c:v>2.0936</c:v>
                </c:pt>
                <c:pt idx="112">
                  <c:v>2.0936</c:v>
                </c:pt>
                <c:pt idx="113">
                  <c:v>2.0936</c:v>
                </c:pt>
                <c:pt idx="114">
                  <c:v>2.2062</c:v>
                </c:pt>
                <c:pt idx="115">
                  <c:v>2.2062</c:v>
                </c:pt>
                <c:pt idx="116">
                  <c:v>2.2062</c:v>
                </c:pt>
                <c:pt idx="117">
                  <c:v>2.2062</c:v>
                </c:pt>
                <c:pt idx="118">
                  <c:v>2.2062</c:v>
                </c:pt>
                <c:pt idx="119">
                  <c:v>2.2062</c:v>
                </c:pt>
                <c:pt idx="120">
                  <c:v>2.3188</c:v>
                </c:pt>
                <c:pt idx="121">
                  <c:v>2.3188</c:v>
                </c:pt>
                <c:pt idx="122">
                  <c:v>2.3188</c:v>
                </c:pt>
                <c:pt idx="123">
                  <c:v>2.3188</c:v>
                </c:pt>
                <c:pt idx="124">
                  <c:v>2.3188</c:v>
                </c:pt>
                <c:pt idx="125">
                  <c:v>2.3188</c:v>
                </c:pt>
                <c:pt idx="126">
                  <c:v>2.4314</c:v>
                </c:pt>
                <c:pt idx="127">
                  <c:v>2.4314</c:v>
                </c:pt>
                <c:pt idx="128">
                  <c:v>2.4314</c:v>
                </c:pt>
                <c:pt idx="129">
                  <c:v>2.4314</c:v>
                </c:pt>
                <c:pt idx="130">
                  <c:v>2.4314</c:v>
                </c:pt>
                <c:pt idx="131">
                  <c:v>2.4314</c:v>
                </c:pt>
                <c:pt idx="132">
                  <c:v>2.544</c:v>
                </c:pt>
                <c:pt idx="133">
                  <c:v>2.544</c:v>
                </c:pt>
                <c:pt idx="134">
                  <c:v>2.544</c:v>
                </c:pt>
                <c:pt idx="135">
                  <c:v>2.544</c:v>
                </c:pt>
                <c:pt idx="136">
                  <c:v>2.544</c:v>
                </c:pt>
                <c:pt idx="137">
                  <c:v>2.544</c:v>
                </c:pt>
                <c:pt idx="138">
                  <c:v>2.6566</c:v>
                </c:pt>
                <c:pt idx="139">
                  <c:v>2.6566</c:v>
                </c:pt>
                <c:pt idx="140">
                  <c:v>2.6566</c:v>
                </c:pt>
                <c:pt idx="141">
                  <c:v>2.6566</c:v>
                </c:pt>
                <c:pt idx="142">
                  <c:v>2.6566</c:v>
                </c:pt>
                <c:pt idx="143">
                  <c:v>2.6566</c:v>
                </c:pt>
                <c:pt idx="144">
                  <c:v>2.7692</c:v>
                </c:pt>
                <c:pt idx="145">
                  <c:v>2.7692</c:v>
                </c:pt>
                <c:pt idx="146">
                  <c:v>2.7692</c:v>
                </c:pt>
                <c:pt idx="147">
                  <c:v>2.7692</c:v>
                </c:pt>
                <c:pt idx="148">
                  <c:v>2.7692</c:v>
                </c:pt>
                <c:pt idx="149">
                  <c:v>2.7692</c:v>
                </c:pt>
              </c:numCache>
            </c:numRef>
          </c:xVal>
          <c:yVal>
            <c:numRef>
              <c:f>'Chart Data'!$B$2:$B$151</c:f>
              <c:numCache>
                <c:formatCode>General</c:formatCode>
                <c:ptCount val="150"/>
                <c:pt idx="0">
                  <c:v>0.419993163149</c:v>
                </c:pt>
                <c:pt idx="1">
                  <c:v>0.419993163149</c:v>
                </c:pt>
                <c:pt idx="2">
                  <c:v>0.419993163149</c:v>
                </c:pt>
                <c:pt idx="3">
                  <c:v>0.419993163149</c:v>
                </c:pt>
                <c:pt idx="4">
                  <c:v>0.419993163149</c:v>
                </c:pt>
                <c:pt idx="5">
                  <c:v>0.419993163149</c:v>
                </c:pt>
                <c:pt idx="6">
                  <c:v>0.656571590493</c:v>
                </c:pt>
                <c:pt idx="7">
                  <c:v>0.656571590493</c:v>
                </c:pt>
                <c:pt idx="8">
                  <c:v>0.656571590493</c:v>
                </c:pt>
                <c:pt idx="9">
                  <c:v>0.656571590493</c:v>
                </c:pt>
                <c:pt idx="10">
                  <c:v>0.656571590493</c:v>
                </c:pt>
                <c:pt idx="11">
                  <c:v>0.656571590493</c:v>
                </c:pt>
                <c:pt idx="12">
                  <c:v>0.584800606917</c:v>
                </c:pt>
                <c:pt idx="13">
                  <c:v>0.584800606917</c:v>
                </c:pt>
                <c:pt idx="14">
                  <c:v>0.584800606917</c:v>
                </c:pt>
                <c:pt idx="15">
                  <c:v>0.584800606917</c:v>
                </c:pt>
                <c:pt idx="16">
                  <c:v>0.584800606917</c:v>
                </c:pt>
                <c:pt idx="17">
                  <c:v>0.584800606917</c:v>
                </c:pt>
                <c:pt idx="18">
                  <c:v>0.691127989992</c:v>
                </c:pt>
                <c:pt idx="19">
                  <c:v>0.691127989992</c:v>
                </c:pt>
                <c:pt idx="20">
                  <c:v>0.691127989992</c:v>
                </c:pt>
                <c:pt idx="21">
                  <c:v>0.691127989992</c:v>
                </c:pt>
                <c:pt idx="22">
                  <c:v>0.691127989992</c:v>
                </c:pt>
                <c:pt idx="23">
                  <c:v>0.691127989992</c:v>
                </c:pt>
                <c:pt idx="24">
                  <c:v>0.715051651185</c:v>
                </c:pt>
                <c:pt idx="25">
                  <c:v>0.715051651185</c:v>
                </c:pt>
                <c:pt idx="26">
                  <c:v>0.715051651185</c:v>
                </c:pt>
                <c:pt idx="27">
                  <c:v>0.715051651185</c:v>
                </c:pt>
                <c:pt idx="28">
                  <c:v>0.715051651185</c:v>
                </c:pt>
                <c:pt idx="29">
                  <c:v>0.715051651185</c:v>
                </c:pt>
                <c:pt idx="30">
                  <c:v>0.728342574069</c:v>
                </c:pt>
                <c:pt idx="31">
                  <c:v>0.728342574069</c:v>
                </c:pt>
                <c:pt idx="32">
                  <c:v>0.728342574069</c:v>
                </c:pt>
                <c:pt idx="33">
                  <c:v>0.728342574069</c:v>
                </c:pt>
                <c:pt idx="34">
                  <c:v>0.728342574069</c:v>
                </c:pt>
                <c:pt idx="35">
                  <c:v>0.728342574069</c:v>
                </c:pt>
                <c:pt idx="36">
                  <c:v>0.629989744724</c:v>
                </c:pt>
                <c:pt idx="37">
                  <c:v>0.629989744724</c:v>
                </c:pt>
                <c:pt idx="38">
                  <c:v>0.629989744724</c:v>
                </c:pt>
                <c:pt idx="39">
                  <c:v>0.629989744724</c:v>
                </c:pt>
                <c:pt idx="40">
                  <c:v>0.629989744724</c:v>
                </c:pt>
                <c:pt idx="41">
                  <c:v>0.629989744724</c:v>
                </c:pt>
                <c:pt idx="42">
                  <c:v>0.768215342722</c:v>
                </c:pt>
                <c:pt idx="43">
                  <c:v>0.768215342722</c:v>
                </c:pt>
                <c:pt idx="44">
                  <c:v>0.768215342722</c:v>
                </c:pt>
                <c:pt idx="45">
                  <c:v>0.768215342722</c:v>
                </c:pt>
                <c:pt idx="46">
                  <c:v>0.768215342722</c:v>
                </c:pt>
                <c:pt idx="47">
                  <c:v>0.768215342722</c:v>
                </c:pt>
                <c:pt idx="48">
                  <c:v>0.685811620839</c:v>
                </c:pt>
                <c:pt idx="49">
                  <c:v>0.685811620839</c:v>
                </c:pt>
                <c:pt idx="50">
                  <c:v>0.685811620839</c:v>
                </c:pt>
                <c:pt idx="51">
                  <c:v>0.685811620839</c:v>
                </c:pt>
                <c:pt idx="52">
                  <c:v>0.685811620839</c:v>
                </c:pt>
                <c:pt idx="53">
                  <c:v>0.685811620839</c:v>
                </c:pt>
                <c:pt idx="54">
                  <c:v>0.675178882531</c:v>
                </c:pt>
                <c:pt idx="55">
                  <c:v>0.675178882531</c:v>
                </c:pt>
                <c:pt idx="56">
                  <c:v>0.675178882531</c:v>
                </c:pt>
                <c:pt idx="57">
                  <c:v>0.675178882531</c:v>
                </c:pt>
                <c:pt idx="58">
                  <c:v>0.675178882531</c:v>
                </c:pt>
                <c:pt idx="59">
                  <c:v>0.675178882531</c:v>
                </c:pt>
                <c:pt idx="60">
                  <c:v>0.600749714378</c:v>
                </c:pt>
                <c:pt idx="61">
                  <c:v>0.600749714378</c:v>
                </c:pt>
                <c:pt idx="62">
                  <c:v>0.600749714378</c:v>
                </c:pt>
                <c:pt idx="63">
                  <c:v>0.600749714378</c:v>
                </c:pt>
                <c:pt idx="64">
                  <c:v>0.600749714378</c:v>
                </c:pt>
                <c:pt idx="65">
                  <c:v>0.600749714378</c:v>
                </c:pt>
                <c:pt idx="66">
                  <c:v>0.483789592995</c:v>
                </c:pt>
                <c:pt idx="67">
                  <c:v>0.483789592995</c:v>
                </c:pt>
                <c:pt idx="68">
                  <c:v>0.483789592995</c:v>
                </c:pt>
                <c:pt idx="69">
                  <c:v>0.483789592995</c:v>
                </c:pt>
                <c:pt idx="70">
                  <c:v>0.483789592995</c:v>
                </c:pt>
                <c:pt idx="71">
                  <c:v>0.483789592995</c:v>
                </c:pt>
                <c:pt idx="72">
                  <c:v>0.361513102458</c:v>
                </c:pt>
                <c:pt idx="73">
                  <c:v>0.361513102458</c:v>
                </c:pt>
                <c:pt idx="74">
                  <c:v>0.361513102458</c:v>
                </c:pt>
                <c:pt idx="75">
                  <c:v>0.361513102458</c:v>
                </c:pt>
                <c:pt idx="76">
                  <c:v>0.361513102458</c:v>
                </c:pt>
                <c:pt idx="77">
                  <c:v>0.361513102458</c:v>
                </c:pt>
                <c:pt idx="78">
                  <c:v>0.252527534805</c:v>
                </c:pt>
                <c:pt idx="79">
                  <c:v>0.252527534805</c:v>
                </c:pt>
                <c:pt idx="80">
                  <c:v>0.252527534805</c:v>
                </c:pt>
                <c:pt idx="81">
                  <c:v>0.252527534805</c:v>
                </c:pt>
                <c:pt idx="82">
                  <c:v>0.252527534805</c:v>
                </c:pt>
                <c:pt idx="83">
                  <c:v>0.252527534805</c:v>
                </c:pt>
                <c:pt idx="84">
                  <c:v>0.202022027844</c:v>
                </c:pt>
                <c:pt idx="85">
                  <c:v>0.202022027844</c:v>
                </c:pt>
                <c:pt idx="86">
                  <c:v>0.202022027844</c:v>
                </c:pt>
                <c:pt idx="87">
                  <c:v>0.202022027844</c:v>
                </c:pt>
                <c:pt idx="88">
                  <c:v>0.202022027844</c:v>
                </c:pt>
                <c:pt idx="89">
                  <c:v>0.202022027844</c:v>
                </c:pt>
                <c:pt idx="90">
                  <c:v>0.162149259191</c:v>
                </c:pt>
                <c:pt idx="91">
                  <c:v>0.162149259191</c:v>
                </c:pt>
                <c:pt idx="92">
                  <c:v>0.162149259191</c:v>
                </c:pt>
                <c:pt idx="93">
                  <c:v>0.162149259191</c:v>
                </c:pt>
                <c:pt idx="94">
                  <c:v>0.162149259191</c:v>
                </c:pt>
                <c:pt idx="95">
                  <c:v>0.162149259191</c:v>
                </c:pt>
                <c:pt idx="96">
                  <c:v>0.0637964298455</c:v>
                </c:pt>
                <c:pt idx="97">
                  <c:v>0.0637964298455</c:v>
                </c:pt>
                <c:pt idx="98">
                  <c:v>0.0637964298455</c:v>
                </c:pt>
                <c:pt idx="99">
                  <c:v>0.0637964298455</c:v>
                </c:pt>
                <c:pt idx="100">
                  <c:v>0.0637964298455</c:v>
                </c:pt>
                <c:pt idx="101">
                  <c:v>0.0637964298455</c:v>
                </c:pt>
                <c:pt idx="102">
                  <c:v>0.0664546144224</c:v>
                </c:pt>
                <c:pt idx="103">
                  <c:v>0.0664546144224</c:v>
                </c:pt>
                <c:pt idx="104">
                  <c:v>0.0664546144224</c:v>
                </c:pt>
                <c:pt idx="105">
                  <c:v>0.0664546144224</c:v>
                </c:pt>
                <c:pt idx="106">
                  <c:v>0.0664546144224</c:v>
                </c:pt>
                <c:pt idx="107">
                  <c:v>0.0664546144224</c:v>
                </c:pt>
                <c:pt idx="108">
                  <c:v>0.0451891378072</c:v>
                </c:pt>
                <c:pt idx="109">
                  <c:v>0.0451891378072</c:v>
                </c:pt>
                <c:pt idx="110">
                  <c:v>0.0451891378072</c:v>
                </c:pt>
                <c:pt idx="111">
                  <c:v>0.0451891378072</c:v>
                </c:pt>
                <c:pt idx="112">
                  <c:v>0.0451891378072</c:v>
                </c:pt>
                <c:pt idx="113">
                  <c:v>0.0451891378072</c:v>
                </c:pt>
                <c:pt idx="114">
                  <c:v>0.0372145840765</c:v>
                </c:pt>
                <c:pt idx="115">
                  <c:v>0.0372145840765</c:v>
                </c:pt>
                <c:pt idx="116">
                  <c:v>0.0372145840765</c:v>
                </c:pt>
                <c:pt idx="117">
                  <c:v>0.0372145840765</c:v>
                </c:pt>
                <c:pt idx="118">
                  <c:v>0.0372145840765</c:v>
                </c:pt>
                <c:pt idx="119">
                  <c:v>0.0372145840765</c:v>
                </c:pt>
                <c:pt idx="120">
                  <c:v>0.0159491074614</c:v>
                </c:pt>
                <c:pt idx="121">
                  <c:v>0.0159491074614</c:v>
                </c:pt>
                <c:pt idx="122">
                  <c:v>0.0159491074614</c:v>
                </c:pt>
                <c:pt idx="123">
                  <c:v>0.0159491074614</c:v>
                </c:pt>
                <c:pt idx="124">
                  <c:v>0.0159491074614</c:v>
                </c:pt>
                <c:pt idx="125">
                  <c:v>0.0159491074614</c:v>
                </c:pt>
                <c:pt idx="126">
                  <c:v>0.00797455373068</c:v>
                </c:pt>
                <c:pt idx="127">
                  <c:v>0.00797455373068</c:v>
                </c:pt>
                <c:pt idx="128">
                  <c:v>0.00797455373068</c:v>
                </c:pt>
                <c:pt idx="129">
                  <c:v>0.00797455373068</c:v>
                </c:pt>
                <c:pt idx="130">
                  <c:v>0.00797455373068</c:v>
                </c:pt>
                <c:pt idx="131">
                  <c:v>0.00797455373068</c:v>
                </c:pt>
                <c:pt idx="132">
                  <c:v>0.0186072920383</c:v>
                </c:pt>
                <c:pt idx="133">
                  <c:v>0.0186072920383</c:v>
                </c:pt>
                <c:pt idx="134">
                  <c:v>0.0186072920383</c:v>
                </c:pt>
                <c:pt idx="135">
                  <c:v>0.0186072920383</c:v>
                </c:pt>
                <c:pt idx="136">
                  <c:v>0.0186072920383</c:v>
                </c:pt>
                <c:pt idx="137">
                  <c:v>0.0186072920383</c:v>
                </c:pt>
                <c:pt idx="138">
                  <c:v>0.00265818457689</c:v>
                </c:pt>
                <c:pt idx="139">
                  <c:v>0.00265818457689</c:v>
                </c:pt>
                <c:pt idx="140">
                  <c:v>0.00265818457689</c:v>
                </c:pt>
                <c:pt idx="141">
                  <c:v>0.00265818457689</c:v>
                </c:pt>
                <c:pt idx="142">
                  <c:v>0.00265818457689</c:v>
                </c:pt>
                <c:pt idx="143">
                  <c:v>0.00265818457689</c:v>
                </c:pt>
                <c:pt idx="144">
                  <c:v>0.00531636915379</c:v>
                </c:pt>
                <c:pt idx="145">
                  <c:v>0.00531636915379</c:v>
                </c:pt>
                <c:pt idx="146">
                  <c:v>0.00531636915379</c:v>
                </c:pt>
                <c:pt idx="147">
                  <c:v>0.00531636915379</c:v>
                </c:pt>
                <c:pt idx="148">
                  <c:v>0.00531636915379</c:v>
                </c:pt>
                <c:pt idx="149">
                  <c:v>0.00531636915379</c:v>
                </c:pt>
              </c:numCache>
            </c:numRef>
          </c:yVal>
        </c:ser>
        <c:ser>
          <c:idx val="1"/>
          <c:order val="1"/>
          <c:tx>
            <c:v>Normal</c:v>
          </c:tx>
          <c:spPr>
            <a:solidFill xmlns:a="http://schemas.openxmlformats.org/drawingml/2006/main">
              <a:srgbClr val="4477AA"/>
            </a:solidFill>
            <a:ln xmlns:a="http://schemas.openxmlformats.org/drawingml/2006/main" w="19050">
              <a:solidFill>
                <a:srgbClr val="4477AA"/>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228833"/>
            </a:solidFill>
            <a:ln xmlns:a="http://schemas.openxmlformats.org/drawingml/2006/main" w="19050">
              <a:solidFill>
                <a:srgbClr val="228833"/>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4477AA"/>
            </a:solidFill>
            <a:ln xmlns:a="http://schemas.openxmlformats.org/drawingml/2006/main" w="0">
              <a:noFill/>
            </a:ln>
          </c:spPr>
          <c:marker>
            <c:symbol val="circle"/>
            <c:size val="5"/>
            <c:spPr>
              <a:solidFill xmlns:a="http://schemas.openxmlformats.org/drawingml/2006/main">
                <a:srgbClr val="4477AA"/>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4477AA"/>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EE7733"/>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1DCE09A-BEBA-42AE-9278-008973FB9F2D}"/>
              </a:ext>
            </a:extLst>
          </p:cNvPr>
          <p:cNvPicPr>
            <a:picLocks xmlns:a="http://schemas.openxmlformats.org/drawingml/2006/main" noChangeAspect="1"/>
          </p:cNvPicPr>
          <p:nvPr/>
        </p:nvPicPr>
        <p:blipFill>
          <a:blip xmlns:r="http://schemas.openxmlformats.org/officeDocument/2006/relationships" xmlns:a="http://schemas.openxmlformats.org/drawingml/2006/main" r:embed="R0f2f5a877a614bb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9434663-D71E-4E08-8375-08491C1CA76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EDCCF5B4-31BB-4814-990D-57E48FB9C93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BA8AA0E3-B966-40F1-91FC-DD9423A19D8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0E78655F-D8EC-4730-AD7E-7D4B91CCB5E1}"/>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vl1pPr algn="l">
              <a:defRPr sz="4200" b="1">
                <a:solidFill>
                  <a:srgbClr val="000000"/>
                </a:solidFill>
                <a:latin typeface="Arial"/>
                <a:ea typeface="Arial"/>
                <a:cs typeface="Arial"/>
              </a:defRPr>
            </a:lvl1pPr>
            <a:lvl2pPr algn="l">
              <a:defRPr sz="4200" b="1">
                <a:solidFill>
                  <a:srgbClr val="000000"/>
                </a:solidFill>
                <a:latin typeface="Arial"/>
                <a:ea typeface="Arial"/>
                <a:cs typeface="Arial"/>
              </a:defRPr>
            </a:lvl2pPr>
            <a:lvl3pPr algn="l">
              <a:defRPr sz="4200" b="1">
                <a:solidFill>
                  <a:srgbClr val="000000"/>
                </a:solidFill>
                <a:latin typeface="Arial"/>
                <a:ea typeface="Arial"/>
                <a:cs typeface="Arial"/>
              </a:defRPr>
            </a:lvl3pPr>
            <a:lvl4pPr algn="l">
              <a:defRPr sz="4200" b="1">
                <a:solidFill>
                  <a:srgbClr val="000000"/>
                </a:solidFill>
                <a:latin typeface="Arial"/>
                <a:ea typeface="Arial"/>
                <a:cs typeface="Arial"/>
              </a:defRPr>
            </a:lvl4pPr>
            <a:lvl5pPr algn="l">
              <a:defRPr sz="4200" b="1">
                <a:solidFill>
                  <a:srgbClr val="000000"/>
                </a:solidFill>
                <a:latin typeface="Arial"/>
                <a:ea typeface="Arial"/>
                <a:cs typeface="Arial"/>
              </a:defRPr>
            </a:lvl5pPr>
            <a:lvl6pPr algn="l">
              <a:defRPr sz="4200" b="1">
                <a:solidFill>
                  <a:srgbClr val="000000"/>
                </a:solidFill>
                <a:latin typeface="Arial"/>
                <a:ea typeface="Arial"/>
                <a:cs typeface="Arial"/>
              </a:defRPr>
            </a:lvl6pPr>
            <a:lvl7pPr algn="l">
              <a:defRPr sz="4200" b="1">
                <a:solidFill>
                  <a:srgbClr val="000000"/>
                </a:solidFill>
                <a:latin typeface="Arial"/>
                <a:ea typeface="Arial"/>
                <a:cs typeface="Arial"/>
              </a:defRPr>
            </a:lvl7pPr>
            <a:lvl8pPr algn="l">
              <a:defRPr sz="4200" b="1">
                <a:solidFill>
                  <a:srgbClr val="000000"/>
                </a:solidFill>
                <a:latin typeface="Arial"/>
                <a:ea typeface="Arial"/>
                <a:cs typeface="Arial"/>
              </a:defRPr>
            </a:lvl8pPr>
            <a:lvl9pPr algn="l">
              <a:defRPr sz="4200" b="1">
                <a:solidFill>
                  <a:srgbClr val="000000"/>
                </a:solidFill>
                <a:latin typeface="Arial"/>
                <a:ea typeface="Arial"/>
                <a:cs typeface="Arial"/>
              </a:defRPr>
            </a:lvl9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5F90CB57-E306-4FD3-B23D-26A32B4EFF6F}"/>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vl1pPr algn="l">
              <a:defRPr sz="2600" b="0">
                <a:solidFill>
                  <a:srgbClr val="000000"/>
                </a:solidFill>
                <a:latin typeface="Arial"/>
                <a:ea typeface="Arial"/>
                <a:cs typeface="Arial"/>
              </a:defRPr>
            </a:lvl1pPr>
            <a:lvl2pPr algn="l">
              <a:defRPr sz="2600" b="0">
                <a:solidFill>
                  <a:srgbClr val="000000"/>
                </a:solidFill>
                <a:latin typeface="Arial"/>
                <a:ea typeface="Arial"/>
                <a:cs typeface="Arial"/>
              </a:defRPr>
            </a:lvl2pPr>
            <a:lvl3pPr algn="l">
              <a:defRPr sz="2600" b="0">
                <a:solidFill>
                  <a:srgbClr val="000000"/>
                </a:solidFill>
                <a:latin typeface="Arial"/>
                <a:ea typeface="Arial"/>
                <a:cs typeface="Arial"/>
              </a:defRPr>
            </a:lvl3pPr>
            <a:lvl4pPr algn="l">
              <a:defRPr sz="2600" b="0">
                <a:solidFill>
                  <a:srgbClr val="000000"/>
                </a:solidFill>
                <a:latin typeface="Arial"/>
                <a:ea typeface="Arial"/>
                <a:cs typeface="Arial"/>
              </a:defRPr>
            </a:lvl4pPr>
            <a:lvl5pPr algn="l">
              <a:defRPr sz="2600" b="0">
                <a:solidFill>
                  <a:srgbClr val="000000"/>
                </a:solidFill>
                <a:latin typeface="Arial"/>
                <a:ea typeface="Arial"/>
                <a:cs typeface="Arial"/>
              </a:defRPr>
            </a:lvl5pPr>
            <a:lvl6pPr algn="l">
              <a:defRPr sz="2600" b="0">
                <a:solidFill>
                  <a:srgbClr val="000000"/>
                </a:solidFill>
                <a:latin typeface="Arial"/>
                <a:ea typeface="Arial"/>
                <a:cs typeface="Arial"/>
              </a:defRPr>
            </a:lvl6pPr>
            <a:lvl7pPr algn="l">
              <a:defRPr sz="2600" b="0">
                <a:solidFill>
                  <a:srgbClr val="000000"/>
                </a:solidFill>
                <a:latin typeface="Arial"/>
                <a:ea typeface="Arial"/>
                <a:cs typeface="Arial"/>
              </a:defRPr>
            </a:lvl7pPr>
            <a:lvl8pPr algn="l">
              <a:defRPr sz="2600" b="0">
                <a:solidFill>
                  <a:srgbClr val="000000"/>
                </a:solidFill>
                <a:latin typeface="Arial"/>
                <a:ea typeface="Arial"/>
                <a:cs typeface="Arial"/>
              </a:defRPr>
            </a:lvl8pPr>
            <a:lvl9pPr algn="l">
              <a:defRPr sz="2600" b="0">
                <a:solidFill>
                  <a:srgbClr val="000000"/>
                </a:solidFill>
                <a:latin typeface="Arial"/>
                <a:ea typeface="Arial"/>
                <a:cs typeface="Arial"/>
              </a:defRPr>
            </a:lvl9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0D6CCBE0-B0DC-41DD-A28E-BBFC971D9CA5}"/>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vl1pPr algn="l">
              <a:defRPr sz="1800" b="0">
                <a:solidFill>
                  <a:srgbClr val="000000"/>
                </a:solidFill>
                <a:latin typeface="Arial"/>
                <a:ea typeface="Arial"/>
                <a:cs typeface="Arial"/>
              </a:defRPr>
            </a:lvl1pPr>
            <a:lvl2pPr algn="l">
              <a:defRPr sz="1800" b="0">
                <a:solidFill>
                  <a:srgbClr val="000000"/>
                </a:solidFill>
                <a:latin typeface="Arial"/>
                <a:ea typeface="Arial"/>
                <a:cs typeface="Arial"/>
              </a:defRPr>
            </a:lvl2pPr>
            <a:lvl3pPr algn="l">
              <a:defRPr sz="1800" b="0">
                <a:solidFill>
                  <a:srgbClr val="000000"/>
                </a:solidFill>
                <a:latin typeface="Arial"/>
                <a:ea typeface="Arial"/>
                <a:cs typeface="Arial"/>
              </a:defRPr>
            </a:lvl3pPr>
            <a:lvl4pPr algn="l">
              <a:defRPr sz="1800" b="0">
                <a:solidFill>
                  <a:srgbClr val="000000"/>
                </a:solidFill>
                <a:latin typeface="Arial"/>
                <a:ea typeface="Arial"/>
                <a:cs typeface="Arial"/>
              </a:defRPr>
            </a:lvl4pPr>
            <a:lvl5pPr algn="l">
              <a:defRPr sz="1800" b="0">
                <a:solidFill>
                  <a:srgbClr val="000000"/>
                </a:solidFill>
                <a:latin typeface="Arial"/>
                <a:ea typeface="Arial"/>
                <a:cs typeface="Arial"/>
              </a:defRPr>
            </a:lvl5pPr>
            <a:lvl6pPr algn="l">
              <a:defRPr sz="1800" b="0">
                <a:solidFill>
                  <a:srgbClr val="000000"/>
                </a:solidFill>
                <a:latin typeface="Arial"/>
                <a:ea typeface="Arial"/>
                <a:cs typeface="Arial"/>
              </a:defRPr>
            </a:lvl6pPr>
            <a:lvl7pPr algn="l">
              <a:defRPr sz="1800" b="0">
                <a:solidFill>
                  <a:srgbClr val="000000"/>
                </a:solidFill>
                <a:latin typeface="Arial"/>
                <a:ea typeface="Arial"/>
                <a:cs typeface="Arial"/>
              </a:defRPr>
            </a:lvl7pPr>
            <a:lvl8pPr algn="l">
              <a:defRPr sz="1800" b="0">
                <a:solidFill>
                  <a:srgbClr val="000000"/>
                </a:solidFill>
                <a:latin typeface="Arial"/>
                <a:ea typeface="Arial"/>
                <a:cs typeface="Arial"/>
              </a:defRPr>
            </a:lvl8pPr>
            <a:lvl9pPr algn="l">
              <a:defRPr sz="1800" b="0">
                <a:solidFill>
                  <a:srgbClr val="000000"/>
                </a:solidFill>
                <a:latin typeface="Arial"/>
                <a:ea typeface="Arial"/>
                <a:cs typeface="Arial"/>
              </a:defRPr>
            </a:lvl9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A19D6274-EB9A-4802-99D2-93C67B8F4829}"/>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vl1pPr algn="l">
              <a:defRPr sz="1800" b="0">
                <a:solidFill>
                  <a:srgbClr val="000000"/>
                </a:solidFill>
                <a:latin typeface="Arial"/>
                <a:ea typeface="Arial"/>
                <a:cs typeface="Arial"/>
              </a:defRPr>
            </a:lvl1pPr>
            <a:lvl2pPr algn="l">
              <a:defRPr sz="1800" b="0">
                <a:solidFill>
                  <a:srgbClr val="000000"/>
                </a:solidFill>
                <a:latin typeface="Arial"/>
                <a:ea typeface="Arial"/>
                <a:cs typeface="Arial"/>
              </a:defRPr>
            </a:lvl2pPr>
            <a:lvl3pPr algn="l">
              <a:defRPr sz="1800" b="0">
                <a:solidFill>
                  <a:srgbClr val="000000"/>
                </a:solidFill>
                <a:latin typeface="Arial"/>
                <a:ea typeface="Arial"/>
                <a:cs typeface="Arial"/>
              </a:defRPr>
            </a:lvl3pPr>
            <a:lvl4pPr algn="l">
              <a:defRPr sz="1800" b="0">
                <a:solidFill>
                  <a:srgbClr val="000000"/>
                </a:solidFill>
                <a:latin typeface="Arial"/>
                <a:ea typeface="Arial"/>
                <a:cs typeface="Arial"/>
              </a:defRPr>
            </a:lvl4pPr>
            <a:lvl5pPr algn="l">
              <a:defRPr sz="1800" b="0">
                <a:solidFill>
                  <a:srgbClr val="000000"/>
                </a:solidFill>
                <a:latin typeface="Arial"/>
                <a:ea typeface="Arial"/>
                <a:cs typeface="Arial"/>
              </a:defRPr>
            </a:lvl5pPr>
            <a:lvl6pPr algn="l">
              <a:defRPr sz="1800" b="0">
                <a:solidFill>
                  <a:srgbClr val="000000"/>
                </a:solidFill>
                <a:latin typeface="Arial"/>
                <a:ea typeface="Arial"/>
                <a:cs typeface="Arial"/>
              </a:defRPr>
            </a:lvl6pPr>
            <a:lvl7pPr algn="l">
              <a:defRPr sz="1800" b="0">
                <a:solidFill>
                  <a:srgbClr val="000000"/>
                </a:solidFill>
                <a:latin typeface="Arial"/>
                <a:ea typeface="Arial"/>
                <a:cs typeface="Arial"/>
              </a:defRPr>
            </a:lvl7pPr>
            <a:lvl8pPr algn="l">
              <a:defRPr sz="1800" b="0">
                <a:solidFill>
                  <a:srgbClr val="000000"/>
                </a:solidFill>
                <a:latin typeface="Arial"/>
                <a:ea typeface="Arial"/>
                <a:cs typeface="Arial"/>
              </a:defRPr>
            </a:lvl8pPr>
            <a:lvl9pPr algn="l">
              <a:defRPr sz="1800" b="0">
                <a:solidFill>
                  <a:srgbClr val="000000"/>
                </a:solidFill>
                <a:latin typeface="Arial"/>
                <a:ea typeface="Arial"/>
                <a:cs typeface="Arial"/>
              </a:defRPr>
            </a:lvl9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Theory endterm · group-confirmed submission details">
            <a:extLst xmlns:a="http://schemas.openxmlformats.org/drawingml/2006/main">
              <a:ext uri="{FF2B5EF4-FFF2-40B4-BE49-F238E27FC236}">
                <a16:creationId xmlns:a16="http://schemas.microsoft.com/office/drawing/2014/main" id="{E6C67251-2211-44AC-B369-BAAFBD1751A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Theory endterm · group-confirmed submission details</a:t>
            </a:r>
          </a:p>
        </p:txBody>
      </p:sp>
    </p:spTree>
    <p:extLst>
      <p:ext uri="{BB962C8B-B14F-4D97-AF65-F5344CB8AC3E}">
        <p14:creationId xmlns:p14="http://schemas.microsoft.com/office/powerpoint/2010/main" val="4109858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4591726-50E1-4AEF-9986-CEDC08DB90F2}"/>
              </a:ext>
            </a:extLst>
          </p:cNvPr>
          <p:cNvPicPr>
            <a:picLocks xmlns:a="http://schemas.openxmlformats.org/drawingml/2006/main" noChangeAspect="1"/>
          </p:cNvPicPr>
          <p:nvPr/>
        </p:nvPicPr>
        <p:blipFill>
          <a:blip xmlns:r="http://schemas.openxmlformats.org/officeDocument/2006/relationships" xmlns:a="http://schemas.openxmlformats.org/drawingml/2006/main" r:embed="R4e6f71d534974f0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37A8F5B-B933-4DF2-9B90-ED34F77F37C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818C89D2-C238-4684-B0AA-D81AD0E0DE4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7A2D1626-AB8A-459B-BF42-4E8C434AF7A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C17E1972-FEC6-4AFC-BEF1-ABE2EE7A05D6}"/>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https://youtu.be/D-H3yQ4IDro?si=VZ5VouVBJcCDhlBc">
            <a:extLst xmlns:a="http://schemas.openxmlformats.org/drawingml/2006/main">
              <a:ext uri="{FF2B5EF4-FFF2-40B4-BE49-F238E27FC236}">
                <a16:creationId xmlns:a16="http://schemas.microsoft.com/office/drawing/2014/main" id="{05105618-4312-4A58-9AAD-AB25FEF310C5}"/>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vl1pPr algn="l">
              <a:defRPr sz="2800" b="0">
                <a:solidFill>
                  <a:srgbClr val="000000"/>
                </a:solidFill>
                <a:latin typeface="Arial"/>
                <a:ea typeface="Arial"/>
                <a:cs typeface="Arial"/>
              </a:defRPr>
            </a:lvl1pPr>
            <a:lvl2pPr algn="l">
              <a:defRPr sz="2800" b="0">
                <a:solidFill>
                  <a:srgbClr val="000000"/>
                </a:solidFill>
                <a:latin typeface="Arial"/>
                <a:ea typeface="Arial"/>
                <a:cs typeface="Arial"/>
              </a:defRPr>
            </a:lvl2pPr>
            <a:lvl3pPr algn="l">
              <a:defRPr sz="2800" b="0">
                <a:solidFill>
                  <a:srgbClr val="000000"/>
                </a:solidFill>
                <a:latin typeface="Arial"/>
                <a:ea typeface="Arial"/>
                <a:cs typeface="Arial"/>
              </a:defRPr>
            </a:lvl3pPr>
            <a:lvl4pPr algn="l">
              <a:defRPr sz="2800" b="0">
                <a:solidFill>
                  <a:srgbClr val="000000"/>
                </a:solidFill>
                <a:latin typeface="Arial"/>
                <a:ea typeface="Arial"/>
                <a:cs typeface="Arial"/>
              </a:defRPr>
            </a:lvl4pPr>
            <a:lvl5pPr algn="l">
              <a:defRPr sz="2800" b="0">
                <a:solidFill>
                  <a:srgbClr val="000000"/>
                </a:solidFill>
                <a:latin typeface="Arial"/>
                <a:ea typeface="Arial"/>
                <a:cs typeface="Arial"/>
              </a:defRPr>
            </a:lvl5pPr>
            <a:lvl6pPr algn="l">
              <a:defRPr sz="2800" b="0">
                <a:solidFill>
                  <a:srgbClr val="000000"/>
                </a:solidFill>
                <a:latin typeface="Arial"/>
                <a:ea typeface="Arial"/>
                <a:cs typeface="Arial"/>
              </a:defRPr>
            </a:lvl6pPr>
            <a:lvl7pPr algn="l">
              <a:defRPr sz="2800" b="0">
                <a:solidFill>
                  <a:srgbClr val="000000"/>
                </a:solidFill>
                <a:latin typeface="Arial"/>
                <a:ea typeface="Arial"/>
                <a:cs typeface="Arial"/>
              </a:defRPr>
            </a:lvl7pPr>
            <a:lvl8pPr algn="l">
              <a:defRPr sz="2800" b="0">
                <a:solidFill>
                  <a:srgbClr val="000000"/>
                </a:solidFill>
                <a:latin typeface="Arial"/>
                <a:ea typeface="Arial"/>
                <a:cs typeface="Arial"/>
              </a:defRPr>
            </a:lvl8pPr>
            <a:lvl9pPr algn="l">
              <a:defRPr sz="2800" b="0">
                <a:solidFill>
                  <a:srgbClr val="000000"/>
                </a:solidFill>
                <a:latin typeface="Arial"/>
                <a:ea typeface="Arial"/>
                <a:cs typeface="Arial"/>
              </a:defRPr>
            </a:lvl9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https://youtu.be/D-H3yQ4IDro?si=VZ5VouVBJcCDhlBc</a:t>
            </a:r>
          </a:p>
        </p:txBody>
      </p:sp>
      <p:sp>
        <p:nvSpPr>
          <p:cNvPr id="7" name="Planned duration: 12 minutes&#10;Required duration: 7–15 mi">
            <a:extLst xmlns:a="http://schemas.openxmlformats.org/drawingml/2006/main">
              <a:ext uri="{FF2B5EF4-FFF2-40B4-BE49-F238E27FC236}">
                <a16:creationId xmlns:a16="http://schemas.microsoft.com/office/drawing/2014/main" id="{17232BDE-713D-4493-A3BF-E5D4F1F31419}"/>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Published report video · link confirmed by the group">
            <a:extLst xmlns:a="http://schemas.openxmlformats.org/drawingml/2006/main">
              <a:ext uri="{FF2B5EF4-FFF2-40B4-BE49-F238E27FC236}">
                <a16:creationId xmlns:a16="http://schemas.microsoft.com/office/drawing/2014/main" id="{A68B4097-9B09-477E-9D93-5AB5E40636F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Published report video · link confirmed by the group</a:t>
            </a:r>
          </a:p>
        </p:txBody>
      </p:sp>
    </p:spTree>
    <p:extLst>
      <p:ext uri="{BB962C8B-B14F-4D97-AF65-F5344CB8AC3E}">
        <p14:creationId xmlns:p14="http://schemas.microsoft.com/office/powerpoint/2010/main" val="12198213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09F3CD1-964E-44AB-9A6E-630778932000}"/>
              </a:ext>
            </a:extLst>
          </p:cNvPr>
          <p:cNvPicPr>
            <a:picLocks xmlns:a="http://schemas.openxmlformats.org/drawingml/2006/main" noChangeAspect="1"/>
          </p:cNvPicPr>
          <p:nvPr/>
        </p:nvPicPr>
        <p:blipFill>
          <a:blip xmlns:r="http://schemas.openxmlformats.org/officeDocument/2006/relationships" xmlns:a="http://schemas.openxmlformats.org/drawingml/2006/main" r:embed="Rcea2577c3d274e9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96C4751-323C-4C8A-B36A-272E4CFB4C2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0BED4E76-1234-43E1-9613-DF56026B809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D0B91592-F721-47BF-89A7-19B95D3F2D9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0762AEE7-C113-48EA-A006-C6BE1BA33835}"/>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118AF539-554F-41FF-8653-9F03CFFBD44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11477752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B491D78-3C12-4928-97EE-7068B40EB4B4}"/>
              </a:ext>
            </a:extLst>
          </p:cNvPr>
          <p:cNvPicPr>
            <a:picLocks xmlns:a="http://schemas.openxmlformats.org/drawingml/2006/main" noChangeAspect="1"/>
          </p:cNvPicPr>
          <p:nvPr/>
        </p:nvPicPr>
        <p:blipFill>
          <a:blip xmlns:r="http://schemas.openxmlformats.org/officeDocument/2006/relationships" xmlns:a="http://schemas.openxmlformats.org/drawingml/2006/main" r:embed="Rc62fe46a7bc942f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7EC77D1-BF37-43D4-9D1E-93CC4C41A32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5BCF6C90-E7B2-4646-9987-515355C04F9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3644236E-49DE-4C39-933C-8C0E37EF769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97710C93-7BBA-4A87-8DC5-B362D9A07E31}"/>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9629ABB8-9320-4E7C-A79D-2697D0B9F66D}"/>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1AC10B2A-33F8-4092-B637-5FB152CB5CDA}"/>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1CF1AADD-EBC1-4255-8D67-53004C3E87BD}"/>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D5C5E25F-7EFB-4805-9ACE-1AD9ADFFF27C}"/>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2B586E40-F4BF-422D-BB23-026A66E6C5F5}"/>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D0E0B677-F513-4161-978F-0E3984174C21}"/>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E4498C14-F189-4591-98CC-8FF8BE07850B}"/>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6E8A82B2-05C2-40CF-8E77-CE548B44739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3840028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5F17297-B4D8-4584-9F44-2152C25F2C79}"/>
              </a:ext>
            </a:extLst>
          </p:cNvPr>
          <p:cNvPicPr>
            <a:picLocks xmlns:a="http://schemas.openxmlformats.org/drawingml/2006/main" noChangeAspect="1"/>
          </p:cNvPicPr>
          <p:nvPr/>
        </p:nvPicPr>
        <p:blipFill>
          <a:blip xmlns:r="http://schemas.openxmlformats.org/officeDocument/2006/relationships" xmlns:a="http://schemas.openxmlformats.org/drawingml/2006/main" r:embed="R207cb37c388645c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038B829-55FA-48BA-ACA4-687D424C177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2247A4B1-71C7-4243-BF6D-F60C640CEDE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5FF6FEF2-9B1A-4925-86FA-5D20389990F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C2FF6E53-11B6-4111-B8C2-84F3DCAD932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b939b10118124412"/>
          </a:graphicData>
        </a:graphic>
      </p:graphicFrame>
      <p:sp>
        <p:nvSpPr>
          <p:cNvPr id="6" name="Training n = 3,341">
            <a:extLst xmlns:a="http://schemas.openxmlformats.org/drawingml/2006/main">
              <a:ext uri="{FF2B5EF4-FFF2-40B4-BE49-F238E27FC236}">
                <a16:creationId xmlns:a16="http://schemas.microsoft.com/office/drawing/2014/main" id="{FDC11348-CFFB-49BD-9285-D6EB022F3A4A}"/>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083E7697-BC5F-4FC0-8074-8F87F2CBDBF9}"/>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3A241686-2FB8-4A0F-8BC6-D73438251BE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12062682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60F4E6D-2D02-493F-98F5-D1F955B696D7}"/>
              </a:ext>
            </a:extLst>
          </p:cNvPr>
          <p:cNvPicPr>
            <a:picLocks xmlns:a="http://schemas.openxmlformats.org/drawingml/2006/main" noChangeAspect="1"/>
          </p:cNvPicPr>
          <p:nvPr/>
        </p:nvPicPr>
        <p:blipFill>
          <a:blip xmlns:r="http://schemas.openxmlformats.org/officeDocument/2006/relationships" xmlns:a="http://schemas.openxmlformats.org/drawingml/2006/main" r:embed="R617d7dbe899c4c4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D0BBF24-0624-420E-AB36-1F533EB171C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040479E7-E32A-43C8-8DA8-60C56D764DE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EB304859-560E-4E1B-933F-4FCB9904862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0BDC5930-69C7-4E05-861F-C824391A8EDF}"/>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4e2f38a7f100429a"/>
          </a:graphicData>
        </a:graphic>
      </p:graphicFrame>
      <p:sp>
        <p:nvSpPr>
          <p:cNvPr id="6" name="I means infant">
            <a:extLst xmlns:a="http://schemas.openxmlformats.org/drawingml/2006/main">
              <a:ext uri="{FF2B5EF4-FFF2-40B4-BE49-F238E27FC236}">
                <a16:creationId xmlns:a16="http://schemas.microsoft.com/office/drawing/2014/main" id="{AB0833C8-167A-4CB3-B3E2-7C8A4366ED5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4E86F8BE-3D62-4CED-89F5-CC013AFA86D7}"/>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B607018B-EA36-4F69-9C30-FB170B1D60B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4140540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1200671-F7E4-4B14-800F-8FAD26C9667C}"/>
              </a:ext>
            </a:extLst>
          </p:cNvPr>
          <p:cNvPicPr>
            <a:picLocks xmlns:a="http://schemas.openxmlformats.org/drawingml/2006/main" noChangeAspect="1"/>
          </p:cNvPicPr>
          <p:nvPr/>
        </p:nvPicPr>
        <p:blipFill>
          <a:blip xmlns:r="http://schemas.openxmlformats.org/officeDocument/2006/relationships" xmlns:a="http://schemas.openxmlformats.org/drawingml/2006/main" r:embed="R20e5463655d1438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6980B16-5E3F-46FB-9484-674E5653F68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0B9B1A62-27D6-4726-9009-18FBF90A580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C4950498-D4A5-4EA0-866D-9EBC6ED9779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291CA3E8-E368-425E-8EEA-D70B5F59AFB3}"/>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31164a9b7cc8441e"/>
          </a:graphicData>
        </a:graphic>
      </p:graphicFrame>
      <p:sp>
        <p:nvSpPr>
          <p:cNvPr id="6" name="Normal rejected">
            <a:extLst xmlns:a="http://schemas.openxmlformats.org/drawingml/2006/main">
              <a:ext uri="{FF2B5EF4-FFF2-40B4-BE49-F238E27FC236}">
                <a16:creationId xmlns:a16="http://schemas.microsoft.com/office/drawing/2014/main" id="{E15521A0-75CF-4FBF-AB5E-758AEDE5A2F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20541BA7-72FC-4C4A-AF02-012F150EB615}"/>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81303B74-7C64-447F-988B-62FA7E6AB9A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11639557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B4FCEA0-4F01-4F16-8967-A09591C49DA1}"/>
              </a:ext>
            </a:extLst>
          </p:cNvPr>
          <p:cNvPicPr>
            <a:picLocks xmlns:a="http://schemas.openxmlformats.org/drawingml/2006/main" noChangeAspect="1"/>
          </p:cNvPicPr>
          <p:nvPr/>
        </p:nvPicPr>
        <p:blipFill>
          <a:blip xmlns:r="http://schemas.openxmlformats.org/officeDocument/2006/relationships" xmlns:a="http://schemas.openxmlformats.org/drawingml/2006/main" r:embed="Rc7ca8fcbcece4c2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DDFFF44-27CD-4138-A17D-971295AF9BD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97EAE47C-1418-4C4D-BF66-54BC50EC4E8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5D52CBBF-AE22-428E-BBD8-13073868C06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EA8E8072-EA03-4C63-909D-CCC3605F3BA4}"/>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fef108b513974482"/>
          </a:graphicData>
        </a:graphic>
      </p:graphicFrame>
      <p:sp>
        <p:nvSpPr>
          <p:cNvPr id="6" name="Both rejected">
            <a:extLst xmlns:a="http://schemas.openxmlformats.org/drawingml/2006/main">
              <a:ext uri="{FF2B5EF4-FFF2-40B4-BE49-F238E27FC236}">
                <a16:creationId xmlns:a16="http://schemas.microsoft.com/office/drawing/2014/main" id="{DC5822DE-9958-4456-825B-2B79AE330AB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37CAFEE8-F89A-4427-82C2-2533D60AFDC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5C3DB913-577F-434D-BC71-76259B2B2D8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2716594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D129C30-1B2D-43C6-B5B0-652440DFC8A1}"/>
              </a:ext>
            </a:extLst>
          </p:cNvPr>
          <p:cNvPicPr>
            <a:picLocks xmlns:a="http://schemas.openxmlformats.org/drawingml/2006/main" noChangeAspect="1"/>
          </p:cNvPicPr>
          <p:nvPr/>
        </p:nvPicPr>
        <p:blipFill>
          <a:blip xmlns:r="http://schemas.openxmlformats.org/officeDocument/2006/relationships" xmlns:a="http://schemas.openxmlformats.org/drawingml/2006/main" r:embed="R892076e5bbd6476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5E591C9-A408-4B1F-A97C-880C0B0E6BB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36991513-83DE-4523-B2BA-6DF3273CDDF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697BE03C-7D0E-4CE8-AE4A-28947451F91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E3DFA98E-CEDF-4BA9-82C1-B4ED45BC5D66}"/>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BFBEFD1F-7933-42FB-94E9-548718D3B6A5}"/>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1E94C3D3-8581-4D3A-A371-290B235537E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13886551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84C68A8-2736-4442-8CD6-779844B49591}"/>
              </a:ext>
            </a:extLst>
          </p:cNvPr>
          <p:cNvPicPr>
            <a:picLocks xmlns:a="http://schemas.openxmlformats.org/drawingml/2006/main" noChangeAspect="1"/>
          </p:cNvPicPr>
          <p:nvPr/>
        </p:nvPicPr>
        <p:blipFill>
          <a:blip xmlns:r="http://schemas.openxmlformats.org/officeDocument/2006/relationships" xmlns:a="http://schemas.openxmlformats.org/drawingml/2006/main" r:embed="Rd67f4b9b4bf9411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883E094-EFE7-43F2-ACE8-8FFC50F1394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889FB8CC-67EC-4A99-9775-6935C04CBB8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F67C4B70-9685-42E2-8FC3-56BF1CC87A7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E3D5CA27-0E62-4DEE-97BD-ED63D3305E55}"/>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35D04563-069C-47D9-A693-1B739B9AAEF4}"/>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C3CE972D-409C-49BF-9CB0-49A7A6F37D34}"/>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vl1pPr algn="l">
              <a:defRPr sz="2100" b="0">
                <a:solidFill>
                  <a:srgbClr val="000000"/>
                </a:solidFill>
                <a:latin typeface="Arial"/>
                <a:ea typeface="Arial"/>
                <a:cs typeface="Arial"/>
              </a:defRPr>
            </a:lvl1pPr>
            <a:lvl2pPr algn="l">
              <a:defRPr sz="2100" b="0">
                <a:solidFill>
                  <a:srgbClr val="000000"/>
                </a:solidFill>
                <a:latin typeface="Arial"/>
                <a:ea typeface="Arial"/>
                <a:cs typeface="Arial"/>
              </a:defRPr>
            </a:lvl2pPr>
            <a:lvl3pPr algn="l">
              <a:defRPr sz="2100" b="0">
                <a:solidFill>
                  <a:srgbClr val="000000"/>
                </a:solidFill>
                <a:latin typeface="Arial"/>
                <a:ea typeface="Arial"/>
                <a:cs typeface="Arial"/>
              </a:defRPr>
            </a:lvl3pPr>
            <a:lvl4pPr algn="l">
              <a:defRPr sz="2100" b="0">
                <a:solidFill>
                  <a:srgbClr val="000000"/>
                </a:solidFill>
                <a:latin typeface="Arial"/>
                <a:ea typeface="Arial"/>
                <a:cs typeface="Arial"/>
              </a:defRPr>
            </a:lvl4pPr>
            <a:lvl5pPr algn="l">
              <a:defRPr sz="2100" b="0">
                <a:solidFill>
                  <a:srgbClr val="000000"/>
                </a:solidFill>
                <a:latin typeface="Arial"/>
                <a:ea typeface="Arial"/>
                <a:cs typeface="Arial"/>
              </a:defRPr>
            </a:lvl5pPr>
            <a:lvl6pPr algn="l">
              <a:defRPr sz="2100" b="0">
                <a:solidFill>
                  <a:srgbClr val="000000"/>
                </a:solidFill>
                <a:latin typeface="Arial"/>
                <a:ea typeface="Arial"/>
                <a:cs typeface="Arial"/>
              </a:defRPr>
            </a:lvl6pPr>
            <a:lvl7pPr algn="l">
              <a:defRPr sz="2100" b="0">
                <a:solidFill>
                  <a:srgbClr val="000000"/>
                </a:solidFill>
                <a:latin typeface="Arial"/>
                <a:ea typeface="Arial"/>
                <a:cs typeface="Arial"/>
              </a:defRPr>
            </a:lvl7pPr>
            <a:lvl8pPr algn="l">
              <a:defRPr sz="2100" b="0">
                <a:solidFill>
                  <a:srgbClr val="000000"/>
                </a:solidFill>
                <a:latin typeface="Arial"/>
                <a:ea typeface="Arial"/>
                <a:cs typeface="Arial"/>
              </a:defRPr>
            </a:lvl8pPr>
            <a:lvl9pPr algn="l">
              <a:defRPr sz="2100" b="0">
                <a:solidFill>
                  <a:srgbClr val="000000"/>
                </a:solidFill>
                <a:latin typeface="Arial"/>
                <a:ea typeface="Arial"/>
                <a:cs typeface="Arial"/>
              </a:defRPr>
            </a:lvl9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0472A381-70A4-45DA-9EEC-4B0340BBFFF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8503119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8" name="">
            <a:extLst xmlns:a="http://schemas.openxmlformats.org/drawingml/2006/main">
              <a:ext uri="{FF2B5EF4-FFF2-40B4-BE49-F238E27FC236}">
                <a16:creationId xmlns:a16="http://schemas.microsoft.com/office/drawing/2014/main" id="{2F996422-AAD1-4E49-A896-9AB000DEE977}"/>
              </a:ext>
            </a:extLst>
          </p:cNvPr>
          <p:cNvPicPr>
            <a:picLocks xmlns:a="http://schemas.openxmlformats.org/drawingml/2006/main" noChangeAspect="1"/>
          </p:cNvPicPr>
          <p:nvPr/>
        </p:nvPicPr>
        <p:blipFill>
          <a:blip xmlns:r="http://schemas.openxmlformats.org/officeDocument/2006/relationships" xmlns:a="http://schemas.openxmlformats.org/drawingml/2006/main" r:embed="R432b99794d0a458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3AF8785-C782-4694-916B-2AFB739C275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88B9D43B-2594-4672-99BF-DD636799DCF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B9819C17-29C3-4628-B663-546B6FFEBA7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C7FE0899-3936-4216-BA77-71DF3E0409E0}"/>
              </a:ext>
            </a:extLst>
          </p:cNvPr>
          <p:cNvSpPr>
            <a:spLocks xmlns:a="http://schemas.openxmlformats.org/drawingml/2006/main" noGrp="1"/>
          </p:cNvSpPr>
          <p:nvPr/>
        </p:nvSpPr>
        <p:spPr>
          <a:xfrm xmlns:a="http://schemas.openxmlformats.org/drawingml/2006/main">
            <a:off x="762000" y="242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
            <a:extLst xmlns:a="http://schemas.openxmlformats.org/drawingml/2006/main">
              <a:ext uri="{FF2B5EF4-FFF2-40B4-BE49-F238E27FC236}">
                <a16:creationId xmlns:a16="http://schemas.microsoft.com/office/drawing/2014/main" id="{21B79FC9-8944-4257-846B-39BA5E895B34}"/>
              </a:ext>
            </a:extLst>
          </p:cNvPr>
          <p:cNvSpPr>
            <a:spLocks xmlns:a="http://schemas.openxmlformats.org/drawingml/2006/main" noGrp="1"/>
          </p:cNvSpPr>
          <p:nvPr/>
        </p:nvSpPr>
        <p:spPr>
          <a:xfrm xmlns:a="http://schemas.openxmlformats.org/drawingml/2006/main">
            <a:off x="18573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Len</a:t>
            </a:r>
          </a:p>
        </p:txBody>
      </p:sp>
      <p:sp>
        <p:nvSpPr>
          <p:cNvPr id="7" name="Spearman length length">
            <a:extLst xmlns:a="http://schemas.openxmlformats.org/drawingml/2006/main">
              <a:ext uri="{FF2B5EF4-FFF2-40B4-BE49-F238E27FC236}">
                <a16:creationId xmlns:a16="http://schemas.microsoft.com/office/drawing/2014/main" id="{C74000C1-5C93-48CA-BE48-1C9FF39ED13D}"/>
              </a:ext>
            </a:extLst>
          </p:cNvPr>
          <p:cNvSpPr>
            <a:spLocks xmlns:a="http://schemas.openxmlformats.org/drawingml/2006/main" noGrp="1"/>
          </p:cNvSpPr>
          <p:nvPr/>
        </p:nvSpPr>
        <p:spPr>
          <a:xfrm xmlns:a="http://schemas.openxmlformats.org/drawingml/2006/main">
            <a:off x="1857375" y="23336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B2D4FC6D-C3B9-4379-AD23-AC08B099E7F3}"/>
              </a:ext>
            </a:extLst>
          </p:cNvPr>
          <p:cNvSpPr>
            <a:spLocks xmlns:a="http://schemas.openxmlformats.org/drawingml/2006/main" noGrp="1"/>
          </p:cNvSpPr>
          <p:nvPr/>
        </p:nvSpPr>
        <p:spPr>
          <a:xfrm xmlns:a="http://schemas.openxmlformats.org/drawingml/2006/main">
            <a:off x="18573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4B43F937-D9A8-4008-88C6-2D133EE282D3}"/>
              </a:ext>
            </a:extLst>
          </p:cNvPr>
          <p:cNvSpPr>
            <a:spLocks xmlns:a="http://schemas.openxmlformats.org/drawingml/2006/main" noGrp="1"/>
          </p:cNvSpPr>
          <p:nvPr/>
        </p:nvSpPr>
        <p:spPr>
          <a:xfrm xmlns:a="http://schemas.openxmlformats.org/drawingml/2006/main">
            <a:off x="2257425" y="2333625"/>
            <a:ext cx="400050" cy="400050"/>
          </a:xfrm>
          <a:prstGeom xmlns:a="http://schemas.openxmlformats.org/drawingml/2006/main" prst="rect">
            <a:avLst/>
          </a:prstGeom>
          <a:solidFill xmlns:a="http://schemas.openxmlformats.org/drawingml/2006/main">
            <a:srgbClr val="B31C2E"/>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731CB2FA-4D96-4C1D-95CD-CEBD608926A5}"/>
              </a:ext>
            </a:extLst>
          </p:cNvPr>
          <p:cNvSpPr>
            <a:spLocks xmlns:a="http://schemas.openxmlformats.org/drawingml/2006/main" noGrp="1"/>
          </p:cNvSpPr>
          <p:nvPr/>
        </p:nvSpPr>
        <p:spPr>
          <a:xfrm xmlns:a="http://schemas.openxmlformats.org/drawingml/2006/main">
            <a:off x="22574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34FD4407-8BD2-4F2F-B2DC-A2AAD7E0FA4D}"/>
              </a:ext>
            </a:extLst>
          </p:cNvPr>
          <p:cNvSpPr>
            <a:spLocks xmlns:a="http://schemas.openxmlformats.org/drawingml/2006/main" noGrp="1"/>
          </p:cNvSpPr>
          <p:nvPr/>
        </p:nvSpPr>
        <p:spPr>
          <a:xfrm xmlns:a="http://schemas.openxmlformats.org/drawingml/2006/main">
            <a:off x="2657475" y="2333625"/>
            <a:ext cx="400050" cy="400050"/>
          </a:xfrm>
          <a:prstGeom xmlns:a="http://schemas.openxmlformats.org/drawingml/2006/main" prst="rect">
            <a:avLst/>
          </a:prstGeom>
          <a:solidFill xmlns:a="http://schemas.openxmlformats.org/drawingml/2006/main">
            <a:srgbClr val="BA3142"/>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B0CEF0F7-3C77-436C-8AB6-13BC4D6DB2B2}"/>
              </a:ext>
            </a:extLst>
          </p:cNvPr>
          <p:cNvSpPr>
            <a:spLocks xmlns:a="http://schemas.openxmlformats.org/drawingml/2006/main" noGrp="1"/>
          </p:cNvSpPr>
          <p:nvPr/>
        </p:nvSpPr>
        <p:spPr>
          <a:xfrm xmlns:a="http://schemas.openxmlformats.org/drawingml/2006/main">
            <a:off x="26574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B7F31551-B46C-4A92-AD03-E162B07E3CB1}"/>
              </a:ext>
            </a:extLst>
          </p:cNvPr>
          <p:cNvSpPr>
            <a:spLocks xmlns:a="http://schemas.openxmlformats.org/drawingml/2006/main" noGrp="1"/>
          </p:cNvSpPr>
          <p:nvPr/>
        </p:nvSpPr>
        <p:spPr>
          <a:xfrm xmlns:a="http://schemas.openxmlformats.org/drawingml/2006/main">
            <a:off x="3057525" y="233362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BBC1C799-D612-4683-AA16-D804D4A6ABDE}"/>
              </a:ext>
            </a:extLst>
          </p:cNvPr>
          <p:cNvSpPr>
            <a:spLocks xmlns:a="http://schemas.openxmlformats.org/drawingml/2006/main" noGrp="1"/>
          </p:cNvSpPr>
          <p:nvPr/>
        </p:nvSpPr>
        <p:spPr>
          <a:xfrm xmlns:a="http://schemas.openxmlformats.org/drawingml/2006/main">
            <a:off x="30575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1808F712-9A8B-47C4-9EC7-12F4CA6DFD8C}"/>
              </a:ext>
            </a:extLst>
          </p:cNvPr>
          <p:cNvSpPr>
            <a:spLocks xmlns:a="http://schemas.openxmlformats.org/drawingml/2006/main" noGrp="1"/>
          </p:cNvSpPr>
          <p:nvPr/>
        </p:nvSpPr>
        <p:spPr>
          <a:xfrm xmlns:a="http://schemas.openxmlformats.org/drawingml/2006/main">
            <a:off x="3457575" y="23336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1EB3AF34-50BF-4F8C-A69C-25989A61FE78}"/>
              </a:ext>
            </a:extLst>
          </p:cNvPr>
          <p:cNvSpPr>
            <a:spLocks xmlns:a="http://schemas.openxmlformats.org/drawingml/2006/main" noGrp="1"/>
          </p:cNvSpPr>
          <p:nvPr/>
        </p:nvSpPr>
        <p:spPr>
          <a:xfrm xmlns:a="http://schemas.openxmlformats.org/drawingml/2006/main">
            <a:off x="34575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19E5D906-0A5B-45A5-8146-BACED1E72E99}"/>
              </a:ext>
            </a:extLst>
          </p:cNvPr>
          <p:cNvSpPr>
            <a:spLocks xmlns:a="http://schemas.openxmlformats.org/drawingml/2006/main" noGrp="1"/>
          </p:cNvSpPr>
          <p:nvPr/>
        </p:nvSpPr>
        <p:spPr>
          <a:xfrm xmlns:a="http://schemas.openxmlformats.org/drawingml/2006/main">
            <a:off x="3857625" y="233362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5F15AA5A-014E-42F6-86DF-B09A6B428CE8}"/>
              </a:ext>
            </a:extLst>
          </p:cNvPr>
          <p:cNvSpPr>
            <a:spLocks xmlns:a="http://schemas.openxmlformats.org/drawingml/2006/main" noGrp="1"/>
          </p:cNvSpPr>
          <p:nvPr/>
        </p:nvSpPr>
        <p:spPr>
          <a:xfrm xmlns:a="http://schemas.openxmlformats.org/drawingml/2006/main">
            <a:off x="38576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889E80E0-BC29-4A5A-8C87-1D65A6B92CC2}"/>
              </a:ext>
            </a:extLst>
          </p:cNvPr>
          <p:cNvSpPr>
            <a:spLocks xmlns:a="http://schemas.openxmlformats.org/drawingml/2006/main" noGrp="1"/>
          </p:cNvSpPr>
          <p:nvPr/>
        </p:nvSpPr>
        <p:spPr>
          <a:xfrm xmlns:a="http://schemas.openxmlformats.org/drawingml/2006/main">
            <a:off x="4257675" y="23336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45619306-AE59-4137-B897-60EB58F01B83}"/>
              </a:ext>
            </a:extLst>
          </p:cNvPr>
          <p:cNvSpPr>
            <a:spLocks xmlns:a="http://schemas.openxmlformats.org/drawingml/2006/main" noGrp="1"/>
          </p:cNvSpPr>
          <p:nvPr/>
        </p:nvSpPr>
        <p:spPr>
          <a:xfrm xmlns:a="http://schemas.openxmlformats.org/drawingml/2006/main">
            <a:off x="42576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58EE051D-D55C-4851-8FB9-245524A29B0A}"/>
              </a:ext>
            </a:extLst>
          </p:cNvPr>
          <p:cNvSpPr>
            <a:spLocks xmlns:a="http://schemas.openxmlformats.org/drawingml/2006/main" noGrp="1"/>
          </p:cNvSpPr>
          <p:nvPr/>
        </p:nvSpPr>
        <p:spPr>
          <a:xfrm xmlns:a="http://schemas.openxmlformats.org/drawingml/2006/main">
            <a:off x="4657725" y="2333625"/>
            <a:ext cx="400050" cy="400050"/>
          </a:xfrm>
          <a:prstGeom xmlns:a="http://schemas.openxmlformats.org/drawingml/2006/main" prst="rect">
            <a:avLst/>
          </a:prstGeom>
          <a:solidFill xmlns:a="http://schemas.openxmlformats.org/drawingml/2006/main">
            <a:srgbClr val="CD707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82E0A64F-9786-4070-9AEB-A49F7B77B783}"/>
              </a:ext>
            </a:extLst>
          </p:cNvPr>
          <p:cNvSpPr>
            <a:spLocks xmlns:a="http://schemas.openxmlformats.org/drawingml/2006/main" noGrp="1"/>
          </p:cNvSpPr>
          <p:nvPr/>
        </p:nvSpPr>
        <p:spPr>
          <a:xfrm xmlns:a="http://schemas.openxmlformats.org/drawingml/2006/main">
            <a:off x="46577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920D2857-C570-4936-8871-BA9948DD5433}"/>
              </a:ext>
            </a:extLst>
          </p:cNvPr>
          <p:cNvSpPr>
            <a:spLocks xmlns:a="http://schemas.openxmlformats.org/drawingml/2006/main" noGrp="1"/>
          </p:cNvSpPr>
          <p:nvPr/>
        </p:nvSpPr>
        <p:spPr>
          <a:xfrm xmlns:a="http://schemas.openxmlformats.org/drawingml/2006/main">
            <a:off x="762000" y="2828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
            <a:extLst xmlns:a="http://schemas.openxmlformats.org/drawingml/2006/main">
              <a:ext uri="{FF2B5EF4-FFF2-40B4-BE49-F238E27FC236}">
                <a16:creationId xmlns:a16="http://schemas.microsoft.com/office/drawing/2014/main" id="{82677B14-7428-4117-924B-94016FAFB8F8}"/>
              </a:ext>
            </a:extLst>
          </p:cNvPr>
          <p:cNvSpPr>
            <a:spLocks xmlns:a="http://schemas.openxmlformats.org/drawingml/2006/main" noGrp="1"/>
          </p:cNvSpPr>
          <p:nvPr/>
        </p:nvSpPr>
        <p:spPr>
          <a:xfrm xmlns:a="http://schemas.openxmlformats.org/drawingml/2006/main">
            <a:off x="22574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Dia</a:t>
            </a:r>
          </a:p>
        </p:txBody>
      </p:sp>
      <p:sp>
        <p:nvSpPr>
          <p:cNvPr id="25" name="Spearman diameter length">
            <a:extLst xmlns:a="http://schemas.openxmlformats.org/drawingml/2006/main">
              <a:ext uri="{FF2B5EF4-FFF2-40B4-BE49-F238E27FC236}">
                <a16:creationId xmlns:a16="http://schemas.microsoft.com/office/drawing/2014/main" id="{544F51FD-00F1-49AF-BD37-20C1573EED9F}"/>
              </a:ext>
            </a:extLst>
          </p:cNvPr>
          <p:cNvSpPr>
            <a:spLocks xmlns:a="http://schemas.openxmlformats.org/drawingml/2006/main" noGrp="1"/>
          </p:cNvSpPr>
          <p:nvPr/>
        </p:nvSpPr>
        <p:spPr>
          <a:xfrm xmlns:a="http://schemas.openxmlformats.org/drawingml/2006/main">
            <a:off x="1857375" y="2733675"/>
            <a:ext cx="400050" cy="400050"/>
          </a:xfrm>
          <a:prstGeom xmlns:a="http://schemas.openxmlformats.org/drawingml/2006/main" prst="rect">
            <a:avLst/>
          </a:prstGeom>
          <a:solidFill xmlns:a="http://schemas.openxmlformats.org/drawingml/2006/main">
            <a:srgbClr val="B31C2E"/>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61767D5B-4BF1-48DB-AC46-CF1D3E16F022}"/>
              </a:ext>
            </a:extLst>
          </p:cNvPr>
          <p:cNvSpPr>
            <a:spLocks xmlns:a="http://schemas.openxmlformats.org/drawingml/2006/main" noGrp="1"/>
          </p:cNvSpPr>
          <p:nvPr/>
        </p:nvSpPr>
        <p:spPr>
          <a:xfrm xmlns:a="http://schemas.openxmlformats.org/drawingml/2006/main">
            <a:off x="18573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9A91067A-F95A-4CFF-91AA-462559A16984}"/>
              </a:ext>
            </a:extLst>
          </p:cNvPr>
          <p:cNvSpPr>
            <a:spLocks xmlns:a="http://schemas.openxmlformats.org/drawingml/2006/main" noGrp="1"/>
          </p:cNvSpPr>
          <p:nvPr/>
        </p:nvSpPr>
        <p:spPr>
          <a:xfrm xmlns:a="http://schemas.openxmlformats.org/drawingml/2006/main">
            <a:off x="2257425" y="27336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38D0D68E-2C53-43B5-9BD4-8C82596389D6}"/>
              </a:ext>
            </a:extLst>
          </p:cNvPr>
          <p:cNvSpPr>
            <a:spLocks xmlns:a="http://schemas.openxmlformats.org/drawingml/2006/main" noGrp="1"/>
          </p:cNvSpPr>
          <p:nvPr/>
        </p:nvSpPr>
        <p:spPr>
          <a:xfrm xmlns:a="http://schemas.openxmlformats.org/drawingml/2006/main">
            <a:off x="22574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18E750AE-B7FE-4BCA-98A3-59EA35A3507B}"/>
              </a:ext>
            </a:extLst>
          </p:cNvPr>
          <p:cNvSpPr>
            <a:spLocks xmlns:a="http://schemas.openxmlformats.org/drawingml/2006/main" noGrp="1"/>
          </p:cNvSpPr>
          <p:nvPr/>
        </p:nvSpPr>
        <p:spPr>
          <a:xfrm xmlns:a="http://schemas.openxmlformats.org/drawingml/2006/main">
            <a:off x="2657475" y="2733675"/>
            <a:ext cx="400050" cy="400050"/>
          </a:xfrm>
          <a:prstGeom xmlns:a="http://schemas.openxmlformats.org/drawingml/2006/main" prst="rect">
            <a:avLst/>
          </a:prstGeom>
          <a:solidFill xmlns:a="http://schemas.openxmlformats.org/drawingml/2006/main">
            <a:srgbClr val="B92F40"/>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202C073F-221E-4EF0-9012-38D388E22162}"/>
              </a:ext>
            </a:extLst>
          </p:cNvPr>
          <p:cNvSpPr>
            <a:spLocks xmlns:a="http://schemas.openxmlformats.org/drawingml/2006/main" noGrp="1"/>
          </p:cNvSpPr>
          <p:nvPr/>
        </p:nvSpPr>
        <p:spPr>
          <a:xfrm xmlns:a="http://schemas.openxmlformats.org/drawingml/2006/main">
            <a:off x="26574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5FB7F41E-070F-4011-A249-113054265B06}"/>
              </a:ext>
            </a:extLst>
          </p:cNvPr>
          <p:cNvSpPr>
            <a:spLocks xmlns:a="http://schemas.openxmlformats.org/drawingml/2006/main" noGrp="1"/>
          </p:cNvSpPr>
          <p:nvPr/>
        </p:nvSpPr>
        <p:spPr>
          <a:xfrm xmlns:a="http://schemas.openxmlformats.org/drawingml/2006/main">
            <a:off x="3057525" y="27336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7FC0351C-8A3E-4A3F-B913-A4B4D0B734AB}"/>
              </a:ext>
            </a:extLst>
          </p:cNvPr>
          <p:cNvSpPr>
            <a:spLocks xmlns:a="http://schemas.openxmlformats.org/drawingml/2006/main" noGrp="1"/>
          </p:cNvSpPr>
          <p:nvPr/>
        </p:nvSpPr>
        <p:spPr>
          <a:xfrm xmlns:a="http://schemas.openxmlformats.org/drawingml/2006/main">
            <a:off x="30575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10033AE7-4F90-48A6-938E-826DE0A9C0A7}"/>
              </a:ext>
            </a:extLst>
          </p:cNvPr>
          <p:cNvSpPr>
            <a:spLocks xmlns:a="http://schemas.openxmlformats.org/drawingml/2006/main" noGrp="1"/>
          </p:cNvSpPr>
          <p:nvPr/>
        </p:nvSpPr>
        <p:spPr>
          <a:xfrm xmlns:a="http://schemas.openxmlformats.org/drawingml/2006/main">
            <a:off x="3457575" y="273367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34FAAEC1-2B8C-414A-9F94-2451902B77E1}"/>
              </a:ext>
            </a:extLst>
          </p:cNvPr>
          <p:cNvSpPr>
            <a:spLocks xmlns:a="http://schemas.openxmlformats.org/drawingml/2006/main" noGrp="1"/>
          </p:cNvSpPr>
          <p:nvPr/>
        </p:nvSpPr>
        <p:spPr>
          <a:xfrm xmlns:a="http://schemas.openxmlformats.org/drawingml/2006/main">
            <a:off x="34575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B8122C7D-B88B-40CC-B00C-CE8C594B1A62}"/>
              </a:ext>
            </a:extLst>
          </p:cNvPr>
          <p:cNvSpPr>
            <a:spLocks xmlns:a="http://schemas.openxmlformats.org/drawingml/2006/main" noGrp="1"/>
          </p:cNvSpPr>
          <p:nvPr/>
        </p:nvSpPr>
        <p:spPr>
          <a:xfrm xmlns:a="http://schemas.openxmlformats.org/drawingml/2006/main">
            <a:off x="3857625" y="27336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CF45009F-9E59-4593-9793-2ACA2D95925F}"/>
              </a:ext>
            </a:extLst>
          </p:cNvPr>
          <p:cNvSpPr>
            <a:spLocks xmlns:a="http://schemas.openxmlformats.org/drawingml/2006/main" noGrp="1"/>
          </p:cNvSpPr>
          <p:nvPr/>
        </p:nvSpPr>
        <p:spPr>
          <a:xfrm xmlns:a="http://schemas.openxmlformats.org/drawingml/2006/main">
            <a:off x="38576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3276B6CB-3C01-4483-AC56-2EBD3430FE21}"/>
              </a:ext>
            </a:extLst>
          </p:cNvPr>
          <p:cNvSpPr>
            <a:spLocks xmlns:a="http://schemas.openxmlformats.org/drawingml/2006/main" noGrp="1"/>
          </p:cNvSpPr>
          <p:nvPr/>
        </p:nvSpPr>
        <p:spPr>
          <a:xfrm xmlns:a="http://schemas.openxmlformats.org/drawingml/2006/main">
            <a:off x="4257675" y="273367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7B5FB3E3-095F-4690-933F-1A7BE78E51CE}"/>
              </a:ext>
            </a:extLst>
          </p:cNvPr>
          <p:cNvSpPr>
            <a:spLocks xmlns:a="http://schemas.openxmlformats.org/drawingml/2006/main" noGrp="1"/>
          </p:cNvSpPr>
          <p:nvPr/>
        </p:nvSpPr>
        <p:spPr>
          <a:xfrm xmlns:a="http://schemas.openxmlformats.org/drawingml/2006/main">
            <a:off x="42576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A24DEAA7-C50A-4BAC-B9D2-DF0AD29EB737}"/>
              </a:ext>
            </a:extLst>
          </p:cNvPr>
          <p:cNvSpPr>
            <a:spLocks xmlns:a="http://schemas.openxmlformats.org/drawingml/2006/main" noGrp="1"/>
          </p:cNvSpPr>
          <p:nvPr/>
        </p:nvSpPr>
        <p:spPr>
          <a:xfrm xmlns:a="http://schemas.openxmlformats.org/drawingml/2006/main">
            <a:off x="4657725" y="2733675"/>
            <a:ext cx="400050" cy="400050"/>
          </a:xfrm>
          <a:prstGeom xmlns:a="http://schemas.openxmlformats.org/drawingml/2006/main" prst="rect">
            <a:avLst/>
          </a:prstGeom>
          <a:solidFill xmlns:a="http://schemas.openxmlformats.org/drawingml/2006/main">
            <a:srgbClr val="CC6C77"/>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62B20AE1-574E-407A-BFF7-15616AAB29B9}"/>
              </a:ext>
            </a:extLst>
          </p:cNvPr>
          <p:cNvSpPr>
            <a:spLocks xmlns:a="http://schemas.openxmlformats.org/drawingml/2006/main" noGrp="1"/>
          </p:cNvSpPr>
          <p:nvPr/>
        </p:nvSpPr>
        <p:spPr>
          <a:xfrm xmlns:a="http://schemas.openxmlformats.org/drawingml/2006/main">
            <a:off x="46577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4EA9B1F5-8126-444F-AD37-51A280A936C8}"/>
              </a:ext>
            </a:extLst>
          </p:cNvPr>
          <p:cNvSpPr>
            <a:spLocks xmlns:a="http://schemas.openxmlformats.org/drawingml/2006/main" noGrp="1"/>
          </p:cNvSpPr>
          <p:nvPr/>
        </p:nvSpPr>
        <p:spPr>
          <a:xfrm xmlns:a="http://schemas.openxmlformats.org/drawingml/2006/main">
            <a:off x="762000" y="3228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gt">
            <a:extLst xmlns:a="http://schemas.openxmlformats.org/drawingml/2006/main">
              <a:ext uri="{FF2B5EF4-FFF2-40B4-BE49-F238E27FC236}">
                <a16:creationId xmlns:a16="http://schemas.microsoft.com/office/drawing/2014/main" id="{1AA842CC-0AB8-45DC-8804-96C9707ED8E4}"/>
              </a:ext>
            </a:extLst>
          </p:cNvPr>
          <p:cNvSpPr>
            <a:spLocks xmlns:a="http://schemas.openxmlformats.org/drawingml/2006/main" noGrp="1"/>
          </p:cNvSpPr>
          <p:nvPr/>
        </p:nvSpPr>
        <p:spPr>
          <a:xfrm xmlns:a="http://schemas.openxmlformats.org/drawingml/2006/main">
            <a:off x="26574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Hgt</a:t>
            </a:r>
          </a:p>
        </p:txBody>
      </p:sp>
      <p:sp>
        <p:nvSpPr>
          <p:cNvPr id="43" name="Spearman height length">
            <a:extLst xmlns:a="http://schemas.openxmlformats.org/drawingml/2006/main">
              <a:ext uri="{FF2B5EF4-FFF2-40B4-BE49-F238E27FC236}">
                <a16:creationId xmlns:a16="http://schemas.microsoft.com/office/drawing/2014/main" id="{2AFCB13D-6A41-49DC-9D3F-CF0E9248F840}"/>
              </a:ext>
            </a:extLst>
          </p:cNvPr>
          <p:cNvSpPr>
            <a:spLocks xmlns:a="http://schemas.openxmlformats.org/drawingml/2006/main" noGrp="1"/>
          </p:cNvSpPr>
          <p:nvPr/>
        </p:nvSpPr>
        <p:spPr>
          <a:xfrm xmlns:a="http://schemas.openxmlformats.org/drawingml/2006/main">
            <a:off x="1857375" y="3133725"/>
            <a:ext cx="400050" cy="400050"/>
          </a:xfrm>
          <a:prstGeom xmlns:a="http://schemas.openxmlformats.org/drawingml/2006/main" prst="rect">
            <a:avLst/>
          </a:prstGeom>
          <a:solidFill xmlns:a="http://schemas.openxmlformats.org/drawingml/2006/main">
            <a:srgbClr val="BA3142"/>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0C1A18CB-AA72-48AC-9A2F-DD6C3E92FF64}"/>
              </a:ext>
            </a:extLst>
          </p:cNvPr>
          <p:cNvSpPr>
            <a:spLocks xmlns:a="http://schemas.openxmlformats.org/drawingml/2006/main" noGrp="1"/>
          </p:cNvSpPr>
          <p:nvPr/>
        </p:nvSpPr>
        <p:spPr>
          <a:xfrm xmlns:a="http://schemas.openxmlformats.org/drawingml/2006/main">
            <a:off x="18573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B77E8AA2-14D6-4771-B018-10D2F113D299}"/>
              </a:ext>
            </a:extLst>
          </p:cNvPr>
          <p:cNvSpPr>
            <a:spLocks xmlns:a="http://schemas.openxmlformats.org/drawingml/2006/main" noGrp="1"/>
          </p:cNvSpPr>
          <p:nvPr/>
        </p:nvSpPr>
        <p:spPr>
          <a:xfrm xmlns:a="http://schemas.openxmlformats.org/drawingml/2006/main">
            <a:off x="2257425" y="3133725"/>
            <a:ext cx="400050" cy="400050"/>
          </a:xfrm>
          <a:prstGeom xmlns:a="http://schemas.openxmlformats.org/drawingml/2006/main" prst="rect">
            <a:avLst/>
          </a:prstGeom>
          <a:solidFill xmlns:a="http://schemas.openxmlformats.org/drawingml/2006/main">
            <a:srgbClr val="B92F40"/>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AA055C42-2548-4B33-A250-757497B410FE}"/>
              </a:ext>
            </a:extLst>
          </p:cNvPr>
          <p:cNvSpPr>
            <a:spLocks xmlns:a="http://schemas.openxmlformats.org/drawingml/2006/main" noGrp="1"/>
          </p:cNvSpPr>
          <p:nvPr/>
        </p:nvSpPr>
        <p:spPr>
          <a:xfrm xmlns:a="http://schemas.openxmlformats.org/drawingml/2006/main">
            <a:off x="22574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7BC201BE-422B-4CA6-ABDD-8F812A693A3E}"/>
              </a:ext>
            </a:extLst>
          </p:cNvPr>
          <p:cNvSpPr>
            <a:spLocks xmlns:a="http://schemas.openxmlformats.org/drawingml/2006/main" noGrp="1"/>
          </p:cNvSpPr>
          <p:nvPr/>
        </p:nvSpPr>
        <p:spPr>
          <a:xfrm xmlns:a="http://schemas.openxmlformats.org/drawingml/2006/main">
            <a:off x="2657475" y="31337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385D5FEE-DFF4-431D-98E7-090473A83F3D}"/>
              </a:ext>
            </a:extLst>
          </p:cNvPr>
          <p:cNvSpPr>
            <a:spLocks xmlns:a="http://schemas.openxmlformats.org/drawingml/2006/main" noGrp="1"/>
          </p:cNvSpPr>
          <p:nvPr/>
        </p:nvSpPr>
        <p:spPr>
          <a:xfrm xmlns:a="http://schemas.openxmlformats.org/drawingml/2006/main">
            <a:off x="26574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41613071-3467-44AE-A08C-3CC6CAE8C384}"/>
              </a:ext>
            </a:extLst>
          </p:cNvPr>
          <p:cNvSpPr>
            <a:spLocks xmlns:a="http://schemas.openxmlformats.org/drawingml/2006/main" noGrp="1"/>
          </p:cNvSpPr>
          <p:nvPr/>
        </p:nvSpPr>
        <p:spPr>
          <a:xfrm xmlns:a="http://schemas.openxmlformats.org/drawingml/2006/main">
            <a:off x="3057525" y="3133725"/>
            <a:ext cx="400050" cy="400050"/>
          </a:xfrm>
          <a:prstGeom xmlns:a="http://schemas.openxmlformats.org/drawingml/2006/main" prst="rect">
            <a:avLst/>
          </a:prstGeom>
          <a:solidFill xmlns:a="http://schemas.openxmlformats.org/drawingml/2006/main">
            <a:srgbClr val="B82B3C"/>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E8FFB449-19F2-4317-96DC-552B03C73AAA}"/>
              </a:ext>
            </a:extLst>
          </p:cNvPr>
          <p:cNvSpPr>
            <a:spLocks xmlns:a="http://schemas.openxmlformats.org/drawingml/2006/main" noGrp="1"/>
          </p:cNvSpPr>
          <p:nvPr/>
        </p:nvSpPr>
        <p:spPr>
          <a:xfrm xmlns:a="http://schemas.openxmlformats.org/drawingml/2006/main">
            <a:off x="30575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7A1931F1-CEF9-45A7-A166-7BBC900747BC}"/>
              </a:ext>
            </a:extLst>
          </p:cNvPr>
          <p:cNvSpPr>
            <a:spLocks xmlns:a="http://schemas.openxmlformats.org/drawingml/2006/main" noGrp="1"/>
          </p:cNvSpPr>
          <p:nvPr/>
        </p:nvSpPr>
        <p:spPr>
          <a:xfrm xmlns:a="http://schemas.openxmlformats.org/drawingml/2006/main">
            <a:off x="3457575" y="3133725"/>
            <a:ext cx="400050" cy="400050"/>
          </a:xfrm>
          <a:prstGeom xmlns:a="http://schemas.openxmlformats.org/drawingml/2006/main" prst="rect">
            <a:avLst/>
          </a:prstGeom>
          <a:solidFill xmlns:a="http://schemas.openxmlformats.org/drawingml/2006/main">
            <a:srgbClr val="BB3444"/>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9255F671-A557-4E74-904A-BA0D33A036E2}"/>
              </a:ext>
            </a:extLst>
          </p:cNvPr>
          <p:cNvSpPr>
            <a:spLocks xmlns:a="http://schemas.openxmlformats.org/drawingml/2006/main" noGrp="1"/>
          </p:cNvSpPr>
          <p:nvPr/>
        </p:nvSpPr>
        <p:spPr>
          <a:xfrm xmlns:a="http://schemas.openxmlformats.org/drawingml/2006/main">
            <a:off x="34575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5EF0AC9C-C067-449E-8B02-E84BF9728525}"/>
              </a:ext>
            </a:extLst>
          </p:cNvPr>
          <p:cNvSpPr>
            <a:spLocks xmlns:a="http://schemas.openxmlformats.org/drawingml/2006/main" noGrp="1"/>
          </p:cNvSpPr>
          <p:nvPr/>
        </p:nvSpPr>
        <p:spPr>
          <a:xfrm xmlns:a="http://schemas.openxmlformats.org/drawingml/2006/main">
            <a:off x="3857625" y="3133725"/>
            <a:ext cx="400050" cy="400050"/>
          </a:xfrm>
          <a:prstGeom xmlns:a="http://schemas.openxmlformats.org/drawingml/2006/main" prst="rect">
            <a:avLst/>
          </a:prstGeom>
          <a:solidFill xmlns:a="http://schemas.openxmlformats.org/drawingml/2006/main">
            <a:srgbClr val="B92E3F"/>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F3FDBA67-4CC1-40AF-8279-95EFDA8D7827}"/>
              </a:ext>
            </a:extLst>
          </p:cNvPr>
          <p:cNvSpPr>
            <a:spLocks xmlns:a="http://schemas.openxmlformats.org/drawingml/2006/main" noGrp="1"/>
          </p:cNvSpPr>
          <p:nvPr/>
        </p:nvSpPr>
        <p:spPr>
          <a:xfrm xmlns:a="http://schemas.openxmlformats.org/drawingml/2006/main">
            <a:off x="38576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DE3D155F-E1C7-4753-9AAB-7D4B46CE8BAE}"/>
              </a:ext>
            </a:extLst>
          </p:cNvPr>
          <p:cNvSpPr>
            <a:spLocks xmlns:a="http://schemas.openxmlformats.org/drawingml/2006/main" noGrp="1"/>
          </p:cNvSpPr>
          <p:nvPr/>
        </p:nvSpPr>
        <p:spPr>
          <a:xfrm xmlns:a="http://schemas.openxmlformats.org/drawingml/2006/main">
            <a:off x="4257675" y="3133725"/>
            <a:ext cx="400050" cy="400050"/>
          </a:xfrm>
          <a:prstGeom xmlns:a="http://schemas.openxmlformats.org/drawingml/2006/main" prst="rect">
            <a:avLst/>
          </a:prstGeom>
          <a:solidFill xmlns:a="http://schemas.openxmlformats.org/drawingml/2006/main">
            <a:srgbClr val="B72A3B"/>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86C12958-FABC-4489-AE42-4B8592E0C6D3}"/>
              </a:ext>
            </a:extLst>
          </p:cNvPr>
          <p:cNvSpPr>
            <a:spLocks xmlns:a="http://schemas.openxmlformats.org/drawingml/2006/main" noGrp="1"/>
          </p:cNvSpPr>
          <p:nvPr/>
        </p:nvSpPr>
        <p:spPr>
          <a:xfrm xmlns:a="http://schemas.openxmlformats.org/drawingml/2006/main">
            <a:off x="42576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F2658093-3F0E-4E1B-902E-1BD89B37AA6E}"/>
              </a:ext>
            </a:extLst>
          </p:cNvPr>
          <p:cNvSpPr>
            <a:spLocks xmlns:a="http://schemas.openxmlformats.org/drawingml/2006/main" noGrp="1"/>
          </p:cNvSpPr>
          <p:nvPr/>
        </p:nvSpPr>
        <p:spPr>
          <a:xfrm xmlns:a="http://schemas.openxmlformats.org/drawingml/2006/main">
            <a:off x="4657725" y="3133725"/>
            <a:ext cx="400050" cy="400050"/>
          </a:xfrm>
          <a:prstGeom xmlns:a="http://schemas.openxmlformats.org/drawingml/2006/main" prst="rect">
            <a:avLst/>
          </a:prstGeom>
          <a:solidFill xmlns:a="http://schemas.openxmlformats.org/drawingml/2006/main">
            <a:srgbClr val="CA6572"/>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7A310C3F-74D5-4E41-9147-DB70613B3386}"/>
              </a:ext>
            </a:extLst>
          </p:cNvPr>
          <p:cNvSpPr>
            <a:spLocks xmlns:a="http://schemas.openxmlformats.org/drawingml/2006/main" noGrp="1"/>
          </p:cNvSpPr>
          <p:nvPr/>
        </p:nvSpPr>
        <p:spPr>
          <a:xfrm xmlns:a="http://schemas.openxmlformats.org/drawingml/2006/main">
            <a:off x="46577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1C6FA83D-1AFD-42F2-8E43-646870F42FF8}"/>
              </a:ext>
            </a:extLst>
          </p:cNvPr>
          <p:cNvSpPr>
            <a:spLocks xmlns:a="http://schemas.openxmlformats.org/drawingml/2006/main" noGrp="1"/>
          </p:cNvSpPr>
          <p:nvPr/>
        </p:nvSpPr>
        <p:spPr>
          <a:xfrm xmlns:a="http://schemas.openxmlformats.org/drawingml/2006/main">
            <a:off x="762000" y="36290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7C318F67-D94C-4DF3-9C85-9DF87202A4BB}"/>
              </a:ext>
            </a:extLst>
          </p:cNvPr>
          <p:cNvSpPr>
            <a:spLocks xmlns:a="http://schemas.openxmlformats.org/drawingml/2006/main" noGrp="1"/>
          </p:cNvSpPr>
          <p:nvPr/>
        </p:nvSpPr>
        <p:spPr>
          <a:xfrm xmlns:a="http://schemas.openxmlformats.org/drawingml/2006/main">
            <a:off x="30575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B35A74D9-2949-4764-82EE-2F7A7EDE6068}"/>
              </a:ext>
            </a:extLst>
          </p:cNvPr>
          <p:cNvSpPr>
            <a:spLocks xmlns:a="http://schemas.openxmlformats.org/drawingml/2006/main" noGrp="1"/>
          </p:cNvSpPr>
          <p:nvPr/>
        </p:nvSpPr>
        <p:spPr>
          <a:xfrm xmlns:a="http://schemas.openxmlformats.org/drawingml/2006/main">
            <a:off x="1857375" y="35337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39599804-7EFF-453C-88DF-955917CA6985}"/>
              </a:ext>
            </a:extLst>
          </p:cNvPr>
          <p:cNvSpPr>
            <a:spLocks xmlns:a="http://schemas.openxmlformats.org/drawingml/2006/main" noGrp="1"/>
          </p:cNvSpPr>
          <p:nvPr/>
        </p:nvSpPr>
        <p:spPr>
          <a:xfrm xmlns:a="http://schemas.openxmlformats.org/drawingml/2006/main">
            <a:off x="18573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64415626-D8D8-4E1D-9FF3-645A84D2C70E}"/>
              </a:ext>
            </a:extLst>
          </p:cNvPr>
          <p:cNvSpPr>
            <a:spLocks xmlns:a="http://schemas.openxmlformats.org/drawingml/2006/main" noGrp="1"/>
          </p:cNvSpPr>
          <p:nvPr/>
        </p:nvSpPr>
        <p:spPr>
          <a:xfrm xmlns:a="http://schemas.openxmlformats.org/drawingml/2006/main">
            <a:off x="2257425" y="35337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BF23BEB2-DD87-46F1-9FCF-EBC9B57EB4C8}"/>
              </a:ext>
            </a:extLst>
          </p:cNvPr>
          <p:cNvSpPr>
            <a:spLocks xmlns:a="http://schemas.openxmlformats.org/drawingml/2006/main" noGrp="1"/>
          </p:cNvSpPr>
          <p:nvPr/>
        </p:nvSpPr>
        <p:spPr>
          <a:xfrm xmlns:a="http://schemas.openxmlformats.org/drawingml/2006/main">
            <a:off x="22574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C34EDF5F-987F-4C55-9C11-0F1597DAF1D8}"/>
              </a:ext>
            </a:extLst>
          </p:cNvPr>
          <p:cNvSpPr>
            <a:spLocks xmlns:a="http://schemas.openxmlformats.org/drawingml/2006/main" noGrp="1"/>
          </p:cNvSpPr>
          <p:nvPr/>
        </p:nvSpPr>
        <p:spPr>
          <a:xfrm xmlns:a="http://schemas.openxmlformats.org/drawingml/2006/main">
            <a:off x="2657475" y="3533775"/>
            <a:ext cx="400050" cy="400050"/>
          </a:xfrm>
          <a:prstGeom xmlns:a="http://schemas.openxmlformats.org/drawingml/2006/main" prst="rect">
            <a:avLst/>
          </a:prstGeom>
          <a:solidFill xmlns:a="http://schemas.openxmlformats.org/drawingml/2006/main">
            <a:srgbClr val="B82B3C"/>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F76890DF-23BF-4197-AA3E-5FBB7D18839C}"/>
              </a:ext>
            </a:extLst>
          </p:cNvPr>
          <p:cNvSpPr>
            <a:spLocks xmlns:a="http://schemas.openxmlformats.org/drawingml/2006/main" noGrp="1"/>
          </p:cNvSpPr>
          <p:nvPr/>
        </p:nvSpPr>
        <p:spPr>
          <a:xfrm xmlns:a="http://schemas.openxmlformats.org/drawingml/2006/main">
            <a:off x="26574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9F18469D-A19F-4DD3-8FF7-734E022111EB}"/>
              </a:ext>
            </a:extLst>
          </p:cNvPr>
          <p:cNvSpPr>
            <a:spLocks xmlns:a="http://schemas.openxmlformats.org/drawingml/2006/main" noGrp="1"/>
          </p:cNvSpPr>
          <p:nvPr/>
        </p:nvSpPr>
        <p:spPr>
          <a:xfrm xmlns:a="http://schemas.openxmlformats.org/drawingml/2006/main">
            <a:off x="3057525" y="35337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780B6F81-1A52-4BBD-8430-059A1F28861C}"/>
              </a:ext>
            </a:extLst>
          </p:cNvPr>
          <p:cNvSpPr>
            <a:spLocks xmlns:a="http://schemas.openxmlformats.org/drawingml/2006/main" noGrp="1"/>
          </p:cNvSpPr>
          <p:nvPr/>
        </p:nvSpPr>
        <p:spPr>
          <a:xfrm xmlns:a="http://schemas.openxmlformats.org/drawingml/2006/main">
            <a:off x="30575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F62A1E1B-F987-4FA1-969D-7EE5CF885655}"/>
              </a:ext>
            </a:extLst>
          </p:cNvPr>
          <p:cNvSpPr>
            <a:spLocks xmlns:a="http://schemas.openxmlformats.org/drawingml/2006/main" noGrp="1"/>
          </p:cNvSpPr>
          <p:nvPr/>
        </p:nvSpPr>
        <p:spPr>
          <a:xfrm xmlns:a="http://schemas.openxmlformats.org/drawingml/2006/main">
            <a:off x="3457575" y="3533775"/>
            <a:ext cx="400050" cy="400050"/>
          </a:xfrm>
          <a:prstGeom xmlns:a="http://schemas.openxmlformats.org/drawingml/2006/main" prst="rect">
            <a:avLst/>
          </a:prstGeom>
          <a:solidFill xmlns:a="http://schemas.openxmlformats.org/drawingml/2006/main">
            <a:srgbClr val="B41D30"/>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92406FC9-3042-4934-81B8-CE319D5B50E7}"/>
              </a:ext>
            </a:extLst>
          </p:cNvPr>
          <p:cNvSpPr>
            <a:spLocks xmlns:a="http://schemas.openxmlformats.org/drawingml/2006/main" noGrp="1"/>
          </p:cNvSpPr>
          <p:nvPr/>
        </p:nvSpPr>
        <p:spPr>
          <a:xfrm xmlns:a="http://schemas.openxmlformats.org/drawingml/2006/main">
            <a:off x="34575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8A9461EB-5450-4606-A176-EFC977B57008}"/>
              </a:ext>
            </a:extLst>
          </p:cNvPr>
          <p:cNvSpPr>
            <a:spLocks xmlns:a="http://schemas.openxmlformats.org/drawingml/2006/main" noGrp="1"/>
          </p:cNvSpPr>
          <p:nvPr/>
        </p:nvSpPr>
        <p:spPr>
          <a:xfrm xmlns:a="http://schemas.openxmlformats.org/drawingml/2006/main">
            <a:off x="3857625" y="3533775"/>
            <a:ext cx="400050" cy="400050"/>
          </a:xfrm>
          <a:prstGeom xmlns:a="http://schemas.openxmlformats.org/drawingml/2006/main" prst="rect">
            <a:avLst/>
          </a:prstGeom>
          <a:solidFill xmlns:a="http://schemas.openxmlformats.org/drawingml/2006/main">
            <a:srgbClr val="B41E30"/>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0D7C28E1-2C03-48FA-80BD-BBA7C99B8ECD}"/>
              </a:ext>
            </a:extLst>
          </p:cNvPr>
          <p:cNvSpPr>
            <a:spLocks xmlns:a="http://schemas.openxmlformats.org/drawingml/2006/main" noGrp="1"/>
          </p:cNvSpPr>
          <p:nvPr/>
        </p:nvSpPr>
        <p:spPr>
          <a:xfrm xmlns:a="http://schemas.openxmlformats.org/drawingml/2006/main">
            <a:off x="38576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602F8713-7FE7-4975-90D0-55A251A32F63}"/>
              </a:ext>
            </a:extLst>
          </p:cNvPr>
          <p:cNvSpPr>
            <a:spLocks xmlns:a="http://schemas.openxmlformats.org/drawingml/2006/main" noGrp="1"/>
          </p:cNvSpPr>
          <p:nvPr/>
        </p:nvSpPr>
        <p:spPr>
          <a:xfrm xmlns:a="http://schemas.openxmlformats.org/drawingml/2006/main">
            <a:off x="4257675" y="3533775"/>
            <a:ext cx="400050" cy="400050"/>
          </a:xfrm>
          <a:prstGeom xmlns:a="http://schemas.openxmlformats.org/drawingml/2006/main" prst="rect">
            <a:avLst/>
          </a:prstGeom>
          <a:solidFill xmlns:a="http://schemas.openxmlformats.org/drawingml/2006/main">
            <a:srgbClr val="B41F31"/>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1371B2FC-7C83-4CD0-9BC4-61D130499896}"/>
              </a:ext>
            </a:extLst>
          </p:cNvPr>
          <p:cNvSpPr>
            <a:spLocks xmlns:a="http://schemas.openxmlformats.org/drawingml/2006/main" noGrp="1"/>
          </p:cNvSpPr>
          <p:nvPr/>
        </p:nvSpPr>
        <p:spPr>
          <a:xfrm xmlns:a="http://schemas.openxmlformats.org/drawingml/2006/main">
            <a:off x="42576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583C9A64-D29E-4ACF-BE66-14B7AF75B9ED}"/>
              </a:ext>
            </a:extLst>
          </p:cNvPr>
          <p:cNvSpPr>
            <a:spLocks xmlns:a="http://schemas.openxmlformats.org/drawingml/2006/main" noGrp="1"/>
          </p:cNvSpPr>
          <p:nvPr/>
        </p:nvSpPr>
        <p:spPr>
          <a:xfrm xmlns:a="http://schemas.openxmlformats.org/drawingml/2006/main">
            <a:off x="4657725" y="3533775"/>
            <a:ext cx="400050" cy="400050"/>
          </a:xfrm>
          <a:prstGeom xmlns:a="http://schemas.openxmlformats.org/drawingml/2006/main" prst="rect">
            <a:avLst/>
          </a:prstGeom>
          <a:solidFill xmlns:a="http://schemas.openxmlformats.org/drawingml/2006/main">
            <a:srgbClr val="CB6A76"/>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58257A95-B1ED-4D18-A38C-CD30DD9BC4FD}"/>
              </a:ext>
            </a:extLst>
          </p:cNvPr>
          <p:cNvSpPr>
            <a:spLocks xmlns:a="http://schemas.openxmlformats.org/drawingml/2006/main" noGrp="1"/>
          </p:cNvSpPr>
          <p:nvPr/>
        </p:nvSpPr>
        <p:spPr>
          <a:xfrm xmlns:a="http://schemas.openxmlformats.org/drawingml/2006/main">
            <a:off x="46577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28B27406-1C0F-42D9-83C3-E1F79BCB7898}"/>
              </a:ext>
            </a:extLst>
          </p:cNvPr>
          <p:cNvSpPr>
            <a:spLocks xmlns:a="http://schemas.openxmlformats.org/drawingml/2006/main" noGrp="1"/>
          </p:cNvSpPr>
          <p:nvPr/>
        </p:nvSpPr>
        <p:spPr>
          <a:xfrm xmlns:a="http://schemas.openxmlformats.org/drawingml/2006/main">
            <a:off x="762000" y="40290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
            <a:extLst xmlns:a="http://schemas.openxmlformats.org/drawingml/2006/main">
              <a:ext uri="{FF2B5EF4-FFF2-40B4-BE49-F238E27FC236}">
                <a16:creationId xmlns:a16="http://schemas.microsoft.com/office/drawing/2014/main" id="{DA59B43D-BC3E-4765-9F18-60F2E9D73874}"/>
              </a:ext>
            </a:extLst>
          </p:cNvPr>
          <p:cNvSpPr>
            <a:spLocks xmlns:a="http://schemas.openxmlformats.org/drawingml/2006/main" noGrp="1"/>
          </p:cNvSpPr>
          <p:nvPr/>
        </p:nvSpPr>
        <p:spPr>
          <a:xfrm xmlns:a="http://schemas.openxmlformats.org/drawingml/2006/main">
            <a:off x="34575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Shuck</a:t>
            </a:r>
          </a:p>
        </p:txBody>
      </p:sp>
      <p:sp>
        <p:nvSpPr>
          <p:cNvPr id="79" name="Spearman shucked_weight length">
            <a:extLst xmlns:a="http://schemas.openxmlformats.org/drawingml/2006/main">
              <a:ext uri="{FF2B5EF4-FFF2-40B4-BE49-F238E27FC236}">
                <a16:creationId xmlns:a16="http://schemas.microsoft.com/office/drawing/2014/main" id="{5FF1968A-8CD6-46EB-8D6D-2144F9D87E00}"/>
              </a:ext>
            </a:extLst>
          </p:cNvPr>
          <p:cNvSpPr>
            <a:spLocks xmlns:a="http://schemas.openxmlformats.org/drawingml/2006/main" noGrp="1"/>
          </p:cNvSpPr>
          <p:nvPr/>
        </p:nvSpPr>
        <p:spPr>
          <a:xfrm xmlns:a="http://schemas.openxmlformats.org/drawingml/2006/main">
            <a:off x="1857375" y="39338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8DF03E97-FB2B-4841-A17D-EC66573E5930}"/>
              </a:ext>
            </a:extLst>
          </p:cNvPr>
          <p:cNvSpPr>
            <a:spLocks xmlns:a="http://schemas.openxmlformats.org/drawingml/2006/main" noGrp="1"/>
          </p:cNvSpPr>
          <p:nvPr/>
        </p:nvSpPr>
        <p:spPr>
          <a:xfrm xmlns:a="http://schemas.openxmlformats.org/drawingml/2006/main">
            <a:off x="18573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5FC0B0BA-F472-4342-8A8A-6BF54EF79C7F}"/>
              </a:ext>
            </a:extLst>
          </p:cNvPr>
          <p:cNvSpPr>
            <a:spLocks xmlns:a="http://schemas.openxmlformats.org/drawingml/2006/main" noGrp="1"/>
          </p:cNvSpPr>
          <p:nvPr/>
        </p:nvSpPr>
        <p:spPr>
          <a:xfrm xmlns:a="http://schemas.openxmlformats.org/drawingml/2006/main">
            <a:off x="2257425" y="393382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CF79310D-B196-4B30-A6B7-6DFAF0639823}"/>
              </a:ext>
            </a:extLst>
          </p:cNvPr>
          <p:cNvSpPr>
            <a:spLocks xmlns:a="http://schemas.openxmlformats.org/drawingml/2006/main" noGrp="1"/>
          </p:cNvSpPr>
          <p:nvPr/>
        </p:nvSpPr>
        <p:spPr>
          <a:xfrm xmlns:a="http://schemas.openxmlformats.org/drawingml/2006/main">
            <a:off x="22574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86970EAC-FA79-45B7-8474-9D8865750FDE}"/>
              </a:ext>
            </a:extLst>
          </p:cNvPr>
          <p:cNvSpPr>
            <a:spLocks xmlns:a="http://schemas.openxmlformats.org/drawingml/2006/main" noGrp="1"/>
          </p:cNvSpPr>
          <p:nvPr/>
        </p:nvSpPr>
        <p:spPr>
          <a:xfrm xmlns:a="http://schemas.openxmlformats.org/drawingml/2006/main">
            <a:off x="2657475" y="3933825"/>
            <a:ext cx="400050" cy="400050"/>
          </a:xfrm>
          <a:prstGeom xmlns:a="http://schemas.openxmlformats.org/drawingml/2006/main" prst="rect">
            <a:avLst/>
          </a:prstGeom>
          <a:solidFill xmlns:a="http://schemas.openxmlformats.org/drawingml/2006/main">
            <a:srgbClr val="BB3444"/>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1341A73C-D55F-416F-BD0B-5567F540E098}"/>
              </a:ext>
            </a:extLst>
          </p:cNvPr>
          <p:cNvSpPr>
            <a:spLocks xmlns:a="http://schemas.openxmlformats.org/drawingml/2006/main" noGrp="1"/>
          </p:cNvSpPr>
          <p:nvPr/>
        </p:nvSpPr>
        <p:spPr>
          <a:xfrm xmlns:a="http://schemas.openxmlformats.org/drawingml/2006/main">
            <a:off x="26574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8EF588C3-6655-4F71-9F1C-2E5E4E60390F}"/>
              </a:ext>
            </a:extLst>
          </p:cNvPr>
          <p:cNvSpPr>
            <a:spLocks xmlns:a="http://schemas.openxmlformats.org/drawingml/2006/main" noGrp="1"/>
          </p:cNvSpPr>
          <p:nvPr/>
        </p:nvSpPr>
        <p:spPr>
          <a:xfrm xmlns:a="http://schemas.openxmlformats.org/drawingml/2006/main">
            <a:off x="3057525" y="3933825"/>
            <a:ext cx="400050" cy="400050"/>
          </a:xfrm>
          <a:prstGeom xmlns:a="http://schemas.openxmlformats.org/drawingml/2006/main" prst="rect">
            <a:avLst/>
          </a:prstGeom>
          <a:solidFill xmlns:a="http://schemas.openxmlformats.org/drawingml/2006/main">
            <a:srgbClr val="B41D30"/>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3FFC3188-EAF7-4587-A67D-92090487D991}"/>
              </a:ext>
            </a:extLst>
          </p:cNvPr>
          <p:cNvSpPr>
            <a:spLocks xmlns:a="http://schemas.openxmlformats.org/drawingml/2006/main" noGrp="1"/>
          </p:cNvSpPr>
          <p:nvPr/>
        </p:nvSpPr>
        <p:spPr>
          <a:xfrm xmlns:a="http://schemas.openxmlformats.org/drawingml/2006/main">
            <a:off x="30575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79214FFA-8FED-4E9A-8640-AF81C9B32F5F}"/>
              </a:ext>
            </a:extLst>
          </p:cNvPr>
          <p:cNvSpPr>
            <a:spLocks xmlns:a="http://schemas.openxmlformats.org/drawingml/2006/main" noGrp="1"/>
          </p:cNvSpPr>
          <p:nvPr/>
        </p:nvSpPr>
        <p:spPr>
          <a:xfrm xmlns:a="http://schemas.openxmlformats.org/drawingml/2006/main">
            <a:off x="3457575" y="39338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0F1D1A74-72F4-41E2-AD26-49FB62C520CF}"/>
              </a:ext>
            </a:extLst>
          </p:cNvPr>
          <p:cNvSpPr>
            <a:spLocks xmlns:a="http://schemas.openxmlformats.org/drawingml/2006/main" noGrp="1"/>
          </p:cNvSpPr>
          <p:nvPr/>
        </p:nvSpPr>
        <p:spPr>
          <a:xfrm xmlns:a="http://schemas.openxmlformats.org/drawingml/2006/main">
            <a:off x="34575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52A15774-EAE9-415E-B429-38D27563C9F8}"/>
              </a:ext>
            </a:extLst>
          </p:cNvPr>
          <p:cNvSpPr>
            <a:spLocks xmlns:a="http://schemas.openxmlformats.org/drawingml/2006/main" noGrp="1"/>
          </p:cNvSpPr>
          <p:nvPr/>
        </p:nvSpPr>
        <p:spPr>
          <a:xfrm xmlns:a="http://schemas.openxmlformats.org/drawingml/2006/main">
            <a:off x="3857625" y="39338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7C3816C7-9283-492D-A985-7BF70918B316}"/>
              </a:ext>
            </a:extLst>
          </p:cNvPr>
          <p:cNvSpPr>
            <a:spLocks xmlns:a="http://schemas.openxmlformats.org/drawingml/2006/main" noGrp="1"/>
          </p:cNvSpPr>
          <p:nvPr/>
        </p:nvSpPr>
        <p:spPr>
          <a:xfrm xmlns:a="http://schemas.openxmlformats.org/drawingml/2006/main">
            <a:off x="38576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257AD741-6096-4B67-A021-FE5580AD40BC}"/>
              </a:ext>
            </a:extLst>
          </p:cNvPr>
          <p:cNvSpPr>
            <a:spLocks xmlns:a="http://schemas.openxmlformats.org/drawingml/2006/main" noGrp="1"/>
          </p:cNvSpPr>
          <p:nvPr/>
        </p:nvSpPr>
        <p:spPr>
          <a:xfrm xmlns:a="http://schemas.openxmlformats.org/drawingml/2006/main">
            <a:off x="4257675" y="3933825"/>
            <a:ext cx="400050" cy="400050"/>
          </a:xfrm>
          <a:prstGeom xmlns:a="http://schemas.openxmlformats.org/drawingml/2006/main" prst="rect">
            <a:avLst/>
          </a:prstGeom>
          <a:solidFill xmlns:a="http://schemas.openxmlformats.org/drawingml/2006/main">
            <a:srgbClr val="B82A3C"/>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6B747D25-5CD2-4814-9F0B-EAF3D8D7D560}"/>
              </a:ext>
            </a:extLst>
          </p:cNvPr>
          <p:cNvSpPr>
            <a:spLocks xmlns:a="http://schemas.openxmlformats.org/drawingml/2006/main" noGrp="1"/>
          </p:cNvSpPr>
          <p:nvPr/>
        </p:nvSpPr>
        <p:spPr>
          <a:xfrm xmlns:a="http://schemas.openxmlformats.org/drawingml/2006/main">
            <a:off x="42576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FF9F1903-F0E1-4D1F-A8A3-7DF988AC39A9}"/>
              </a:ext>
            </a:extLst>
          </p:cNvPr>
          <p:cNvSpPr>
            <a:spLocks xmlns:a="http://schemas.openxmlformats.org/drawingml/2006/main" noGrp="1"/>
          </p:cNvSpPr>
          <p:nvPr/>
        </p:nvSpPr>
        <p:spPr>
          <a:xfrm xmlns:a="http://schemas.openxmlformats.org/drawingml/2006/main">
            <a:off x="4657725" y="3933825"/>
            <a:ext cx="400050" cy="400050"/>
          </a:xfrm>
          <a:prstGeom xmlns:a="http://schemas.openxmlformats.org/drawingml/2006/main" prst="rect">
            <a:avLst/>
          </a:prstGeom>
          <a:solidFill xmlns:a="http://schemas.openxmlformats.org/drawingml/2006/main">
            <a:srgbClr val="D27E89"/>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02763FFC-7B97-4607-A21E-E64D7E99B039}"/>
              </a:ext>
            </a:extLst>
          </p:cNvPr>
          <p:cNvSpPr>
            <a:spLocks xmlns:a="http://schemas.openxmlformats.org/drawingml/2006/main" noGrp="1"/>
          </p:cNvSpPr>
          <p:nvPr/>
        </p:nvSpPr>
        <p:spPr>
          <a:xfrm xmlns:a="http://schemas.openxmlformats.org/drawingml/2006/main">
            <a:off x="46577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F0832244-1AD8-47B2-9D11-41B86DC0407C}"/>
              </a:ext>
            </a:extLst>
          </p:cNvPr>
          <p:cNvSpPr>
            <a:spLocks xmlns:a="http://schemas.openxmlformats.org/drawingml/2006/main" noGrp="1"/>
          </p:cNvSpPr>
          <p:nvPr/>
        </p:nvSpPr>
        <p:spPr>
          <a:xfrm xmlns:a="http://schemas.openxmlformats.org/drawingml/2006/main">
            <a:off x="762000" y="4429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
            <a:extLst xmlns:a="http://schemas.openxmlformats.org/drawingml/2006/main">
              <a:ext uri="{FF2B5EF4-FFF2-40B4-BE49-F238E27FC236}">
                <a16:creationId xmlns:a16="http://schemas.microsoft.com/office/drawing/2014/main" id="{68E32A0A-A5BF-4958-9BC0-5F632BCAF2D6}"/>
              </a:ext>
            </a:extLst>
          </p:cNvPr>
          <p:cNvSpPr>
            <a:spLocks xmlns:a="http://schemas.openxmlformats.org/drawingml/2006/main" noGrp="1"/>
          </p:cNvSpPr>
          <p:nvPr/>
        </p:nvSpPr>
        <p:spPr>
          <a:xfrm xmlns:a="http://schemas.openxmlformats.org/drawingml/2006/main">
            <a:off x="38576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Visc</a:t>
            </a:r>
          </a:p>
        </p:txBody>
      </p:sp>
      <p:sp>
        <p:nvSpPr>
          <p:cNvPr id="97" name="Spearman viscera_weight length">
            <a:extLst xmlns:a="http://schemas.openxmlformats.org/drawingml/2006/main">
              <a:ext uri="{FF2B5EF4-FFF2-40B4-BE49-F238E27FC236}">
                <a16:creationId xmlns:a16="http://schemas.microsoft.com/office/drawing/2014/main" id="{CADD0A33-5A48-4CFC-AAA2-B685C9695590}"/>
              </a:ext>
            </a:extLst>
          </p:cNvPr>
          <p:cNvSpPr>
            <a:spLocks xmlns:a="http://schemas.openxmlformats.org/drawingml/2006/main" noGrp="1"/>
          </p:cNvSpPr>
          <p:nvPr/>
        </p:nvSpPr>
        <p:spPr>
          <a:xfrm xmlns:a="http://schemas.openxmlformats.org/drawingml/2006/main">
            <a:off x="1857375" y="433387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D6A7824B-705A-400A-960B-4AFE52583A16}"/>
              </a:ext>
            </a:extLst>
          </p:cNvPr>
          <p:cNvSpPr>
            <a:spLocks xmlns:a="http://schemas.openxmlformats.org/drawingml/2006/main" noGrp="1"/>
          </p:cNvSpPr>
          <p:nvPr/>
        </p:nvSpPr>
        <p:spPr>
          <a:xfrm xmlns:a="http://schemas.openxmlformats.org/drawingml/2006/main">
            <a:off x="18573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38B242C9-9C0F-44AC-8517-8F5765650B59}"/>
              </a:ext>
            </a:extLst>
          </p:cNvPr>
          <p:cNvSpPr>
            <a:spLocks xmlns:a="http://schemas.openxmlformats.org/drawingml/2006/main" noGrp="1"/>
          </p:cNvSpPr>
          <p:nvPr/>
        </p:nvSpPr>
        <p:spPr>
          <a:xfrm xmlns:a="http://schemas.openxmlformats.org/drawingml/2006/main">
            <a:off x="2257425" y="43338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32D395AC-99D5-4EDE-907F-B574AE8CB6C3}"/>
              </a:ext>
            </a:extLst>
          </p:cNvPr>
          <p:cNvSpPr>
            <a:spLocks xmlns:a="http://schemas.openxmlformats.org/drawingml/2006/main" noGrp="1"/>
          </p:cNvSpPr>
          <p:nvPr/>
        </p:nvSpPr>
        <p:spPr>
          <a:xfrm xmlns:a="http://schemas.openxmlformats.org/drawingml/2006/main">
            <a:off x="22574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526BB3A6-86DD-4311-86C0-1609B29A523F}"/>
              </a:ext>
            </a:extLst>
          </p:cNvPr>
          <p:cNvSpPr>
            <a:spLocks xmlns:a="http://schemas.openxmlformats.org/drawingml/2006/main" noGrp="1"/>
          </p:cNvSpPr>
          <p:nvPr/>
        </p:nvSpPr>
        <p:spPr>
          <a:xfrm xmlns:a="http://schemas.openxmlformats.org/drawingml/2006/main">
            <a:off x="2657475" y="4333875"/>
            <a:ext cx="400050" cy="400050"/>
          </a:xfrm>
          <a:prstGeom xmlns:a="http://schemas.openxmlformats.org/drawingml/2006/main" prst="rect">
            <a:avLst/>
          </a:prstGeom>
          <a:solidFill xmlns:a="http://schemas.openxmlformats.org/drawingml/2006/main">
            <a:srgbClr val="B92E3F"/>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AD82F414-CE83-4AB2-8975-E6F369B092CD}"/>
              </a:ext>
            </a:extLst>
          </p:cNvPr>
          <p:cNvSpPr>
            <a:spLocks xmlns:a="http://schemas.openxmlformats.org/drawingml/2006/main" noGrp="1"/>
          </p:cNvSpPr>
          <p:nvPr/>
        </p:nvSpPr>
        <p:spPr>
          <a:xfrm xmlns:a="http://schemas.openxmlformats.org/drawingml/2006/main">
            <a:off x="26574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5C56D65A-4EEA-40B6-B202-BA9CA90FE759}"/>
              </a:ext>
            </a:extLst>
          </p:cNvPr>
          <p:cNvSpPr>
            <a:spLocks xmlns:a="http://schemas.openxmlformats.org/drawingml/2006/main" noGrp="1"/>
          </p:cNvSpPr>
          <p:nvPr/>
        </p:nvSpPr>
        <p:spPr>
          <a:xfrm xmlns:a="http://schemas.openxmlformats.org/drawingml/2006/main">
            <a:off x="3057525" y="4333875"/>
            <a:ext cx="400050" cy="400050"/>
          </a:xfrm>
          <a:prstGeom xmlns:a="http://schemas.openxmlformats.org/drawingml/2006/main" prst="rect">
            <a:avLst/>
          </a:prstGeom>
          <a:solidFill xmlns:a="http://schemas.openxmlformats.org/drawingml/2006/main">
            <a:srgbClr val="B41E30"/>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B8C374AA-B8E1-4C9B-AB5C-DD580519E9CA}"/>
              </a:ext>
            </a:extLst>
          </p:cNvPr>
          <p:cNvSpPr>
            <a:spLocks xmlns:a="http://schemas.openxmlformats.org/drawingml/2006/main" noGrp="1"/>
          </p:cNvSpPr>
          <p:nvPr/>
        </p:nvSpPr>
        <p:spPr>
          <a:xfrm xmlns:a="http://schemas.openxmlformats.org/drawingml/2006/main">
            <a:off x="30575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FD2C93FE-7659-4D17-8226-96D65D4FA56D}"/>
              </a:ext>
            </a:extLst>
          </p:cNvPr>
          <p:cNvSpPr>
            <a:spLocks xmlns:a="http://schemas.openxmlformats.org/drawingml/2006/main" noGrp="1"/>
          </p:cNvSpPr>
          <p:nvPr/>
        </p:nvSpPr>
        <p:spPr>
          <a:xfrm xmlns:a="http://schemas.openxmlformats.org/drawingml/2006/main">
            <a:off x="3457575" y="43338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3CCB1F86-8D31-412A-BE2F-3BA47802BE00}"/>
              </a:ext>
            </a:extLst>
          </p:cNvPr>
          <p:cNvSpPr>
            <a:spLocks xmlns:a="http://schemas.openxmlformats.org/drawingml/2006/main" noGrp="1"/>
          </p:cNvSpPr>
          <p:nvPr/>
        </p:nvSpPr>
        <p:spPr>
          <a:xfrm xmlns:a="http://schemas.openxmlformats.org/drawingml/2006/main">
            <a:off x="34575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028D499E-3894-40CC-B1B9-CF53EA9C0BEC}"/>
              </a:ext>
            </a:extLst>
          </p:cNvPr>
          <p:cNvSpPr>
            <a:spLocks xmlns:a="http://schemas.openxmlformats.org/drawingml/2006/main" noGrp="1"/>
          </p:cNvSpPr>
          <p:nvPr/>
        </p:nvSpPr>
        <p:spPr>
          <a:xfrm xmlns:a="http://schemas.openxmlformats.org/drawingml/2006/main">
            <a:off x="3857625" y="43338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AC2445E3-F1A1-4C3D-8152-8162B188009C}"/>
              </a:ext>
            </a:extLst>
          </p:cNvPr>
          <p:cNvSpPr>
            <a:spLocks xmlns:a="http://schemas.openxmlformats.org/drawingml/2006/main" noGrp="1"/>
          </p:cNvSpPr>
          <p:nvPr/>
        </p:nvSpPr>
        <p:spPr>
          <a:xfrm xmlns:a="http://schemas.openxmlformats.org/drawingml/2006/main">
            <a:off x="38576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2E0BA1A9-CED2-4DB6-BD0F-4A811FC8D502}"/>
              </a:ext>
            </a:extLst>
          </p:cNvPr>
          <p:cNvSpPr>
            <a:spLocks xmlns:a="http://schemas.openxmlformats.org/drawingml/2006/main" noGrp="1"/>
          </p:cNvSpPr>
          <p:nvPr/>
        </p:nvSpPr>
        <p:spPr>
          <a:xfrm xmlns:a="http://schemas.openxmlformats.org/drawingml/2006/main">
            <a:off x="4257675" y="4333875"/>
            <a:ext cx="400050" cy="400050"/>
          </a:xfrm>
          <a:prstGeom xmlns:a="http://schemas.openxmlformats.org/drawingml/2006/main" prst="rect">
            <a:avLst/>
          </a:prstGeom>
          <a:solidFill xmlns:a="http://schemas.openxmlformats.org/drawingml/2006/main">
            <a:srgbClr val="B62638"/>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2D749BB6-D541-45A0-A7F9-83DA07CDC86F}"/>
              </a:ext>
            </a:extLst>
          </p:cNvPr>
          <p:cNvSpPr>
            <a:spLocks xmlns:a="http://schemas.openxmlformats.org/drawingml/2006/main" noGrp="1"/>
          </p:cNvSpPr>
          <p:nvPr/>
        </p:nvSpPr>
        <p:spPr>
          <a:xfrm xmlns:a="http://schemas.openxmlformats.org/drawingml/2006/main">
            <a:off x="42576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B091BEB3-BC60-4A17-AA79-5A9036002AD4}"/>
              </a:ext>
            </a:extLst>
          </p:cNvPr>
          <p:cNvSpPr>
            <a:spLocks xmlns:a="http://schemas.openxmlformats.org/drawingml/2006/main" noGrp="1"/>
          </p:cNvSpPr>
          <p:nvPr/>
        </p:nvSpPr>
        <p:spPr>
          <a:xfrm xmlns:a="http://schemas.openxmlformats.org/drawingml/2006/main">
            <a:off x="4657725" y="4333875"/>
            <a:ext cx="400050" cy="400050"/>
          </a:xfrm>
          <a:prstGeom xmlns:a="http://schemas.openxmlformats.org/drawingml/2006/main" prst="rect">
            <a:avLst/>
          </a:prstGeom>
          <a:solidFill xmlns:a="http://schemas.openxmlformats.org/drawingml/2006/main">
            <a:srgbClr val="CD6E79"/>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E5F52A40-A6F5-4C90-BAAD-AAE6BB48656F}"/>
              </a:ext>
            </a:extLst>
          </p:cNvPr>
          <p:cNvSpPr>
            <a:spLocks xmlns:a="http://schemas.openxmlformats.org/drawingml/2006/main" noGrp="1"/>
          </p:cNvSpPr>
          <p:nvPr/>
        </p:nvSpPr>
        <p:spPr>
          <a:xfrm xmlns:a="http://schemas.openxmlformats.org/drawingml/2006/main">
            <a:off x="46577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A5D07118-8B57-4AB8-A632-17153C819AA4}"/>
              </a:ext>
            </a:extLst>
          </p:cNvPr>
          <p:cNvSpPr>
            <a:spLocks xmlns:a="http://schemas.openxmlformats.org/drawingml/2006/main" noGrp="1"/>
          </p:cNvSpPr>
          <p:nvPr/>
        </p:nvSpPr>
        <p:spPr>
          <a:xfrm xmlns:a="http://schemas.openxmlformats.org/drawingml/2006/main">
            <a:off x="762000" y="4829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91F75FE7-5508-415D-97F7-51EF59943EF7}"/>
              </a:ext>
            </a:extLst>
          </p:cNvPr>
          <p:cNvSpPr>
            <a:spLocks xmlns:a="http://schemas.openxmlformats.org/drawingml/2006/main" noGrp="1"/>
          </p:cNvSpPr>
          <p:nvPr/>
        </p:nvSpPr>
        <p:spPr>
          <a:xfrm xmlns:a="http://schemas.openxmlformats.org/drawingml/2006/main">
            <a:off x="42576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942F04A2-DF86-4519-89C7-7683BA668132}"/>
              </a:ext>
            </a:extLst>
          </p:cNvPr>
          <p:cNvSpPr>
            <a:spLocks xmlns:a="http://schemas.openxmlformats.org/drawingml/2006/main" noGrp="1"/>
          </p:cNvSpPr>
          <p:nvPr/>
        </p:nvSpPr>
        <p:spPr>
          <a:xfrm xmlns:a="http://schemas.openxmlformats.org/drawingml/2006/main">
            <a:off x="1857375" y="47339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FAC0BE63-9530-4254-9CBD-078786F9B076}"/>
              </a:ext>
            </a:extLst>
          </p:cNvPr>
          <p:cNvSpPr>
            <a:spLocks xmlns:a="http://schemas.openxmlformats.org/drawingml/2006/main" noGrp="1"/>
          </p:cNvSpPr>
          <p:nvPr/>
        </p:nvSpPr>
        <p:spPr>
          <a:xfrm xmlns:a="http://schemas.openxmlformats.org/drawingml/2006/main">
            <a:off x="18573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DC785580-4C17-41A3-A196-324A0A6F4C47}"/>
              </a:ext>
            </a:extLst>
          </p:cNvPr>
          <p:cNvSpPr>
            <a:spLocks xmlns:a="http://schemas.openxmlformats.org/drawingml/2006/main" noGrp="1"/>
          </p:cNvSpPr>
          <p:nvPr/>
        </p:nvSpPr>
        <p:spPr>
          <a:xfrm xmlns:a="http://schemas.openxmlformats.org/drawingml/2006/main">
            <a:off x="2257425" y="47339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7DCD7E70-3E30-44F5-B845-49C29AF8328C}"/>
              </a:ext>
            </a:extLst>
          </p:cNvPr>
          <p:cNvSpPr>
            <a:spLocks xmlns:a="http://schemas.openxmlformats.org/drawingml/2006/main" noGrp="1"/>
          </p:cNvSpPr>
          <p:nvPr/>
        </p:nvSpPr>
        <p:spPr>
          <a:xfrm xmlns:a="http://schemas.openxmlformats.org/drawingml/2006/main">
            <a:off x="22574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151A5469-ABBD-418F-B533-A3CDA669CC4D}"/>
              </a:ext>
            </a:extLst>
          </p:cNvPr>
          <p:cNvSpPr>
            <a:spLocks xmlns:a="http://schemas.openxmlformats.org/drawingml/2006/main" noGrp="1"/>
          </p:cNvSpPr>
          <p:nvPr/>
        </p:nvSpPr>
        <p:spPr>
          <a:xfrm xmlns:a="http://schemas.openxmlformats.org/drawingml/2006/main">
            <a:off x="2657475" y="4733925"/>
            <a:ext cx="400050" cy="400050"/>
          </a:xfrm>
          <a:prstGeom xmlns:a="http://schemas.openxmlformats.org/drawingml/2006/main" prst="rect">
            <a:avLst/>
          </a:prstGeom>
          <a:solidFill xmlns:a="http://schemas.openxmlformats.org/drawingml/2006/main">
            <a:srgbClr val="B72A3B"/>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314D7886-2DE9-49C9-9C8A-9D08A3569C66}"/>
              </a:ext>
            </a:extLst>
          </p:cNvPr>
          <p:cNvSpPr>
            <a:spLocks xmlns:a="http://schemas.openxmlformats.org/drawingml/2006/main" noGrp="1"/>
          </p:cNvSpPr>
          <p:nvPr/>
        </p:nvSpPr>
        <p:spPr>
          <a:xfrm xmlns:a="http://schemas.openxmlformats.org/drawingml/2006/main">
            <a:off x="26574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3E70A352-ACF7-4197-8636-741CC449BB51}"/>
              </a:ext>
            </a:extLst>
          </p:cNvPr>
          <p:cNvSpPr>
            <a:spLocks xmlns:a="http://schemas.openxmlformats.org/drawingml/2006/main" noGrp="1"/>
          </p:cNvSpPr>
          <p:nvPr/>
        </p:nvSpPr>
        <p:spPr>
          <a:xfrm xmlns:a="http://schemas.openxmlformats.org/drawingml/2006/main">
            <a:off x="3057525" y="4733925"/>
            <a:ext cx="400050" cy="400050"/>
          </a:xfrm>
          <a:prstGeom xmlns:a="http://schemas.openxmlformats.org/drawingml/2006/main" prst="rect">
            <a:avLst/>
          </a:prstGeom>
          <a:solidFill xmlns:a="http://schemas.openxmlformats.org/drawingml/2006/main">
            <a:srgbClr val="B41F31"/>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70C1AA71-CBF5-4036-BFB3-F3062C208CAA}"/>
              </a:ext>
            </a:extLst>
          </p:cNvPr>
          <p:cNvSpPr>
            <a:spLocks xmlns:a="http://schemas.openxmlformats.org/drawingml/2006/main" noGrp="1"/>
          </p:cNvSpPr>
          <p:nvPr/>
        </p:nvSpPr>
        <p:spPr>
          <a:xfrm xmlns:a="http://schemas.openxmlformats.org/drawingml/2006/main">
            <a:off x="30575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58530824-FFCD-44B7-B6DB-6F8E38A50CFE}"/>
              </a:ext>
            </a:extLst>
          </p:cNvPr>
          <p:cNvSpPr>
            <a:spLocks xmlns:a="http://schemas.openxmlformats.org/drawingml/2006/main" noGrp="1"/>
          </p:cNvSpPr>
          <p:nvPr/>
        </p:nvSpPr>
        <p:spPr>
          <a:xfrm xmlns:a="http://schemas.openxmlformats.org/drawingml/2006/main">
            <a:off x="3457575" y="4733925"/>
            <a:ext cx="400050" cy="400050"/>
          </a:xfrm>
          <a:prstGeom xmlns:a="http://schemas.openxmlformats.org/drawingml/2006/main" prst="rect">
            <a:avLst/>
          </a:prstGeom>
          <a:solidFill xmlns:a="http://schemas.openxmlformats.org/drawingml/2006/main">
            <a:srgbClr val="B82A3C"/>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8F132DF6-4F44-4735-B5F1-65910D2E0B2B}"/>
              </a:ext>
            </a:extLst>
          </p:cNvPr>
          <p:cNvSpPr>
            <a:spLocks xmlns:a="http://schemas.openxmlformats.org/drawingml/2006/main" noGrp="1"/>
          </p:cNvSpPr>
          <p:nvPr/>
        </p:nvSpPr>
        <p:spPr>
          <a:xfrm xmlns:a="http://schemas.openxmlformats.org/drawingml/2006/main">
            <a:off x="34575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C644B1EA-AD4D-4741-884E-BD3F28146587}"/>
              </a:ext>
            </a:extLst>
          </p:cNvPr>
          <p:cNvSpPr>
            <a:spLocks xmlns:a="http://schemas.openxmlformats.org/drawingml/2006/main" noGrp="1"/>
          </p:cNvSpPr>
          <p:nvPr/>
        </p:nvSpPr>
        <p:spPr>
          <a:xfrm xmlns:a="http://schemas.openxmlformats.org/drawingml/2006/main">
            <a:off x="3857625" y="4733925"/>
            <a:ext cx="400050" cy="400050"/>
          </a:xfrm>
          <a:prstGeom xmlns:a="http://schemas.openxmlformats.org/drawingml/2006/main" prst="rect">
            <a:avLst/>
          </a:prstGeom>
          <a:solidFill xmlns:a="http://schemas.openxmlformats.org/drawingml/2006/main">
            <a:srgbClr val="B62638"/>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30A0DC58-3921-43A0-9867-0AB4FC18748E}"/>
              </a:ext>
            </a:extLst>
          </p:cNvPr>
          <p:cNvSpPr>
            <a:spLocks xmlns:a="http://schemas.openxmlformats.org/drawingml/2006/main" noGrp="1"/>
          </p:cNvSpPr>
          <p:nvPr/>
        </p:nvSpPr>
        <p:spPr>
          <a:xfrm xmlns:a="http://schemas.openxmlformats.org/drawingml/2006/main">
            <a:off x="38576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A54E875C-AE72-4CD2-AF82-30CEA13BFE9A}"/>
              </a:ext>
            </a:extLst>
          </p:cNvPr>
          <p:cNvSpPr>
            <a:spLocks xmlns:a="http://schemas.openxmlformats.org/drawingml/2006/main" noGrp="1"/>
          </p:cNvSpPr>
          <p:nvPr/>
        </p:nvSpPr>
        <p:spPr>
          <a:xfrm xmlns:a="http://schemas.openxmlformats.org/drawingml/2006/main">
            <a:off x="4257675" y="47339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48DF43C8-D1F4-4D90-AA6C-A40CA1A420B5}"/>
              </a:ext>
            </a:extLst>
          </p:cNvPr>
          <p:cNvSpPr>
            <a:spLocks xmlns:a="http://schemas.openxmlformats.org/drawingml/2006/main" noGrp="1"/>
          </p:cNvSpPr>
          <p:nvPr/>
        </p:nvSpPr>
        <p:spPr>
          <a:xfrm xmlns:a="http://schemas.openxmlformats.org/drawingml/2006/main">
            <a:off x="42576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3E69818C-864D-48F0-94B2-94BA0A0B0CCB}"/>
              </a:ext>
            </a:extLst>
          </p:cNvPr>
          <p:cNvSpPr>
            <a:spLocks xmlns:a="http://schemas.openxmlformats.org/drawingml/2006/main" noGrp="1"/>
          </p:cNvSpPr>
          <p:nvPr/>
        </p:nvSpPr>
        <p:spPr>
          <a:xfrm xmlns:a="http://schemas.openxmlformats.org/drawingml/2006/main">
            <a:off x="4657725" y="4733925"/>
            <a:ext cx="400050" cy="400050"/>
          </a:xfrm>
          <a:prstGeom xmlns:a="http://schemas.openxmlformats.org/drawingml/2006/main" prst="rect">
            <a:avLst/>
          </a:prstGeom>
          <a:solidFill xmlns:a="http://schemas.openxmlformats.org/drawingml/2006/main">
            <a:srgbClr val="C75D6A"/>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03EFD190-BDA0-45E3-8927-69A5FB44E1F6}"/>
              </a:ext>
            </a:extLst>
          </p:cNvPr>
          <p:cNvSpPr>
            <a:spLocks xmlns:a="http://schemas.openxmlformats.org/drawingml/2006/main" noGrp="1"/>
          </p:cNvSpPr>
          <p:nvPr/>
        </p:nvSpPr>
        <p:spPr>
          <a:xfrm xmlns:a="http://schemas.openxmlformats.org/drawingml/2006/main">
            <a:off x="46577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5FA23086-CBE7-4D0A-8B7A-DC15BCD5F994}"/>
              </a:ext>
            </a:extLst>
          </p:cNvPr>
          <p:cNvSpPr>
            <a:spLocks xmlns:a="http://schemas.openxmlformats.org/drawingml/2006/main" noGrp="1"/>
          </p:cNvSpPr>
          <p:nvPr/>
        </p:nvSpPr>
        <p:spPr>
          <a:xfrm xmlns:a="http://schemas.openxmlformats.org/drawingml/2006/main">
            <a:off x="762000" y="5229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vl1pPr algn="r">
              <a:defRPr sz="1400" b="0">
                <a:solidFill>
                  <a:srgbClr val="000000"/>
                </a:solidFill>
                <a:latin typeface="Arial"/>
                <a:ea typeface="Arial"/>
                <a:cs typeface="Arial"/>
              </a:defRPr>
            </a:lvl1pPr>
            <a:lvl2pPr algn="r">
              <a:defRPr sz="1400" b="0">
                <a:solidFill>
                  <a:srgbClr val="000000"/>
                </a:solidFill>
                <a:latin typeface="Arial"/>
                <a:ea typeface="Arial"/>
                <a:cs typeface="Arial"/>
              </a:defRPr>
            </a:lvl2pPr>
            <a:lvl3pPr algn="r">
              <a:defRPr sz="1400" b="0">
                <a:solidFill>
                  <a:srgbClr val="000000"/>
                </a:solidFill>
                <a:latin typeface="Arial"/>
                <a:ea typeface="Arial"/>
                <a:cs typeface="Arial"/>
              </a:defRPr>
            </a:lvl3pPr>
            <a:lvl4pPr algn="r">
              <a:defRPr sz="1400" b="0">
                <a:solidFill>
                  <a:srgbClr val="000000"/>
                </a:solidFill>
                <a:latin typeface="Arial"/>
                <a:ea typeface="Arial"/>
                <a:cs typeface="Arial"/>
              </a:defRPr>
            </a:lvl4pPr>
            <a:lvl5pPr algn="r">
              <a:defRPr sz="1400" b="0">
                <a:solidFill>
                  <a:srgbClr val="000000"/>
                </a:solidFill>
                <a:latin typeface="Arial"/>
                <a:ea typeface="Arial"/>
                <a:cs typeface="Arial"/>
              </a:defRPr>
            </a:lvl5pPr>
            <a:lvl6pPr algn="r">
              <a:defRPr sz="1400" b="0">
                <a:solidFill>
                  <a:srgbClr val="000000"/>
                </a:solidFill>
                <a:latin typeface="Arial"/>
                <a:ea typeface="Arial"/>
                <a:cs typeface="Arial"/>
              </a:defRPr>
            </a:lvl6pPr>
            <a:lvl7pPr algn="r">
              <a:defRPr sz="1400" b="0">
                <a:solidFill>
                  <a:srgbClr val="000000"/>
                </a:solidFill>
                <a:latin typeface="Arial"/>
                <a:ea typeface="Arial"/>
                <a:cs typeface="Arial"/>
              </a:defRPr>
            </a:lvl7pPr>
            <a:lvl8pPr algn="r">
              <a:defRPr sz="1400" b="0">
                <a:solidFill>
                  <a:srgbClr val="000000"/>
                </a:solidFill>
                <a:latin typeface="Arial"/>
                <a:ea typeface="Arial"/>
                <a:cs typeface="Arial"/>
              </a:defRPr>
            </a:lvl8pPr>
            <a:lvl9pPr algn="r">
              <a:defRPr sz="1400" b="0">
                <a:solidFill>
                  <a:srgbClr val="000000"/>
                </a:solidFill>
                <a:latin typeface="Arial"/>
                <a:ea typeface="Arial"/>
                <a:cs typeface="Arial"/>
              </a:defRPr>
            </a:lvl9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F382AFC3-E1B6-4615-A7B5-D477969A1F46}"/>
              </a:ext>
            </a:extLst>
          </p:cNvPr>
          <p:cNvSpPr>
            <a:spLocks xmlns:a="http://schemas.openxmlformats.org/drawingml/2006/main" noGrp="1"/>
          </p:cNvSpPr>
          <p:nvPr/>
        </p:nvSpPr>
        <p:spPr>
          <a:xfrm xmlns:a="http://schemas.openxmlformats.org/drawingml/2006/main">
            <a:off x="46577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8477584A-5958-49AF-901D-712EAD7A243E}"/>
              </a:ext>
            </a:extLst>
          </p:cNvPr>
          <p:cNvSpPr>
            <a:spLocks xmlns:a="http://schemas.openxmlformats.org/drawingml/2006/main" noGrp="1"/>
          </p:cNvSpPr>
          <p:nvPr/>
        </p:nvSpPr>
        <p:spPr>
          <a:xfrm xmlns:a="http://schemas.openxmlformats.org/drawingml/2006/main">
            <a:off x="1857375" y="5133975"/>
            <a:ext cx="400050" cy="400050"/>
          </a:xfrm>
          <a:prstGeom xmlns:a="http://schemas.openxmlformats.org/drawingml/2006/main" prst="rect">
            <a:avLst/>
          </a:prstGeom>
          <a:solidFill xmlns:a="http://schemas.openxmlformats.org/drawingml/2006/main">
            <a:srgbClr val="CD707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6EF15397-9745-4BF4-AC59-4E06400CB5FB}"/>
              </a:ext>
            </a:extLst>
          </p:cNvPr>
          <p:cNvSpPr>
            <a:spLocks xmlns:a="http://schemas.openxmlformats.org/drawingml/2006/main" noGrp="1"/>
          </p:cNvSpPr>
          <p:nvPr/>
        </p:nvSpPr>
        <p:spPr>
          <a:xfrm xmlns:a="http://schemas.openxmlformats.org/drawingml/2006/main">
            <a:off x="18573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BB02BD8F-4D49-4B1C-8D56-ADCC852FDF18}"/>
              </a:ext>
            </a:extLst>
          </p:cNvPr>
          <p:cNvSpPr>
            <a:spLocks xmlns:a="http://schemas.openxmlformats.org/drawingml/2006/main" noGrp="1"/>
          </p:cNvSpPr>
          <p:nvPr/>
        </p:nvSpPr>
        <p:spPr>
          <a:xfrm xmlns:a="http://schemas.openxmlformats.org/drawingml/2006/main">
            <a:off x="2257425" y="5133975"/>
            <a:ext cx="400050" cy="400050"/>
          </a:xfrm>
          <a:prstGeom xmlns:a="http://schemas.openxmlformats.org/drawingml/2006/main" prst="rect">
            <a:avLst/>
          </a:prstGeom>
          <a:solidFill xmlns:a="http://schemas.openxmlformats.org/drawingml/2006/main">
            <a:srgbClr val="CC6C77"/>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86528236-7860-469A-AD17-5C9C2DC21D9C}"/>
              </a:ext>
            </a:extLst>
          </p:cNvPr>
          <p:cNvSpPr>
            <a:spLocks xmlns:a="http://schemas.openxmlformats.org/drawingml/2006/main" noGrp="1"/>
          </p:cNvSpPr>
          <p:nvPr/>
        </p:nvSpPr>
        <p:spPr>
          <a:xfrm xmlns:a="http://schemas.openxmlformats.org/drawingml/2006/main">
            <a:off x="22574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E5366608-2AF1-43DE-9B36-0B60E6273E3F}"/>
              </a:ext>
            </a:extLst>
          </p:cNvPr>
          <p:cNvSpPr>
            <a:spLocks xmlns:a="http://schemas.openxmlformats.org/drawingml/2006/main" noGrp="1"/>
          </p:cNvSpPr>
          <p:nvPr/>
        </p:nvSpPr>
        <p:spPr>
          <a:xfrm xmlns:a="http://schemas.openxmlformats.org/drawingml/2006/main">
            <a:off x="2657475" y="5133975"/>
            <a:ext cx="400050" cy="400050"/>
          </a:xfrm>
          <a:prstGeom xmlns:a="http://schemas.openxmlformats.org/drawingml/2006/main" prst="rect">
            <a:avLst/>
          </a:prstGeom>
          <a:solidFill xmlns:a="http://schemas.openxmlformats.org/drawingml/2006/main">
            <a:srgbClr val="CA6572"/>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CC654579-C52E-4A9F-AF35-6E35D66C1D06}"/>
              </a:ext>
            </a:extLst>
          </p:cNvPr>
          <p:cNvSpPr>
            <a:spLocks xmlns:a="http://schemas.openxmlformats.org/drawingml/2006/main" noGrp="1"/>
          </p:cNvSpPr>
          <p:nvPr/>
        </p:nvSpPr>
        <p:spPr>
          <a:xfrm xmlns:a="http://schemas.openxmlformats.org/drawingml/2006/main">
            <a:off x="26574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284E9EE3-F11F-4CD9-A060-978790CCDA87}"/>
              </a:ext>
            </a:extLst>
          </p:cNvPr>
          <p:cNvSpPr>
            <a:spLocks xmlns:a="http://schemas.openxmlformats.org/drawingml/2006/main" noGrp="1"/>
          </p:cNvSpPr>
          <p:nvPr/>
        </p:nvSpPr>
        <p:spPr>
          <a:xfrm xmlns:a="http://schemas.openxmlformats.org/drawingml/2006/main">
            <a:off x="3057525" y="5133975"/>
            <a:ext cx="400050" cy="400050"/>
          </a:xfrm>
          <a:prstGeom xmlns:a="http://schemas.openxmlformats.org/drawingml/2006/main" prst="rect">
            <a:avLst/>
          </a:prstGeom>
          <a:solidFill xmlns:a="http://schemas.openxmlformats.org/drawingml/2006/main">
            <a:srgbClr val="CB6A76"/>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8A1764E6-F8A7-4C0E-994F-2D7623DC5586}"/>
              </a:ext>
            </a:extLst>
          </p:cNvPr>
          <p:cNvSpPr>
            <a:spLocks xmlns:a="http://schemas.openxmlformats.org/drawingml/2006/main" noGrp="1"/>
          </p:cNvSpPr>
          <p:nvPr/>
        </p:nvSpPr>
        <p:spPr>
          <a:xfrm xmlns:a="http://schemas.openxmlformats.org/drawingml/2006/main">
            <a:off x="30575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A5FD03D0-C319-4A5C-B554-664C2408FE9F}"/>
              </a:ext>
            </a:extLst>
          </p:cNvPr>
          <p:cNvSpPr>
            <a:spLocks xmlns:a="http://schemas.openxmlformats.org/drawingml/2006/main" noGrp="1"/>
          </p:cNvSpPr>
          <p:nvPr/>
        </p:nvSpPr>
        <p:spPr>
          <a:xfrm xmlns:a="http://schemas.openxmlformats.org/drawingml/2006/main">
            <a:off x="3457575" y="5133975"/>
            <a:ext cx="400050" cy="400050"/>
          </a:xfrm>
          <a:prstGeom xmlns:a="http://schemas.openxmlformats.org/drawingml/2006/main" prst="rect">
            <a:avLst/>
          </a:prstGeom>
          <a:solidFill xmlns:a="http://schemas.openxmlformats.org/drawingml/2006/main">
            <a:srgbClr val="D27E89"/>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BE381B60-2964-4FA6-9150-CA614B09D24D}"/>
              </a:ext>
            </a:extLst>
          </p:cNvPr>
          <p:cNvSpPr>
            <a:spLocks xmlns:a="http://schemas.openxmlformats.org/drawingml/2006/main" noGrp="1"/>
          </p:cNvSpPr>
          <p:nvPr/>
        </p:nvSpPr>
        <p:spPr>
          <a:xfrm xmlns:a="http://schemas.openxmlformats.org/drawingml/2006/main">
            <a:off x="34575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5D30C6BC-E291-41F7-8A07-685C9D4091A5}"/>
              </a:ext>
            </a:extLst>
          </p:cNvPr>
          <p:cNvSpPr>
            <a:spLocks xmlns:a="http://schemas.openxmlformats.org/drawingml/2006/main" noGrp="1"/>
          </p:cNvSpPr>
          <p:nvPr/>
        </p:nvSpPr>
        <p:spPr>
          <a:xfrm xmlns:a="http://schemas.openxmlformats.org/drawingml/2006/main">
            <a:off x="3857625" y="5133975"/>
            <a:ext cx="400050" cy="400050"/>
          </a:xfrm>
          <a:prstGeom xmlns:a="http://schemas.openxmlformats.org/drawingml/2006/main" prst="rect">
            <a:avLst/>
          </a:prstGeom>
          <a:solidFill xmlns:a="http://schemas.openxmlformats.org/drawingml/2006/main">
            <a:srgbClr val="CD6E79"/>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2476A65F-DC7E-4B59-9AED-A3C62A092FEA}"/>
              </a:ext>
            </a:extLst>
          </p:cNvPr>
          <p:cNvSpPr>
            <a:spLocks xmlns:a="http://schemas.openxmlformats.org/drawingml/2006/main" noGrp="1"/>
          </p:cNvSpPr>
          <p:nvPr/>
        </p:nvSpPr>
        <p:spPr>
          <a:xfrm xmlns:a="http://schemas.openxmlformats.org/drawingml/2006/main">
            <a:off x="38576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vl1pPr algn="ctr">
              <a:defRPr sz="1000" b="0">
                <a:solidFill>
                  <a:srgbClr val="000000"/>
                </a:solidFill>
                <a:latin typeface="Arial"/>
                <a:ea typeface="Arial"/>
                <a:cs typeface="Arial"/>
              </a:defRPr>
            </a:lvl1pPr>
            <a:lvl2pPr algn="ctr">
              <a:defRPr sz="1000" b="0">
                <a:solidFill>
                  <a:srgbClr val="000000"/>
                </a:solidFill>
                <a:latin typeface="Arial"/>
                <a:ea typeface="Arial"/>
                <a:cs typeface="Arial"/>
              </a:defRPr>
            </a:lvl2pPr>
            <a:lvl3pPr algn="ctr">
              <a:defRPr sz="1000" b="0">
                <a:solidFill>
                  <a:srgbClr val="000000"/>
                </a:solidFill>
                <a:latin typeface="Arial"/>
                <a:ea typeface="Arial"/>
                <a:cs typeface="Arial"/>
              </a:defRPr>
            </a:lvl3pPr>
            <a:lvl4pPr algn="ctr">
              <a:defRPr sz="1000" b="0">
                <a:solidFill>
                  <a:srgbClr val="000000"/>
                </a:solidFill>
                <a:latin typeface="Arial"/>
                <a:ea typeface="Arial"/>
                <a:cs typeface="Arial"/>
              </a:defRPr>
            </a:lvl4pPr>
            <a:lvl5pPr algn="ctr">
              <a:defRPr sz="1000" b="0">
                <a:solidFill>
                  <a:srgbClr val="000000"/>
                </a:solidFill>
                <a:latin typeface="Arial"/>
                <a:ea typeface="Arial"/>
                <a:cs typeface="Arial"/>
              </a:defRPr>
            </a:lvl5pPr>
            <a:lvl6pPr algn="ctr">
              <a:defRPr sz="1000" b="0">
                <a:solidFill>
                  <a:srgbClr val="000000"/>
                </a:solidFill>
                <a:latin typeface="Arial"/>
                <a:ea typeface="Arial"/>
                <a:cs typeface="Arial"/>
              </a:defRPr>
            </a:lvl6pPr>
            <a:lvl7pPr algn="ctr">
              <a:defRPr sz="1000" b="0">
                <a:solidFill>
                  <a:srgbClr val="000000"/>
                </a:solidFill>
                <a:latin typeface="Arial"/>
                <a:ea typeface="Arial"/>
                <a:cs typeface="Arial"/>
              </a:defRPr>
            </a:lvl7pPr>
            <a:lvl8pPr algn="ctr">
              <a:defRPr sz="1000" b="0">
                <a:solidFill>
                  <a:srgbClr val="000000"/>
                </a:solidFill>
                <a:latin typeface="Arial"/>
                <a:ea typeface="Arial"/>
                <a:cs typeface="Arial"/>
              </a:defRPr>
            </a:lvl8pPr>
            <a:lvl9pPr algn="ctr">
              <a:defRPr sz="1000" b="0">
                <a:solidFill>
                  <a:srgbClr val="000000"/>
                </a:solidFill>
                <a:latin typeface="Arial"/>
                <a:ea typeface="Arial"/>
                <a:cs typeface="Arial"/>
              </a:defRPr>
            </a:lvl9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320EDE2B-0E77-4AD1-A123-7625E5FBB847}"/>
              </a:ext>
            </a:extLst>
          </p:cNvPr>
          <p:cNvSpPr>
            <a:spLocks xmlns:a="http://schemas.openxmlformats.org/drawingml/2006/main" noGrp="1"/>
          </p:cNvSpPr>
          <p:nvPr/>
        </p:nvSpPr>
        <p:spPr>
          <a:xfrm xmlns:a="http://schemas.openxmlformats.org/drawingml/2006/main">
            <a:off x="4257675" y="5133975"/>
            <a:ext cx="400050" cy="400050"/>
          </a:xfrm>
          <a:prstGeom xmlns:a="http://schemas.openxmlformats.org/drawingml/2006/main" prst="rect">
            <a:avLst/>
          </a:prstGeom>
          <a:solidFill xmlns:a="http://schemas.openxmlformats.org/drawingml/2006/main">
            <a:srgbClr val="C75D6A"/>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6ACB2232-CF79-4649-A918-A3CE679074C3}"/>
              </a:ext>
            </a:extLst>
          </p:cNvPr>
          <p:cNvSpPr>
            <a:spLocks xmlns:a="http://schemas.openxmlformats.org/drawingml/2006/main" noGrp="1"/>
          </p:cNvSpPr>
          <p:nvPr/>
        </p:nvSpPr>
        <p:spPr>
          <a:xfrm xmlns:a="http://schemas.openxmlformats.org/drawingml/2006/main">
            <a:off x="42576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429C0B81-7DAC-40FA-90A7-D09D4260DEF7}"/>
              </a:ext>
            </a:extLst>
          </p:cNvPr>
          <p:cNvSpPr>
            <a:spLocks xmlns:a="http://schemas.openxmlformats.org/drawingml/2006/main" noGrp="1"/>
          </p:cNvSpPr>
          <p:nvPr/>
        </p:nvSpPr>
        <p:spPr>
          <a:xfrm xmlns:a="http://schemas.openxmlformats.org/drawingml/2006/main">
            <a:off x="4657725" y="51339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6A1F07DD-6A64-4D67-9768-E3EDD05810A9}"/>
              </a:ext>
            </a:extLst>
          </p:cNvPr>
          <p:cNvSpPr>
            <a:spLocks xmlns:a="http://schemas.openxmlformats.org/drawingml/2006/main" noGrp="1"/>
          </p:cNvSpPr>
          <p:nvPr/>
        </p:nvSpPr>
        <p:spPr>
          <a:xfrm xmlns:a="http://schemas.openxmlformats.org/drawingml/2006/main">
            <a:off x="46577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vl1pPr algn="ctr">
              <a:defRPr sz="1000" b="0">
                <a:solidFill>
                  <a:srgbClr val="FFFFFF"/>
                </a:solidFill>
                <a:latin typeface="Arial"/>
                <a:ea typeface="Arial"/>
                <a:cs typeface="Arial"/>
              </a:defRPr>
            </a:lvl1pPr>
            <a:lvl2pPr algn="ctr">
              <a:defRPr sz="1000" b="0">
                <a:solidFill>
                  <a:srgbClr val="FFFFFF"/>
                </a:solidFill>
                <a:latin typeface="Arial"/>
                <a:ea typeface="Arial"/>
                <a:cs typeface="Arial"/>
              </a:defRPr>
            </a:lvl2pPr>
            <a:lvl3pPr algn="ctr">
              <a:defRPr sz="1000" b="0">
                <a:solidFill>
                  <a:srgbClr val="FFFFFF"/>
                </a:solidFill>
                <a:latin typeface="Arial"/>
                <a:ea typeface="Arial"/>
                <a:cs typeface="Arial"/>
              </a:defRPr>
            </a:lvl3pPr>
            <a:lvl4pPr algn="ctr">
              <a:defRPr sz="1000" b="0">
                <a:solidFill>
                  <a:srgbClr val="FFFFFF"/>
                </a:solidFill>
                <a:latin typeface="Arial"/>
                <a:ea typeface="Arial"/>
                <a:cs typeface="Arial"/>
              </a:defRPr>
            </a:lvl4pPr>
            <a:lvl5pPr algn="ctr">
              <a:defRPr sz="1000" b="0">
                <a:solidFill>
                  <a:srgbClr val="FFFFFF"/>
                </a:solidFill>
                <a:latin typeface="Arial"/>
                <a:ea typeface="Arial"/>
                <a:cs typeface="Arial"/>
              </a:defRPr>
            </a:lvl5pPr>
            <a:lvl6pPr algn="ctr">
              <a:defRPr sz="1000" b="0">
                <a:solidFill>
                  <a:srgbClr val="FFFFFF"/>
                </a:solidFill>
                <a:latin typeface="Arial"/>
                <a:ea typeface="Arial"/>
                <a:cs typeface="Arial"/>
              </a:defRPr>
            </a:lvl6pPr>
            <a:lvl7pPr algn="ctr">
              <a:defRPr sz="1000" b="0">
                <a:solidFill>
                  <a:srgbClr val="FFFFFF"/>
                </a:solidFill>
                <a:latin typeface="Arial"/>
                <a:ea typeface="Arial"/>
                <a:cs typeface="Arial"/>
              </a:defRPr>
            </a:lvl7pPr>
            <a:lvl8pPr algn="ctr">
              <a:defRPr sz="1000" b="0">
                <a:solidFill>
                  <a:srgbClr val="FFFFFF"/>
                </a:solidFill>
                <a:latin typeface="Arial"/>
                <a:ea typeface="Arial"/>
                <a:cs typeface="Arial"/>
              </a:defRPr>
            </a:lvl8pPr>
            <a:lvl9pPr algn="ctr">
              <a:defRPr sz="1000" b="0">
                <a:solidFill>
                  <a:srgbClr val="FFFFFF"/>
                </a:solidFill>
                <a:latin typeface="Arial"/>
                <a:ea typeface="Arial"/>
                <a:cs typeface="Arial"/>
              </a:defRPr>
            </a:lvl9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Correlation scale 0">
            <a:extLst xmlns:a="http://schemas.openxmlformats.org/drawingml/2006/main">
              <a:ext uri="{FF2B5EF4-FFF2-40B4-BE49-F238E27FC236}">
                <a16:creationId xmlns:a16="http://schemas.microsoft.com/office/drawing/2014/main" id="{11E8A836-C67B-4D80-831E-F9A612A3D8D3}"/>
              </a:ext>
            </a:extLst>
          </p:cNvPr>
          <p:cNvSpPr>
            <a:spLocks xmlns:a="http://schemas.openxmlformats.org/drawingml/2006/main" noGrp="1"/>
          </p:cNvSpPr>
          <p:nvPr/>
        </p:nvSpPr>
        <p:spPr>
          <a:xfrm xmlns:a="http://schemas.openxmlformats.org/drawingml/2006/main">
            <a:off x="5276850" y="2333625"/>
            <a:ext cx="152400" cy="100013"/>
          </a:xfrm>
          <a:prstGeom xmlns:a="http://schemas.openxmlformats.org/drawingml/2006/main" prst="rect">
            <a:avLst/>
          </a:prstGeom>
          <a:solidFill xmlns:a="http://schemas.openxmlformats.org/drawingml/2006/main">
            <a:srgbClr val="B2182B"/>
          </a:solidFill>
          <a:ln xmlns:a="http://schemas.openxmlformats.org/drawingml/2006/main" w="0">
            <a:noFill/>
          </a:ln>
        </p:spPr>
      </p:sp>
      <p:sp>
        <p:nvSpPr>
          <p:cNvPr id="150" name="Correlation scale 1">
            <a:extLst xmlns:a="http://schemas.openxmlformats.org/drawingml/2006/main">
              <a:ext uri="{FF2B5EF4-FFF2-40B4-BE49-F238E27FC236}">
                <a16:creationId xmlns:a16="http://schemas.microsoft.com/office/drawing/2014/main" id="{F9D0F277-76D8-43C6-96EB-5B605A62B47E}"/>
              </a:ext>
            </a:extLst>
          </p:cNvPr>
          <p:cNvSpPr>
            <a:spLocks xmlns:a="http://schemas.openxmlformats.org/drawingml/2006/main" noGrp="1"/>
          </p:cNvSpPr>
          <p:nvPr/>
        </p:nvSpPr>
        <p:spPr>
          <a:xfrm xmlns:a="http://schemas.openxmlformats.org/drawingml/2006/main">
            <a:off x="5276850" y="2433638"/>
            <a:ext cx="152400" cy="100013"/>
          </a:xfrm>
          <a:prstGeom xmlns:a="http://schemas.openxmlformats.org/drawingml/2006/main" prst="rect">
            <a:avLst/>
          </a:prstGeom>
          <a:solidFill xmlns:a="http://schemas.openxmlformats.org/drawingml/2006/main">
            <a:srgbClr val="B62638"/>
          </a:solidFill>
          <a:ln xmlns:a="http://schemas.openxmlformats.org/drawingml/2006/main" w="0">
            <a:noFill/>
          </a:ln>
        </p:spPr>
      </p:sp>
      <p:sp>
        <p:nvSpPr>
          <p:cNvPr id="151" name="Correlation scale 2">
            <a:extLst xmlns:a="http://schemas.openxmlformats.org/drawingml/2006/main">
              <a:ext uri="{FF2B5EF4-FFF2-40B4-BE49-F238E27FC236}">
                <a16:creationId xmlns:a16="http://schemas.microsoft.com/office/drawing/2014/main" id="{EB7A098A-C334-4449-A7B2-E0D430A2E57D}"/>
              </a:ext>
            </a:extLst>
          </p:cNvPr>
          <p:cNvSpPr>
            <a:spLocks xmlns:a="http://schemas.openxmlformats.org/drawingml/2006/main" noGrp="1"/>
          </p:cNvSpPr>
          <p:nvPr/>
        </p:nvSpPr>
        <p:spPr>
          <a:xfrm xmlns:a="http://schemas.openxmlformats.org/drawingml/2006/main">
            <a:off x="5276850" y="2533650"/>
            <a:ext cx="152400" cy="100013"/>
          </a:xfrm>
          <a:prstGeom xmlns:a="http://schemas.openxmlformats.org/drawingml/2006/main" prst="rect">
            <a:avLst/>
          </a:prstGeom>
          <a:solidFill xmlns:a="http://schemas.openxmlformats.org/drawingml/2006/main">
            <a:srgbClr val="BB3545"/>
          </a:solidFill>
          <a:ln xmlns:a="http://schemas.openxmlformats.org/drawingml/2006/main" w="0">
            <a:noFill/>
          </a:ln>
        </p:spPr>
      </p:sp>
      <p:sp>
        <p:nvSpPr>
          <p:cNvPr id="152" name="Correlation scale 3">
            <a:extLst xmlns:a="http://schemas.openxmlformats.org/drawingml/2006/main">
              <a:ext uri="{FF2B5EF4-FFF2-40B4-BE49-F238E27FC236}">
                <a16:creationId xmlns:a16="http://schemas.microsoft.com/office/drawing/2014/main" id="{8CB4E5D6-7D84-40F8-933E-4C0CED2483B7}"/>
              </a:ext>
            </a:extLst>
          </p:cNvPr>
          <p:cNvSpPr>
            <a:spLocks xmlns:a="http://schemas.openxmlformats.org/drawingml/2006/main" noGrp="1"/>
          </p:cNvSpPr>
          <p:nvPr/>
        </p:nvSpPr>
        <p:spPr>
          <a:xfrm xmlns:a="http://schemas.openxmlformats.org/drawingml/2006/main">
            <a:off x="5276850" y="2633663"/>
            <a:ext cx="152400" cy="100013"/>
          </a:xfrm>
          <a:prstGeom xmlns:a="http://schemas.openxmlformats.org/drawingml/2006/main" prst="rect">
            <a:avLst/>
          </a:prstGeom>
          <a:solidFill xmlns:a="http://schemas.openxmlformats.org/drawingml/2006/main">
            <a:srgbClr val="BF4352"/>
          </a:solidFill>
          <a:ln xmlns:a="http://schemas.openxmlformats.org/drawingml/2006/main" w="0">
            <a:noFill/>
          </a:ln>
        </p:spPr>
      </p:sp>
      <p:sp>
        <p:nvSpPr>
          <p:cNvPr id="153" name="Correlation scale 4">
            <a:extLst xmlns:a="http://schemas.openxmlformats.org/drawingml/2006/main">
              <a:ext uri="{FF2B5EF4-FFF2-40B4-BE49-F238E27FC236}">
                <a16:creationId xmlns:a16="http://schemas.microsoft.com/office/drawing/2014/main" id="{1A71EBD7-1F78-476A-B3F6-97D81F63DE28}"/>
              </a:ext>
            </a:extLst>
          </p:cNvPr>
          <p:cNvSpPr>
            <a:spLocks xmlns:a="http://schemas.openxmlformats.org/drawingml/2006/main" noGrp="1"/>
          </p:cNvSpPr>
          <p:nvPr/>
        </p:nvSpPr>
        <p:spPr>
          <a:xfrm xmlns:a="http://schemas.openxmlformats.org/drawingml/2006/main">
            <a:off x="5276850" y="2733675"/>
            <a:ext cx="152400" cy="100013"/>
          </a:xfrm>
          <a:prstGeom xmlns:a="http://schemas.openxmlformats.org/drawingml/2006/main" prst="rect">
            <a:avLst/>
          </a:prstGeom>
          <a:solidFill xmlns:a="http://schemas.openxmlformats.org/drawingml/2006/main">
            <a:srgbClr val="C45260"/>
          </a:solidFill>
          <a:ln xmlns:a="http://schemas.openxmlformats.org/drawingml/2006/main" w="0">
            <a:noFill/>
          </a:ln>
        </p:spPr>
      </p:sp>
      <p:sp>
        <p:nvSpPr>
          <p:cNvPr id="154" name="Correlation scale 5">
            <a:extLst xmlns:a="http://schemas.openxmlformats.org/drawingml/2006/main">
              <a:ext uri="{FF2B5EF4-FFF2-40B4-BE49-F238E27FC236}">
                <a16:creationId xmlns:a16="http://schemas.microsoft.com/office/drawing/2014/main" id="{AA8D03E1-D595-4D20-8D95-7A9F4263829B}"/>
              </a:ext>
            </a:extLst>
          </p:cNvPr>
          <p:cNvSpPr>
            <a:spLocks xmlns:a="http://schemas.openxmlformats.org/drawingml/2006/main" noGrp="1"/>
          </p:cNvSpPr>
          <p:nvPr/>
        </p:nvSpPr>
        <p:spPr>
          <a:xfrm xmlns:a="http://schemas.openxmlformats.org/drawingml/2006/main">
            <a:off x="5276850" y="2833688"/>
            <a:ext cx="152400" cy="100013"/>
          </a:xfrm>
          <a:prstGeom xmlns:a="http://schemas.openxmlformats.org/drawingml/2006/main" prst="rect">
            <a:avLst/>
          </a:prstGeom>
          <a:solidFill xmlns:a="http://schemas.openxmlformats.org/drawingml/2006/main">
            <a:srgbClr val="C8606D"/>
          </a:solidFill>
          <a:ln xmlns:a="http://schemas.openxmlformats.org/drawingml/2006/main" w="0">
            <a:noFill/>
          </a:ln>
        </p:spPr>
      </p:sp>
      <p:sp>
        <p:nvSpPr>
          <p:cNvPr id="155" name="Correlation scale 6">
            <a:extLst xmlns:a="http://schemas.openxmlformats.org/drawingml/2006/main">
              <a:ext uri="{FF2B5EF4-FFF2-40B4-BE49-F238E27FC236}">
                <a16:creationId xmlns:a16="http://schemas.microsoft.com/office/drawing/2014/main" id="{7E36A160-1FF9-403D-B09C-8874403CB862}"/>
              </a:ext>
            </a:extLst>
          </p:cNvPr>
          <p:cNvSpPr>
            <a:spLocks xmlns:a="http://schemas.openxmlformats.org/drawingml/2006/main" noGrp="1"/>
          </p:cNvSpPr>
          <p:nvPr/>
        </p:nvSpPr>
        <p:spPr>
          <a:xfrm xmlns:a="http://schemas.openxmlformats.org/drawingml/2006/main">
            <a:off x="5276850" y="2933700"/>
            <a:ext cx="152400" cy="100013"/>
          </a:xfrm>
          <a:prstGeom xmlns:a="http://schemas.openxmlformats.org/drawingml/2006/main" prst="rect">
            <a:avLst/>
          </a:prstGeom>
          <a:solidFill xmlns:a="http://schemas.openxmlformats.org/drawingml/2006/main">
            <a:srgbClr val="CD6E7A"/>
          </a:solidFill>
          <a:ln xmlns:a="http://schemas.openxmlformats.org/drawingml/2006/main" w="0">
            <a:noFill/>
          </a:ln>
        </p:spPr>
      </p:sp>
      <p:sp>
        <p:nvSpPr>
          <p:cNvPr id="156" name="Correlation scale 7">
            <a:extLst xmlns:a="http://schemas.openxmlformats.org/drawingml/2006/main">
              <a:ext uri="{FF2B5EF4-FFF2-40B4-BE49-F238E27FC236}">
                <a16:creationId xmlns:a16="http://schemas.microsoft.com/office/drawing/2014/main" id="{6A5298F2-5C8B-48B6-9C62-6E7B536A19A6}"/>
              </a:ext>
            </a:extLst>
          </p:cNvPr>
          <p:cNvSpPr>
            <a:spLocks xmlns:a="http://schemas.openxmlformats.org/drawingml/2006/main" noGrp="1"/>
          </p:cNvSpPr>
          <p:nvPr/>
        </p:nvSpPr>
        <p:spPr>
          <a:xfrm xmlns:a="http://schemas.openxmlformats.org/drawingml/2006/main">
            <a:off x="5276850" y="3033713"/>
            <a:ext cx="152400" cy="100013"/>
          </a:xfrm>
          <a:prstGeom xmlns:a="http://schemas.openxmlformats.org/drawingml/2006/main" prst="rect">
            <a:avLst/>
          </a:prstGeom>
          <a:solidFill xmlns:a="http://schemas.openxmlformats.org/drawingml/2006/main">
            <a:srgbClr val="D17D87"/>
          </a:solidFill>
          <a:ln xmlns:a="http://schemas.openxmlformats.org/drawingml/2006/main" w="0">
            <a:noFill/>
          </a:ln>
        </p:spPr>
      </p:sp>
      <p:sp>
        <p:nvSpPr>
          <p:cNvPr id="157" name="Correlation scale 8">
            <a:extLst xmlns:a="http://schemas.openxmlformats.org/drawingml/2006/main">
              <a:ext uri="{FF2B5EF4-FFF2-40B4-BE49-F238E27FC236}">
                <a16:creationId xmlns:a16="http://schemas.microsoft.com/office/drawing/2014/main" id="{9060FBED-B3C5-437D-B848-FFA9B85503B5}"/>
              </a:ext>
            </a:extLst>
          </p:cNvPr>
          <p:cNvSpPr>
            <a:spLocks xmlns:a="http://schemas.openxmlformats.org/drawingml/2006/main" noGrp="1"/>
          </p:cNvSpPr>
          <p:nvPr/>
        </p:nvSpPr>
        <p:spPr>
          <a:xfrm xmlns:a="http://schemas.openxmlformats.org/drawingml/2006/main">
            <a:off x="5276850" y="3133725"/>
            <a:ext cx="152400" cy="100013"/>
          </a:xfrm>
          <a:prstGeom xmlns:a="http://schemas.openxmlformats.org/drawingml/2006/main" prst="rect">
            <a:avLst/>
          </a:prstGeom>
          <a:solidFill xmlns:a="http://schemas.openxmlformats.org/drawingml/2006/main">
            <a:srgbClr val="D68B94"/>
          </a:solidFill>
          <a:ln xmlns:a="http://schemas.openxmlformats.org/drawingml/2006/main" w="0">
            <a:noFill/>
          </a:ln>
        </p:spPr>
      </p:sp>
      <p:sp>
        <p:nvSpPr>
          <p:cNvPr id="158" name="Correlation scale 9">
            <a:extLst xmlns:a="http://schemas.openxmlformats.org/drawingml/2006/main">
              <a:ext uri="{FF2B5EF4-FFF2-40B4-BE49-F238E27FC236}">
                <a16:creationId xmlns:a16="http://schemas.microsoft.com/office/drawing/2014/main" id="{63A359F5-4A40-49CC-9FCE-908B7044F35B}"/>
              </a:ext>
            </a:extLst>
          </p:cNvPr>
          <p:cNvSpPr>
            <a:spLocks xmlns:a="http://schemas.openxmlformats.org/drawingml/2006/main" noGrp="1"/>
          </p:cNvSpPr>
          <p:nvPr/>
        </p:nvSpPr>
        <p:spPr>
          <a:xfrm xmlns:a="http://schemas.openxmlformats.org/drawingml/2006/main">
            <a:off x="5276850" y="3233738"/>
            <a:ext cx="152400" cy="100013"/>
          </a:xfrm>
          <a:prstGeom xmlns:a="http://schemas.openxmlformats.org/drawingml/2006/main" prst="rect">
            <a:avLst/>
          </a:prstGeom>
          <a:solidFill xmlns:a="http://schemas.openxmlformats.org/drawingml/2006/main">
            <a:srgbClr val="DA99A1"/>
          </a:solidFill>
          <a:ln xmlns:a="http://schemas.openxmlformats.org/drawingml/2006/main" w="0">
            <a:noFill/>
          </a:ln>
        </p:spPr>
      </p:sp>
      <p:sp>
        <p:nvSpPr>
          <p:cNvPr id="159" name="Correlation scale 10">
            <a:extLst xmlns:a="http://schemas.openxmlformats.org/drawingml/2006/main">
              <a:ext uri="{FF2B5EF4-FFF2-40B4-BE49-F238E27FC236}">
                <a16:creationId xmlns:a16="http://schemas.microsoft.com/office/drawing/2014/main" id="{E2D06278-7A71-4A68-ADE7-6CB9D25E4BC9}"/>
              </a:ext>
            </a:extLst>
          </p:cNvPr>
          <p:cNvSpPr>
            <a:spLocks xmlns:a="http://schemas.openxmlformats.org/drawingml/2006/main" noGrp="1"/>
          </p:cNvSpPr>
          <p:nvPr/>
        </p:nvSpPr>
        <p:spPr>
          <a:xfrm xmlns:a="http://schemas.openxmlformats.org/drawingml/2006/main">
            <a:off x="5276850" y="3333750"/>
            <a:ext cx="152400" cy="100013"/>
          </a:xfrm>
          <a:prstGeom xmlns:a="http://schemas.openxmlformats.org/drawingml/2006/main" prst="rect">
            <a:avLst/>
          </a:prstGeom>
          <a:solidFill xmlns:a="http://schemas.openxmlformats.org/drawingml/2006/main">
            <a:srgbClr val="DFA8AF"/>
          </a:solidFill>
          <a:ln xmlns:a="http://schemas.openxmlformats.org/drawingml/2006/main" w="0">
            <a:noFill/>
          </a:ln>
        </p:spPr>
      </p:sp>
      <p:sp>
        <p:nvSpPr>
          <p:cNvPr id="160" name="Correlation scale 11">
            <a:extLst xmlns:a="http://schemas.openxmlformats.org/drawingml/2006/main">
              <a:ext uri="{FF2B5EF4-FFF2-40B4-BE49-F238E27FC236}">
                <a16:creationId xmlns:a16="http://schemas.microsoft.com/office/drawing/2014/main" id="{59B221AC-6729-4B52-9894-553C86847AB9}"/>
              </a:ext>
            </a:extLst>
          </p:cNvPr>
          <p:cNvSpPr>
            <a:spLocks xmlns:a="http://schemas.openxmlformats.org/drawingml/2006/main" noGrp="1"/>
          </p:cNvSpPr>
          <p:nvPr/>
        </p:nvSpPr>
        <p:spPr>
          <a:xfrm xmlns:a="http://schemas.openxmlformats.org/drawingml/2006/main">
            <a:off x="5276850" y="3433763"/>
            <a:ext cx="152400" cy="100013"/>
          </a:xfrm>
          <a:prstGeom xmlns:a="http://schemas.openxmlformats.org/drawingml/2006/main" prst="rect">
            <a:avLst/>
          </a:prstGeom>
          <a:solidFill xmlns:a="http://schemas.openxmlformats.org/drawingml/2006/main">
            <a:srgbClr val="E3B6BC"/>
          </a:solidFill>
          <a:ln xmlns:a="http://schemas.openxmlformats.org/drawingml/2006/main" w="0">
            <a:noFill/>
          </a:ln>
        </p:spPr>
      </p:sp>
      <p:sp>
        <p:nvSpPr>
          <p:cNvPr id="161" name="Correlation scale 12">
            <a:extLst xmlns:a="http://schemas.openxmlformats.org/drawingml/2006/main">
              <a:ext uri="{FF2B5EF4-FFF2-40B4-BE49-F238E27FC236}">
                <a16:creationId xmlns:a16="http://schemas.microsoft.com/office/drawing/2014/main" id="{A2321C29-FA9C-415C-AA94-DED8658FD724}"/>
              </a:ext>
            </a:extLst>
          </p:cNvPr>
          <p:cNvSpPr>
            <a:spLocks xmlns:a="http://schemas.openxmlformats.org/drawingml/2006/main" noGrp="1"/>
          </p:cNvSpPr>
          <p:nvPr/>
        </p:nvSpPr>
        <p:spPr>
          <a:xfrm xmlns:a="http://schemas.openxmlformats.org/drawingml/2006/main">
            <a:off x="5276850" y="3533775"/>
            <a:ext cx="152400" cy="100013"/>
          </a:xfrm>
          <a:prstGeom xmlns:a="http://schemas.openxmlformats.org/drawingml/2006/main" prst="rect">
            <a:avLst/>
          </a:prstGeom>
          <a:solidFill xmlns:a="http://schemas.openxmlformats.org/drawingml/2006/main">
            <a:srgbClr val="E7C5C9"/>
          </a:solidFill>
          <a:ln xmlns:a="http://schemas.openxmlformats.org/drawingml/2006/main" w="0">
            <a:noFill/>
          </a:ln>
        </p:spPr>
      </p:sp>
      <p:sp>
        <p:nvSpPr>
          <p:cNvPr id="162" name="Correlation scale 13">
            <a:extLst xmlns:a="http://schemas.openxmlformats.org/drawingml/2006/main">
              <a:ext uri="{FF2B5EF4-FFF2-40B4-BE49-F238E27FC236}">
                <a16:creationId xmlns:a16="http://schemas.microsoft.com/office/drawing/2014/main" id="{BB18A481-7A17-438D-9E47-A448F7DB09BE}"/>
              </a:ext>
            </a:extLst>
          </p:cNvPr>
          <p:cNvSpPr>
            <a:spLocks xmlns:a="http://schemas.openxmlformats.org/drawingml/2006/main" noGrp="1"/>
          </p:cNvSpPr>
          <p:nvPr/>
        </p:nvSpPr>
        <p:spPr>
          <a:xfrm xmlns:a="http://schemas.openxmlformats.org/drawingml/2006/main">
            <a:off x="5276850" y="3633788"/>
            <a:ext cx="152400" cy="100013"/>
          </a:xfrm>
          <a:prstGeom xmlns:a="http://schemas.openxmlformats.org/drawingml/2006/main" prst="rect">
            <a:avLst/>
          </a:prstGeom>
          <a:solidFill xmlns:a="http://schemas.openxmlformats.org/drawingml/2006/main">
            <a:srgbClr val="ECD3D6"/>
          </a:solidFill>
          <a:ln xmlns:a="http://schemas.openxmlformats.org/drawingml/2006/main" w="0">
            <a:noFill/>
          </a:ln>
        </p:spPr>
      </p:sp>
      <p:sp>
        <p:nvSpPr>
          <p:cNvPr id="163" name="Correlation scale 14">
            <a:extLst xmlns:a="http://schemas.openxmlformats.org/drawingml/2006/main">
              <a:ext uri="{FF2B5EF4-FFF2-40B4-BE49-F238E27FC236}">
                <a16:creationId xmlns:a16="http://schemas.microsoft.com/office/drawing/2014/main" id="{EF889494-8C12-40A8-AD85-4B0DE2AD217D}"/>
              </a:ext>
            </a:extLst>
          </p:cNvPr>
          <p:cNvSpPr>
            <a:spLocks xmlns:a="http://schemas.openxmlformats.org/drawingml/2006/main" noGrp="1"/>
          </p:cNvSpPr>
          <p:nvPr/>
        </p:nvSpPr>
        <p:spPr>
          <a:xfrm xmlns:a="http://schemas.openxmlformats.org/drawingml/2006/main">
            <a:off x="5276850" y="3733800"/>
            <a:ext cx="152400" cy="100013"/>
          </a:xfrm>
          <a:prstGeom xmlns:a="http://schemas.openxmlformats.org/drawingml/2006/main" prst="rect">
            <a:avLst/>
          </a:prstGeom>
          <a:solidFill xmlns:a="http://schemas.openxmlformats.org/drawingml/2006/main">
            <a:srgbClr val="F0E1E3"/>
          </a:solidFill>
          <a:ln xmlns:a="http://schemas.openxmlformats.org/drawingml/2006/main" w="0">
            <a:noFill/>
          </a:ln>
        </p:spPr>
      </p:sp>
      <p:sp>
        <p:nvSpPr>
          <p:cNvPr id="164" name="Correlation scale 15">
            <a:extLst xmlns:a="http://schemas.openxmlformats.org/drawingml/2006/main">
              <a:ext uri="{FF2B5EF4-FFF2-40B4-BE49-F238E27FC236}">
                <a16:creationId xmlns:a16="http://schemas.microsoft.com/office/drawing/2014/main" id="{7464B33E-C9EF-40C9-BF21-ECA2744B5392}"/>
              </a:ext>
            </a:extLst>
          </p:cNvPr>
          <p:cNvSpPr>
            <a:spLocks xmlns:a="http://schemas.openxmlformats.org/drawingml/2006/main" noGrp="1"/>
          </p:cNvSpPr>
          <p:nvPr/>
        </p:nvSpPr>
        <p:spPr>
          <a:xfrm xmlns:a="http://schemas.openxmlformats.org/drawingml/2006/main">
            <a:off x="5276850" y="3833813"/>
            <a:ext cx="152400" cy="100013"/>
          </a:xfrm>
          <a:prstGeom xmlns:a="http://schemas.openxmlformats.org/drawingml/2006/main" prst="rect">
            <a:avLst/>
          </a:prstGeom>
          <a:solidFill xmlns:a="http://schemas.openxmlformats.org/drawingml/2006/main">
            <a:srgbClr val="F5F0F0"/>
          </a:solidFill>
          <a:ln xmlns:a="http://schemas.openxmlformats.org/drawingml/2006/main" w="0">
            <a:noFill/>
          </a:ln>
        </p:spPr>
      </p:sp>
      <p:sp>
        <p:nvSpPr>
          <p:cNvPr id="165" name="Correlation scale 16">
            <a:extLst xmlns:a="http://schemas.openxmlformats.org/drawingml/2006/main">
              <a:ext uri="{FF2B5EF4-FFF2-40B4-BE49-F238E27FC236}">
                <a16:creationId xmlns:a16="http://schemas.microsoft.com/office/drawing/2014/main" id="{2145A281-6538-4E4D-A6C7-6A8CB38068F4}"/>
              </a:ext>
            </a:extLst>
          </p:cNvPr>
          <p:cNvSpPr>
            <a:spLocks xmlns:a="http://schemas.openxmlformats.org/drawingml/2006/main" noGrp="1"/>
          </p:cNvSpPr>
          <p:nvPr/>
        </p:nvSpPr>
        <p:spPr>
          <a:xfrm xmlns:a="http://schemas.openxmlformats.org/drawingml/2006/main">
            <a:off x="5276850" y="3933825"/>
            <a:ext cx="152400" cy="100013"/>
          </a:xfrm>
          <a:prstGeom xmlns:a="http://schemas.openxmlformats.org/drawingml/2006/main" prst="rect">
            <a:avLst/>
          </a:prstGeom>
          <a:solidFill xmlns:a="http://schemas.openxmlformats.org/drawingml/2006/main">
            <a:srgbClr val="F0F2F5"/>
          </a:solidFill>
          <a:ln xmlns:a="http://schemas.openxmlformats.org/drawingml/2006/main" w="0">
            <a:noFill/>
          </a:ln>
        </p:spPr>
      </p:sp>
      <p:sp>
        <p:nvSpPr>
          <p:cNvPr id="166" name="Correlation scale 17">
            <a:extLst xmlns:a="http://schemas.openxmlformats.org/drawingml/2006/main">
              <a:ext uri="{FF2B5EF4-FFF2-40B4-BE49-F238E27FC236}">
                <a16:creationId xmlns:a16="http://schemas.microsoft.com/office/drawing/2014/main" id="{5A95ECBA-DED5-4693-A934-C0E94842EF82}"/>
              </a:ext>
            </a:extLst>
          </p:cNvPr>
          <p:cNvSpPr>
            <a:spLocks xmlns:a="http://schemas.openxmlformats.org/drawingml/2006/main" noGrp="1"/>
          </p:cNvSpPr>
          <p:nvPr/>
        </p:nvSpPr>
        <p:spPr>
          <a:xfrm xmlns:a="http://schemas.openxmlformats.org/drawingml/2006/main">
            <a:off x="5276850" y="4033838"/>
            <a:ext cx="152400" cy="100013"/>
          </a:xfrm>
          <a:prstGeom xmlns:a="http://schemas.openxmlformats.org/drawingml/2006/main" prst="rect">
            <a:avLst/>
          </a:prstGeom>
          <a:solidFill xmlns:a="http://schemas.openxmlformats.org/drawingml/2006/main">
            <a:srgbClr val="E2E9F0"/>
          </a:solidFill>
          <a:ln xmlns:a="http://schemas.openxmlformats.org/drawingml/2006/main" w="0">
            <a:noFill/>
          </a:ln>
        </p:spPr>
      </p:sp>
      <p:sp>
        <p:nvSpPr>
          <p:cNvPr id="167" name="Correlation scale 18">
            <a:extLst xmlns:a="http://schemas.openxmlformats.org/drawingml/2006/main">
              <a:ext uri="{FF2B5EF4-FFF2-40B4-BE49-F238E27FC236}">
                <a16:creationId xmlns:a16="http://schemas.microsoft.com/office/drawing/2014/main" id="{D4F8E706-B05C-4B02-A5E1-32145D3BF09C}"/>
              </a:ext>
            </a:extLst>
          </p:cNvPr>
          <p:cNvSpPr>
            <a:spLocks xmlns:a="http://schemas.openxmlformats.org/drawingml/2006/main" noGrp="1"/>
          </p:cNvSpPr>
          <p:nvPr/>
        </p:nvSpPr>
        <p:spPr>
          <a:xfrm xmlns:a="http://schemas.openxmlformats.org/drawingml/2006/main">
            <a:off x="5276850" y="4133850"/>
            <a:ext cx="152400" cy="100013"/>
          </a:xfrm>
          <a:prstGeom xmlns:a="http://schemas.openxmlformats.org/drawingml/2006/main" prst="rect">
            <a:avLst/>
          </a:prstGeom>
          <a:solidFill xmlns:a="http://schemas.openxmlformats.org/drawingml/2006/main">
            <a:srgbClr val="D4E0EB"/>
          </a:solidFill>
          <a:ln xmlns:a="http://schemas.openxmlformats.org/drawingml/2006/main" w="0">
            <a:noFill/>
          </a:ln>
        </p:spPr>
      </p:sp>
      <p:sp>
        <p:nvSpPr>
          <p:cNvPr id="168" name="Correlation scale 19">
            <a:extLst xmlns:a="http://schemas.openxmlformats.org/drawingml/2006/main">
              <a:ext uri="{FF2B5EF4-FFF2-40B4-BE49-F238E27FC236}">
                <a16:creationId xmlns:a16="http://schemas.microsoft.com/office/drawing/2014/main" id="{9693F9AB-2DF5-4071-BB59-E71327EA8CAB}"/>
              </a:ext>
            </a:extLst>
          </p:cNvPr>
          <p:cNvSpPr>
            <a:spLocks xmlns:a="http://schemas.openxmlformats.org/drawingml/2006/main" noGrp="1"/>
          </p:cNvSpPr>
          <p:nvPr/>
        </p:nvSpPr>
        <p:spPr>
          <a:xfrm xmlns:a="http://schemas.openxmlformats.org/drawingml/2006/main">
            <a:off x="5276850" y="4233863"/>
            <a:ext cx="152400" cy="100013"/>
          </a:xfrm>
          <a:prstGeom xmlns:a="http://schemas.openxmlformats.org/drawingml/2006/main" prst="rect">
            <a:avLst/>
          </a:prstGeom>
          <a:solidFill xmlns:a="http://schemas.openxmlformats.org/drawingml/2006/main">
            <a:srgbClr val="C7D6E6"/>
          </a:solidFill>
          <a:ln xmlns:a="http://schemas.openxmlformats.org/drawingml/2006/main" w="0">
            <a:noFill/>
          </a:ln>
        </p:spPr>
      </p:sp>
      <p:sp>
        <p:nvSpPr>
          <p:cNvPr id="169" name="Correlation scale 20">
            <a:extLst xmlns:a="http://schemas.openxmlformats.org/drawingml/2006/main">
              <a:ext uri="{FF2B5EF4-FFF2-40B4-BE49-F238E27FC236}">
                <a16:creationId xmlns:a16="http://schemas.microsoft.com/office/drawing/2014/main" id="{B680BC13-FE82-4859-9F6B-8026538A1251}"/>
              </a:ext>
            </a:extLst>
          </p:cNvPr>
          <p:cNvSpPr>
            <a:spLocks xmlns:a="http://schemas.openxmlformats.org/drawingml/2006/main" noGrp="1"/>
          </p:cNvSpPr>
          <p:nvPr/>
        </p:nvSpPr>
        <p:spPr>
          <a:xfrm xmlns:a="http://schemas.openxmlformats.org/drawingml/2006/main">
            <a:off x="5276850" y="4333875"/>
            <a:ext cx="152400" cy="100013"/>
          </a:xfrm>
          <a:prstGeom xmlns:a="http://schemas.openxmlformats.org/drawingml/2006/main" prst="rect">
            <a:avLst/>
          </a:prstGeom>
          <a:solidFill xmlns:a="http://schemas.openxmlformats.org/drawingml/2006/main">
            <a:srgbClr val="B9CDE1"/>
          </a:solidFill>
          <a:ln xmlns:a="http://schemas.openxmlformats.org/drawingml/2006/main" w="0">
            <a:noFill/>
          </a:ln>
        </p:spPr>
      </p:sp>
      <p:sp>
        <p:nvSpPr>
          <p:cNvPr id="170" name="Correlation scale 21">
            <a:extLst xmlns:a="http://schemas.openxmlformats.org/drawingml/2006/main">
              <a:ext uri="{FF2B5EF4-FFF2-40B4-BE49-F238E27FC236}">
                <a16:creationId xmlns:a16="http://schemas.microsoft.com/office/drawing/2014/main" id="{9D86CC4C-90E3-4DD0-BD5E-7E50981EE9EF}"/>
              </a:ext>
            </a:extLst>
          </p:cNvPr>
          <p:cNvSpPr>
            <a:spLocks xmlns:a="http://schemas.openxmlformats.org/drawingml/2006/main" noGrp="1"/>
          </p:cNvSpPr>
          <p:nvPr/>
        </p:nvSpPr>
        <p:spPr>
          <a:xfrm xmlns:a="http://schemas.openxmlformats.org/drawingml/2006/main">
            <a:off x="5276850" y="4433888"/>
            <a:ext cx="152400" cy="100013"/>
          </a:xfrm>
          <a:prstGeom xmlns:a="http://schemas.openxmlformats.org/drawingml/2006/main" prst="rect">
            <a:avLst/>
          </a:prstGeom>
          <a:solidFill xmlns:a="http://schemas.openxmlformats.org/drawingml/2006/main">
            <a:srgbClr val="ABC4DC"/>
          </a:solidFill>
          <a:ln xmlns:a="http://schemas.openxmlformats.org/drawingml/2006/main" w="0">
            <a:noFill/>
          </a:ln>
        </p:spPr>
      </p:sp>
      <p:sp>
        <p:nvSpPr>
          <p:cNvPr id="171" name="Correlation scale 22">
            <a:extLst xmlns:a="http://schemas.openxmlformats.org/drawingml/2006/main">
              <a:ext uri="{FF2B5EF4-FFF2-40B4-BE49-F238E27FC236}">
                <a16:creationId xmlns:a16="http://schemas.microsoft.com/office/drawing/2014/main" id="{48F660AC-4CCC-459D-AAB2-DA9F65C6ED05}"/>
              </a:ext>
            </a:extLst>
          </p:cNvPr>
          <p:cNvSpPr>
            <a:spLocks xmlns:a="http://schemas.openxmlformats.org/drawingml/2006/main" noGrp="1"/>
          </p:cNvSpPr>
          <p:nvPr/>
        </p:nvSpPr>
        <p:spPr>
          <a:xfrm xmlns:a="http://schemas.openxmlformats.org/drawingml/2006/main">
            <a:off x="5276850" y="4533900"/>
            <a:ext cx="152400" cy="100013"/>
          </a:xfrm>
          <a:prstGeom xmlns:a="http://schemas.openxmlformats.org/drawingml/2006/main" prst="rect">
            <a:avLst/>
          </a:prstGeom>
          <a:solidFill xmlns:a="http://schemas.openxmlformats.org/drawingml/2006/main">
            <a:srgbClr val="9DBAD8"/>
          </a:solidFill>
          <a:ln xmlns:a="http://schemas.openxmlformats.org/drawingml/2006/main" w="0">
            <a:noFill/>
          </a:ln>
        </p:spPr>
      </p:sp>
      <p:sp>
        <p:nvSpPr>
          <p:cNvPr id="172" name="Correlation scale 23">
            <a:extLst xmlns:a="http://schemas.openxmlformats.org/drawingml/2006/main">
              <a:ext uri="{FF2B5EF4-FFF2-40B4-BE49-F238E27FC236}">
                <a16:creationId xmlns:a16="http://schemas.microsoft.com/office/drawing/2014/main" id="{20A624AD-6064-4738-95F8-FF164E654D8D}"/>
              </a:ext>
            </a:extLst>
          </p:cNvPr>
          <p:cNvSpPr>
            <a:spLocks xmlns:a="http://schemas.openxmlformats.org/drawingml/2006/main" noGrp="1"/>
          </p:cNvSpPr>
          <p:nvPr/>
        </p:nvSpPr>
        <p:spPr>
          <a:xfrm xmlns:a="http://schemas.openxmlformats.org/drawingml/2006/main">
            <a:off x="5276850" y="4633913"/>
            <a:ext cx="152400" cy="100013"/>
          </a:xfrm>
          <a:prstGeom xmlns:a="http://schemas.openxmlformats.org/drawingml/2006/main" prst="rect">
            <a:avLst/>
          </a:prstGeom>
          <a:solidFill xmlns:a="http://schemas.openxmlformats.org/drawingml/2006/main">
            <a:srgbClr val="8FB1D3"/>
          </a:solidFill>
          <a:ln xmlns:a="http://schemas.openxmlformats.org/drawingml/2006/main" w="0">
            <a:noFill/>
          </a:ln>
        </p:spPr>
      </p:sp>
      <p:sp>
        <p:nvSpPr>
          <p:cNvPr id="173" name="Correlation scale 24">
            <a:extLst xmlns:a="http://schemas.openxmlformats.org/drawingml/2006/main">
              <a:ext uri="{FF2B5EF4-FFF2-40B4-BE49-F238E27FC236}">
                <a16:creationId xmlns:a16="http://schemas.microsoft.com/office/drawing/2014/main" id="{CF9A6939-EA2E-4E08-8644-78D31E9CDDDF}"/>
              </a:ext>
            </a:extLst>
          </p:cNvPr>
          <p:cNvSpPr>
            <a:spLocks xmlns:a="http://schemas.openxmlformats.org/drawingml/2006/main" noGrp="1"/>
          </p:cNvSpPr>
          <p:nvPr/>
        </p:nvSpPr>
        <p:spPr>
          <a:xfrm xmlns:a="http://schemas.openxmlformats.org/drawingml/2006/main">
            <a:off x="5276850" y="4733925"/>
            <a:ext cx="152400" cy="100013"/>
          </a:xfrm>
          <a:prstGeom xmlns:a="http://schemas.openxmlformats.org/drawingml/2006/main" prst="rect">
            <a:avLst/>
          </a:prstGeom>
          <a:solidFill xmlns:a="http://schemas.openxmlformats.org/drawingml/2006/main">
            <a:srgbClr val="82A7CE"/>
          </a:solidFill>
          <a:ln xmlns:a="http://schemas.openxmlformats.org/drawingml/2006/main" w="0">
            <a:noFill/>
          </a:ln>
        </p:spPr>
      </p:sp>
      <p:sp>
        <p:nvSpPr>
          <p:cNvPr id="174" name="Correlation scale 25">
            <a:extLst xmlns:a="http://schemas.openxmlformats.org/drawingml/2006/main">
              <a:ext uri="{FF2B5EF4-FFF2-40B4-BE49-F238E27FC236}">
                <a16:creationId xmlns:a16="http://schemas.microsoft.com/office/drawing/2014/main" id="{7FCB90E0-5BF1-41E1-BE27-9A13724A3F55}"/>
              </a:ext>
            </a:extLst>
          </p:cNvPr>
          <p:cNvSpPr>
            <a:spLocks xmlns:a="http://schemas.openxmlformats.org/drawingml/2006/main" noGrp="1"/>
          </p:cNvSpPr>
          <p:nvPr/>
        </p:nvSpPr>
        <p:spPr>
          <a:xfrm xmlns:a="http://schemas.openxmlformats.org/drawingml/2006/main">
            <a:off x="5276850" y="4833938"/>
            <a:ext cx="152400" cy="100013"/>
          </a:xfrm>
          <a:prstGeom xmlns:a="http://schemas.openxmlformats.org/drawingml/2006/main" prst="rect">
            <a:avLst/>
          </a:prstGeom>
          <a:solidFill xmlns:a="http://schemas.openxmlformats.org/drawingml/2006/main">
            <a:srgbClr val="749EC9"/>
          </a:solidFill>
          <a:ln xmlns:a="http://schemas.openxmlformats.org/drawingml/2006/main" w="0">
            <a:noFill/>
          </a:ln>
        </p:spPr>
      </p:sp>
      <p:sp>
        <p:nvSpPr>
          <p:cNvPr id="175" name="Correlation scale 26">
            <a:extLst xmlns:a="http://schemas.openxmlformats.org/drawingml/2006/main">
              <a:ext uri="{FF2B5EF4-FFF2-40B4-BE49-F238E27FC236}">
                <a16:creationId xmlns:a16="http://schemas.microsoft.com/office/drawing/2014/main" id="{B0D74079-312C-4F30-AF47-C1913ED852CA}"/>
              </a:ext>
            </a:extLst>
          </p:cNvPr>
          <p:cNvSpPr>
            <a:spLocks xmlns:a="http://schemas.openxmlformats.org/drawingml/2006/main" noGrp="1"/>
          </p:cNvSpPr>
          <p:nvPr/>
        </p:nvSpPr>
        <p:spPr>
          <a:xfrm xmlns:a="http://schemas.openxmlformats.org/drawingml/2006/main">
            <a:off x="5276850" y="4933950"/>
            <a:ext cx="152400" cy="100013"/>
          </a:xfrm>
          <a:prstGeom xmlns:a="http://schemas.openxmlformats.org/drawingml/2006/main" prst="rect">
            <a:avLst/>
          </a:prstGeom>
          <a:solidFill xmlns:a="http://schemas.openxmlformats.org/drawingml/2006/main">
            <a:srgbClr val="6695C4"/>
          </a:solidFill>
          <a:ln xmlns:a="http://schemas.openxmlformats.org/drawingml/2006/main" w="0">
            <a:noFill/>
          </a:ln>
        </p:spPr>
      </p:sp>
      <p:sp>
        <p:nvSpPr>
          <p:cNvPr id="176" name="Correlation scale 27">
            <a:extLst xmlns:a="http://schemas.openxmlformats.org/drawingml/2006/main">
              <a:ext uri="{FF2B5EF4-FFF2-40B4-BE49-F238E27FC236}">
                <a16:creationId xmlns:a16="http://schemas.microsoft.com/office/drawing/2014/main" id="{291CE2F5-6657-495F-A9BC-BF234C2234B4}"/>
              </a:ext>
            </a:extLst>
          </p:cNvPr>
          <p:cNvSpPr>
            <a:spLocks xmlns:a="http://schemas.openxmlformats.org/drawingml/2006/main" noGrp="1"/>
          </p:cNvSpPr>
          <p:nvPr/>
        </p:nvSpPr>
        <p:spPr>
          <a:xfrm xmlns:a="http://schemas.openxmlformats.org/drawingml/2006/main">
            <a:off x="5276850" y="5033963"/>
            <a:ext cx="152400" cy="100013"/>
          </a:xfrm>
          <a:prstGeom xmlns:a="http://schemas.openxmlformats.org/drawingml/2006/main" prst="rect">
            <a:avLst/>
          </a:prstGeom>
          <a:solidFill xmlns:a="http://schemas.openxmlformats.org/drawingml/2006/main">
            <a:srgbClr val="588BBF"/>
          </a:solidFill>
          <a:ln xmlns:a="http://schemas.openxmlformats.org/drawingml/2006/main" w="0">
            <a:noFill/>
          </a:ln>
        </p:spPr>
      </p:sp>
      <p:sp>
        <p:nvSpPr>
          <p:cNvPr id="177" name="Correlation scale 28">
            <a:extLst xmlns:a="http://schemas.openxmlformats.org/drawingml/2006/main">
              <a:ext uri="{FF2B5EF4-FFF2-40B4-BE49-F238E27FC236}">
                <a16:creationId xmlns:a16="http://schemas.microsoft.com/office/drawing/2014/main" id="{EA8F65B9-576C-4F2A-A30E-F3BE08684459}"/>
              </a:ext>
            </a:extLst>
          </p:cNvPr>
          <p:cNvSpPr>
            <a:spLocks xmlns:a="http://schemas.openxmlformats.org/drawingml/2006/main" noGrp="1"/>
          </p:cNvSpPr>
          <p:nvPr/>
        </p:nvSpPr>
        <p:spPr>
          <a:xfrm xmlns:a="http://schemas.openxmlformats.org/drawingml/2006/main">
            <a:off x="5276850" y="5133975"/>
            <a:ext cx="152400" cy="100013"/>
          </a:xfrm>
          <a:prstGeom xmlns:a="http://schemas.openxmlformats.org/drawingml/2006/main" prst="rect">
            <a:avLst/>
          </a:prstGeom>
          <a:solidFill xmlns:a="http://schemas.openxmlformats.org/drawingml/2006/main">
            <a:srgbClr val="4A82BB"/>
          </a:solidFill>
          <a:ln xmlns:a="http://schemas.openxmlformats.org/drawingml/2006/main" w="0">
            <a:noFill/>
          </a:ln>
        </p:spPr>
      </p:sp>
      <p:sp>
        <p:nvSpPr>
          <p:cNvPr id="178" name="Correlation scale 29">
            <a:extLst xmlns:a="http://schemas.openxmlformats.org/drawingml/2006/main">
              <a:ext uri="{FF2B5EF4-FFF2-40B4-BE49-F238E27FC236}">
                <a16:creationId xmlns:a16="http://schemas.microsoft.com/office/drawing/2014/main" id="{198DB658-4D53-474A-B957-AA55E2AC5F92}"/>
              </a:ext>
            </a:extLst>
          </p:cNvPr>
          <p:cNvSpPr>
            <a:spLocks xmlns:a="http://schemas.openxmlformats.org/drawingml/2006/main" noGrp="1"/>
          </p:cNvSpPr>
          <p:nvPr/>
        </p:nvSpPr>
        <p:spPr>
          <a:xfrm xmlns:a="http://schemas.openxmlformats.org/drawingml/2006/main">
            <a:off x="5276850" y="5233988"/>
            <a:ext cx="152400" cy="100013"/>
          </a:xfrm>
          <a:prstGeom xmlns:a="http://schemas.openxmlformats.org/drawingml/2006/main" prst="rect">
            <a:avLst/>
          </a:prstGeom>
          <a:solidFill xmlns:a="http://schemas.openxmlformats.org/drawingml/2006/main">
            <a:srgbClr val="3D79B6"/>
          </a:solidFill>
          <a:ln xmlns:a="http://schemas.openxmlformats.org/drawingml/2006/main" w="0">
            <a:noFill/>
          </a:ln>
        </p:spPr>
      </p:sp>
      <p:sp>
        <p:nvSpPr>
          <p:cNvPr id="179" name="Correlation scale 30">
            <a:extLst xmlns:a="http://schemas.openxmlformats.org/drawingml/2006/main">
              <a:ext uri="{FF2B5EF4-FFF2-40B4-BE49-F238E27FC236}">
                <a16:creationId xmlns:a16="http://schemas.microsoft.com/office/drawing/2014/main" id="{6EE9F2CC-088C-46AF-BA3E-889B4BA53C95}"/>
              </a:ext>
            </a:extLst>
          </p:cNvPr>
          <p:cNvSpPr>
            <a:spLocks xmlns:a="http://schemas.openxmlformats.org/drawingml/2006/main" noGrp="1"/>
          </p:cNvSpPr>
          <p:nvPr/>
        </p:nvSpPr>
        <p:spPr>
          <a:xfrm xmlns:a="http://schemas.openxmlformats.org/drawingml/2006/main">
            <a:off x="5276850" y="5334000"/>
            <a:ext cx="152400" cy="100013"/>
          </a:xfrm>
          <a:prstGeom xmlns:a="http://schemas.openxmlformats.org/drawingml/2006/main" prst="rect">
            <a:avLst/>
          </a:prstGeom>
          <a:solidFill xmlns:a="http://schemas.openxmlformats.org/drawingml/2006/main">
            <a:srgbClr val="2F6FB1"/>
          </a:solidFill>
          <a:ln xmlns:a="http://schemas.openxmlformats.org/drawingml/2006/main" w="0">
            <a:noFill/>
          </a:ln>
        </p:spPr>
      </p:sp>
      <p:sp>
        <p:nvSpPr>
          <p:cNvPr id="180" name="Correlation scale 31">
            <a:extLst xmlns:a="http://schemas.openxmlformats.org/drawingml/2006/main">
              <a:ext uri="{FF2B5EF4-FFF2-40B4-BE49-F238E27FC236}">
                <a16:creationId xmlns:a16="http://schemas.microsoft.com/office/drawing/2014/main" id="{330B654C-92D6-4C09-A8F1-83EE9858BA44}"/>
              </a:ext>
            </a:extLst>
          </p:cNvPr>
          <p:cNvSpPr>
            <a:spLocks xmlns:a="http://schemas.openxmlformats.org/drawingml/2006/main" noGrp="1"/>
          </p:cNvSpPr>
          <p:nvPr/>
        </p:nvSpPr>
        <p:spPr>
          <a:xfrm xmlns:a="http://schemas.openxmlformats.org/drawingml/2006/main">
            <a:off x="5276850" y="5434013"/>
            <a:ext cx="152400" cy="100013"/>
          </a:xfrm>
          <a:prstGeom xmlns:a="http://schemas.openxmlformats.org/drawingml/2006/main" prst="rect">
            <a:avLst/>
          </a:prstGeom>
          <a:solidFill xmlns:a="http://schemas.openxmlformats.org/drawingml/2006/main">
            <a:srgbClr val="2166AC"/>
          </a:solidFill>
          <a:ln xmlns:a="http://schemas.openxmlformats.org/drawingml/2006/main" w="0">
            <a:noFill/>
          </a:ln>
        </p:spPr>
      </p:sp>
      <p:sp>
        <p:nvSpPr>
          <p:cNvPr id="181" name="+1">
            <a:extLst xmlns:a="http://schemas.openxmlformats.org/drawingml/2006/main">
              <a:ext uri="{FF2B5EF4-FFF2-40B4-BE49-F238E27FC236}">
                <a16:creationId xmlns:a16="http://schemas.microsoft.com/office/drawing/2014/main" id="{BD96D9A0-67ED-4819-8ACB-AEB5FF0397E1}"/>
              </a:ext>
            </a:extLst>
          </p:cNvPr>
          <p:cNvSpPr>
            <a:spLocks xmlns:a="http://schemas.openxmlformats.org/drawingml/2006/main" noGrp="1"/>
          </p:cNvSpPr>
          <p:nvPr/>
        </p:nvSpPr>
        <p:spPr>
          <a:xfrm xmlns:a="http://schemas.openxmlformats.org/drawingml/2006/main">
            <a:off x="5495925" y="22955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182" name="0">
            <a:extLst xmlns:a="http://schemas.openxmlformats.org/drawingml/2006/main">
              <a:ext uri="{FF2B5EF4-FFF2-40B4-BE49-F238E27FC236}">
                <a16:creationId xmlns:a16="http://schemas.microsoft.com/office/drawing/2014/main" id="{E203092C-9717-4F5F-99B5-F1BBBB63D8B8}"/>
              </a:ext>
            </a:extLst>
          </p:cNvPr>
          <p:cNvSpPr>
            <a:spLocks xmlns:a="http://schemas.openxmlformats.org/drawingml/2006/main" noGrp="1"/>
          </p:cNvSpPr>
          <p:nvPr/>
        </p:nvSpPr>
        <p:spPr>
          <a:xfrm xmlns:a="http://schemas.openxmlformats.org/drawingml/2006/main">
            <a:off x="5495925" y="38100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183" name="−1">
            <a:extLst xmlns:a="http://schemas.openxmlformats.org/drawingml/2006/main">
              <a:ext uri="{FF2B5EF4-FFF2-40B4-BE49-F238E27FC236}">
                <a16:creationId xmlns:a16="http://schemas.microsoft.com/office/drawing/2014/main" id="{B446EEBF-847B-4943-9A90-907C38008138}"/>
              </a:ext>
            </a:extLst>
          </p:cNvPr>
          <p:cNvSpPr>
            <a:spLocks xmlns:a="http://schemas.openxmlformats.org/drawingml/2006/main" noGrp="1"/>
          </p:cNvSpPr>
          <p:nvPr/>
        </p:nvSpPr>
        <p:spPr>
          <a:xfrm xmlns:a="http://schemas.openxmlformats.org/drawingml/2006/main">
            <a:off x="5495925" y="532447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184" name="Spearman ρ">
            <a:extLst xmlns:a="http://schemas.openxmlformats.org/drawingml/2006/main">
              <a:ext uri="{FF2B5EF4-FFF2-40B4-BE49-F238E27FC236}">
                <a16:creationId xmlns:a16="http://schemas.microsoft.com/office/drawing/2014/main" id="{75C2FBE8-381D-4CF9-80DB-B8710ED86DB7}"/>
              </a:ext>
            </a:extLst>
          </p:cNvPr>
          <p:cNvSpPr>
            <a:spLocks xmlns:a="http://schemas.openxmlformats.org/drawingml/2006/main" noGrp="1"/>
          </p:cNvSpPr>
          <p:nvPr/>
        </p:nvSpPr>
        <p:spPr>
          <a:xfrm xmlns:a="http://schemas.openxmlformats.org/drawingml/2006/main">
            <a:off x="1857375" y="16097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vl1pPr algn="l">
              <a:defRPr sz="2500" b="1">
                <a:solidFill>
                  <a:srgbClr val="000000"/>
                </a:solidFill>
                <a:latin typeface="Arial"/>
                <a:ea typeface="Arial"/>
                <a:cs typeface="Arial"/>
              </a:defRPr>
            </a:lvl1pPr>
            <a:lvl2pPr algn="l">
              <a:defRPr sz="2500" b="1">
                <a:solidFill>
                  <a:srgbClr val="000000"/>
                </a:solidFill>
                <a:latin typeface="Arial"/>
                <a:ea typeface="Arial"/>
                <a:cs typeface="Arial"/>
              </a:defRPr>
            </a:lvl2pPr>
            <a:lvl3pPr algn="l">
              <a:defRPr sz="2500" b="1">
                <a:solidFill>
                  <a:srgbClr val="000000"/>
                </a:solidFill>
                <a:latin typeface="Arial"/>
                <a:ea typeface="Arial"/>
                <a:cs typeface="Arial"/>
              </a:defRPr>
            </a:lvl3pPr>
            <a:lvl4pPr algn="l">
              <a:defRPr sz="2500" b="1">
                <a:solidFill>
                  <a:srgbClr val="000000"/>
                </a:solidFill>
                <a:latin typeface="Arial"/>
                <a:ea typeface="Arial"/>
                <a:cs typeface="Arial"/>
              </a:defRPr>
            </a:lvl4pPr>
            <a:lvl5pPr algn="l">
              <a:defRPr sz="2500" b="1">
                <a:solidFill>
                  <a:srgbClr val="000000"/>
                </a:solidFill>
                <a:latin typeface="Arial"/>
                <a:ea typeface="Arial"/>
                <a:cs typeface="Arial"/>
              </a:defRPr>
            </a:lvl5pPr>
            <a:lvl6pPr algn="l">
              <a:defRPr sz="2500" b="1">
                <a:solidFill>
                  <a:srgbClr val="000000"/>
                </a:solidFill>
                <a:latin typeface="Arial"/>
                <a:ea typeface="Arial"/>
                <a:cs typeface="Arial"/>
              </a:defRPr>
            </a:lvl6pPr>
            <a:lvl7pPr algn="l">
              <a:defRPr sz="2500" b="1">
                <a:solidFill>
                  <a:srgbClr val="000000"/>
                </a:solidFill>
                <a:latin typeface="Arial"/>
                <a:ea typeface="Arial"/>
                <a:cs typeface="Arial"/>
              </a:defRPr>
            </a:lvl7pPr>
            <a:lvl8pPr algn="l">
              <a:defRPr sz="2500" b="1">
                <a:solidFill>
                  <a:srgbClr val="000000"/>
                </a:solidFill>
                <a:latin typeface="Arial"/>
                <a:ea typeface="Arial"/>
                <a:cs typeface="Arial"/>
              </a:defRPr>
            </a:lvl8pPr>
            <a:lvl9pPr algn="l">
              <a:defRPr sz="2500" b="1">
                <a:solidFill>
                  <a:srgbClr val="000000"/>
                </a:solidFill>
                <a:latin typeface="Arial"/>
                <a:ea typeface="Arial"/>
                <a:cs typeface="Arial"/>
              </a:defRPr>
            </a:lvl9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85" name="Shell weight ↔ Rings">
            <a:extLst xmlns:a="http://schemas.openxmlformats.org/drawingml/2006/main">
              <a:ext uri="{FF2B5EF4-FFF2-40B4-BE49-F238E27FC236}">
                <a16:creationId xmlns:a16="http://schemas.microsoft.com/office/drawing/2014/main" id="{D25B9278-F16A-4662-86A5-B75C70C6694F}"/>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86" name="Pearson r = 0.628&#10;Spearman ρ = 0.693&#10;n = 3,341">
            <a:extLst xmlns:a="http://schemas.openxmlformats.org/drawingml/2006/main">
              <a:ext uri="{FF2B5EF4-FFF2-40B4-BE49-F238E27FC236}">
                <a16:creationId xmlns:a16="http://schemas.microsoft.com/office/drawing/2014/main" id="{DCAC63B3-E666-49CB-9174-019E67F7AE58}"/>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vl1pPr algn="l">
              <a:defRPr sz="2500" b="0">
                <a:solidFill>
                  <a:srgbClr val="000000"/>
                </a:solidFill>
                <a:latin typeface="Arial"/>
                <a:ea typeface="Arial"/>
                <a:cs typeface="Arial"/>
              </a:defRPr>
            </a:lvl1pPr>
            <a:lvl2pPr algn="l">
              <a:defRPr sz="2500" b="0">
                <a:solidFill>
                  <a:srgbClr val="000000"/>
                </a:solidFill>
                <a:latin typeface="Arial"/>
                <a:ea typeface="Arial"/>
                <a:cs typeface="Arial"/>
              </a:defRPr>
            </a:lvl2pPr>
            <a:lvl3pPr algn="l">
              <a:defRPr sz="2500" b="0">
                <a:solidFill>
                  <a:srgbClr val="000000"/>
                </a:solidFill>
                <a:latin typeface="Arial"/>
                <a:ea typeface="Arial"/>
                <a:cs typeface="Arial"/>
              </a:defRPr>
            </a:lvl3pPr>
            <a:lvl4pPr algn="l">
              <a:defRPr sz="2500" b="0">
                <a:solidFill>
                  <a:srgbClr val="000000"/>
                </a:solidFill>
                <a:latin typeface="Arial"/>
                <a:ea typeface="Arial"/>
                <a:cs typeface="Arial"/>
              </a:defRPr>
            </a:lvl4pPr>
            <a:lvl5pPr algn="l">
              <a:defRPr sz="2500" b="0">
                <a:solidFill>
                  <a:srgbClr val="000000"/>
                </a:solidFill>
                <a:latin typeface="Arial"/>
                <a:ea typeface="Arial"/>
                <a:cs typeface="Arial"/>
              </a:defRPr>
            </a:lvl5pPr>
            <a:lvl6pPr algn="l">
              <a:defRPr sz="2500" b="0">
                <a:solidFill>
                  <a:srgbClr val="000000"/>
                </a:solidFill>
                <a:latin typeface="Arial"/>
                <a:ea typeface="Arial"/>
                <a:cs typeface="Arial"/>
              </a:defRPr>
            </a:lvl6pPr>
            <a:lvl7pPr algn="l">
              <a:defRPr sz="2500" b="0">
                <a:solidFill>
                  <a:srgbClr val="000000"/>
                </a:solidFill>
                <a:latin typeface="Arial"/>
                <a:ea typeface="Arial"/>
                <a:cs typeface="Arial"/>
              </a:defRPr>
            </a:lvl7pPr>
            <a:lvl8pPr algn="l">
              <a:defRPr sz="2500" b="0">
                <a:solidFill>
                  <a:srgbClr val="000000"/>
                </a:solidFill>
                <a:latin typeface="Arial"/>
                <a:ea typeface="Arial"/>
                <a:cs typeface="Arial"/>
              </a:defRPr>
            </a:lvl8pPr>
            <a:lvl9pPr algn="l">
              <a:defRPr sz="2500" b="0">
                <a:solidFill>
                  <a:srgbClr val="000000"/>
                </a:solidFill>
                <a:latin typeface="Arial"/>
                <a:ea typeface="Arial"/>
                <a:cs typeface="Arial"/>
              </a:defRPr>
            </a:lvl9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87" name="High correlation among measurements can destabilize con">
            <a:extLst xmlns:a="http://schemas.openxmlformats.org/drawingml/2006/main">
              <a:ext uri="{FF2B5EF4-FFF2-40B4-BE49-F238E27FC236}">
                <a16:creationId xmlns:a16="http://schemas.microsoft.com/office/drawing/2014/main" id="{8EBE2B4B-2B51-428F-9239-5B6DCE1FBCF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19315274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F477091-CED6-4BE2-9704-AC5DAA3EA366}"/>
              </a:ext>
            </a:extLst>
          </p:cNvPr>
          <p:cNvPicPr>
            <a:picLocks xmlns:a="http://schemas.openxmlformats.org/drawingml/2006/main" noChangeAspect="1"/>
          </p:cNvPicPr>
          <p:nvPr/>
        </p:nvPicPr>
        <p:blipFill>
          <a:blip xmlns:r="http://schemas.openxmlformats.org/officeDocument/2006/relationships" xmlns:a="http://schemas.openxmlformats.org/drawingml/2006/main" r:embed="Rdea7a903f75f49a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F182F96-EAF9-4626-A6A0-BD3A6ECB4F4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749AED54-A79D-465A-9577-2ACBF3D4E8A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38B13B69-9592-4444-B295-1FF90F5E1DD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9A2F6BC5-DB83-4828-877B-B1993A319293}"/>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c2c2c49fb6b441c2"/>
          </a:graphicData>
        </a:graphic>
      </p:graphicFrame>
      <p:sp>
        <p:nvSpPr>
          <p:cNvPr id="6" name="ρ = 0.693">
            <a:extLst xmlns:a="http://schemas.openxmlformats.org/drawingml/2006/main">
              <a:ext uri="{FF2B5EF4-FFF2-40B4-BE49-F238E27FC236}">
                <a16:creationId xmlns:a16="http://schemas.microsoft.com/office/drawing/2014/main" id="{A89A4FE4-9240-4E92-B0B1-C4EB0621494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E951E0F3-A557-4856-9073-FF111404F9BA}"/>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EC90DC01-81CE-4773-8E72-24FC456401C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13562934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7834B97-A94C-4A65-9B22-80C9299EAB2D}"/>
              </a:ext>
            </a:extLst>
          </p:cNvPr>
          <p:cNvPicPr>
            <a:picLocks xmlns:a="http://schemas.openxmlformats.org/drawingml/2006/main" noChangeAspect="1"/>
          </p:cNvPicPr>
          <p:nvPr/>
        </p:nvPicPr>
        <p:blipFill>
          <a:blip xmlns:r="http://schemas.openxmlformats.org/officeDocument/2006/relationships" xmlns:a="http://schemas.openxmlformats.org/drawingml/2006/main" r:embed="Rd148b2dfa5ba46c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59BDAA6-7F5A-4603-A013-2D3377AAFE9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855004C0-F56C-44BF-B316-211B83159BD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169F0803-8EF1-4553-BDB6-356E19B2FEB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C3DAD7C9-C41A-4900-B0ED-B1DB385B309E}"/>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vl1pPr algn="l">
              <a:defRPr sz="3000" b="1">
                <a:solidFill>
                  <a:srgbClr val="000000"/>
                </a:solidFill>
                <a:latin typeface="Arial"/>
                <a:ea typeface="Arial"/>
                <a:cs typeface="Arial"/>
              </a:defRPr>
            </a:lvl1pPr>
            <a:lvl2pPr algn="l">
              <a:defRPr sz="3000" b="1">
                <a:solidFill>
                  <a:srgbClr val="000000"/>
                </a:solidFill>
                <a:latin typeface="Arial"/>
                <a:ea typeface="Arial"/>
                <a:cs typeface="Arial"/>
              </a:defRPr>
            </a:lvl2pPr>
            <a:lvl3pPr algn="l">
              <a:defRPr sz="3000" b="1">
                <a:solidFill>
                  <a:srgbClr val="000000"/>
                </a:solidFill>
                <a:latin typeface="Arial"/>
                <a:ea typeface="Arial"/>
                <a:cs typeface="Arial"/>
              </a:defRPr>
            </a:lvl3pPr>
            <a:lvl4pPr algn="l">
              <a:defRPr sz="3000" b="1">
                <a:solidFill>
                  <a:srgbClr val="000000"/>
                </a:solidFill>
                <a:latin typeface="Arial"/>
                <a:ea typeface="Arial"/>
                <a:cs typeface="Arial"/>
              </a:defRPr>
            </a:lvl4pPr>
            <a:lvl5pPr algn="l">
              <a:defRPr sz="3000" b="1">
                <a:solidFill>
                  <a:srgbClr val="000000"/>
                </a:solidFill>
                <a:latin typeface="Arial"/>
                <a:ea typeface="Arial"/>
                <a:cs typeface="Arial"/>
              </a:defRPr>
            </a:lvl5pPr>
            <a:lvl6pPr algn="l">
              <a:defRPr sz="3000" b="1">
                <a:solidFill>
                  <a:srgbClr val="000000"/>
                </a:solidFill>
                <a:latin typeface="Arial"/>
                <a:ea typeface="Arial"/>
                <a:cs typeface="Arial"/>
              </a:defRPr>
            </a:lvl6pPr>
            <a:lvl7pPr algn="l">
              <a:defRPr sz="3000" b="1">
                <a:solidFill>
                  <a:srgbClr val="000000"/>
                </a:solidFill>
                <a:latin typeface="Arial"/>
                <a:ea typeface="Arial"/>
                <a:cs typeface="Arial"/>
              </a:defRPr>
            </a:lvl7pPr>
            <a:lvl8pPr algn="l">
              <a:defRPr sz="3000" b="1">
                <a:solidFill>
                  <a:srgbClr val="000000"/>
                </a:solidFill>
                <a:latin typeface="Arial"/>
                <a:ea typeface="Arial"/>
                <a:cs typeface="Arial"/>
              </a:defRPr>
            </a:lvl8pPr>
            <a:lvl9pPr algn="l">
              <a:defRPr sz="3000" b="1">
                <a:solidFill>
                  <a:srgbClr val="000000"/>
                </a:solidFill>
                <a:latin typeface="Arial"/>
                <a:ea typeface="Arial"/>
                <a:cs typeface="Arial"/>
              </a:defRPr>
            </a:lvl9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B51C47C7-81C3-43B7-930C-2A8E99EE2683}"/>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65CC45F1-BDDA-4364-BA6C-9F064168668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4452189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39FC5A7-81F4-4591-B6A8-BA3CE50DF5B2}"/>
              </a:ext>
            </a:extLst>
          </p:cNvPr>
          <p:cNvPicPr>
            <a:picLocks xmlns:a="http://schemas.openxmlformats.org/drawingml/2006/main" noChangeAspect="1"/>
          </p:cNvPicPr>
          <p:nvPr/>
        </p:nvPicPr>
        <p:blipFill>
          <a:blip xmlns:r="http://schemas.openxmlformats.org/officeDocument/2006/relationships" xmlns:a="http://schemas.openxmlformats.org/drawingml/2006/main" r:embed="Rf3fd376d0fe341f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1DEEF61-FFFD-48C1-972C-A7B76FB428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659515CE-3CB9-4B1D-BBF7-FFFCE727CF6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52BC3417-DF7F-491F-A415-65E86E83B42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5F99A15C-B60E-4BFF-BAA4-365BF4B48D00}"/>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4c6a7d5471f84be0"/>
          </a:graphicData>
        </a:graphic>
      </p:graphicFrame>
      <p:sp>
        <p:nvSpPr>
          <p:cNvPr id="6" name="Full R² = 0.526">
            <a:extLst xmlns:a="http://schemas.openxmlformats.org/drawingml/2006/main">
              <a:ext uri="{FF2B5EF4-FFF2-40B4-BE49-F238E27FC236}">
                <a16:creationId xmlns:a16="http://schemas.microsoft.com/office/drawing/2014/main" id="{F6603865-2CFD-4530-AF2C-6E421561BDF8}"/>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6DBA70F2-FE9D-4F59-BD00-CAFFEB5EDCA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3BD59CC2-9E60-4347-A469-41182710720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3208411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A6461EB-3E70-4B70-BA1F-2C7323EA4A8B}"/>
              </a:ext>
            </a:extLst>
          </p:cNvPr>
          <p:cNvPicPr>
            <a:picLocks xmlns:a="http://schemas.openxmlformats.org/drawingml/2006/main" noChangeAspect="1"/>
          </p:cNvPicPr>
          <p:nvPr/>
        </p:nvPicPr>
        <p:blipFill>
          <a:blip xmlns:r="http://schemas.openxmlformats.org/officeDocument/2006/relationships" xmlns:a="http://schemas.openxmlformats.org/drawingml/2006/main" r:embed="Rffecc86f82b145a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6C84730-0B89-4734-9444-FE6DD0AB905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A4FB7816-5E85-4713-9C6F-A7CFF1EF067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98D4849B-AE2C-4B04-AF6D-3E5CD76EB9C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584076B1-F1C5-4915-954D-104748EC5EF2}"/>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AB66B7C4-203D-42C6-9EE8-A9803A8503BA}"/>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3AEA2B82-8194-4AB0-9385-ED5A3844D3D3}"/>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9A5DC53D-85D6-46BF-8552-8B97A18AB657}"/>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E98ED9C8-CCC6-4211-8B59-67B8949254D8}"/>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BA9E1404-0445-44A7-88C6-FAA1D3057798}"/>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01BEC4B8-DE55-49D5-8408-5460981F8190}"/>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6F2B015C-9968-4080-94F7-7BD6F2B2E0FA}"/>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0A16D4B7-6D61-4369-81BC-F9E59E18692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1562055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16822AC-F73F-46C0-BEBB-8C5C8A30A266}"/>
              </a:ext>
            </a:extLst>
          </p:cNvPr>
          <p:cNvPicPr>
            <a:picLocks xmlns:a="http://schemas.openxmlformats.org/drawingml/2006/main" noChangeAspect="1"/>
          </p:cNvPicPr>
          <p:nvPr/>
        </p:nvPicPr>
        <p:blipFill>
          <a:blip xmlns:r="http://schemas.openxmlformats.org/officeDocument/2006/relationships" xmlns:a="http://schemas.openxmlformats.org/drawingml/2006/main" r:embed="R46cada1623c9464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7CD4B91-37DD-496E-A10D-B601C6B3D64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AFAF82F8-811C-4513-80DE-06FDBAD379E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C2F26A2B-107B-4166-80EE-76EC8C9744A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C848015C-836A-4F14-9999-9C835A278B4E}"/>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vl1pPr algn="l">
              <a:defRPr sz="2900" b="1">
                <a:solidFill>
                  <a:srgbClr val="000000"/>
                </a:solidFill>
                <a:latin typeface="Arial"/>
                <a:ea typeface="Arial"/>
                <a:cs typeface="Arial"/>
              </a:defRPr>
            </a:lvl1pPr>
            <a:lvl2pPr algn="l">
              <a:defRPr sz="2900" b="1">
                <a:solidFill>
                  <a:srgbClr val="000000"/>
                </a:solidFill>
                <a:latin typeface="Arial"/>
                <a:ea typeface="Arial"/>
                <a:cs typeface="Arial"/>
              </a:defRPr>
            </a:lvl2pPr>
            <a:lvl3pPr algn="l">
              <a:defRPr sz="2900" b="1">
                <a:solidFill>
                  <a:srgbClr val="000000"/>
                </a:solidFill>
                <a:latin typeface="Arial"/>
                <a:ea typeface="Arial"/>
                <a:cs typeface="Arial"/>
              </a:defRPr>
            </a:lvl3pPr>
            <a:lvl4pPr algn="l">
              <a:defRPr sz="2900" b="1">
                <a:solidFill>
                  <a:srgbClr val="000000"/>
                </a:solidFill>
                <a:latin typeface="Arial"/>
                <a:ea typeface="Arial"/>
                <a:cs typeface="Arial"/>
              </a:defRPr>
            </a:lvl4pPr>
            <a:lvl5pPr algn="l">
              <a:defRPr sz="2900" b="1">
                <a:solidFill>
                  <a:srgbClr val="000000"/>
                </a:solidFill>
                <a:latin typeface="Arial"/>
                <a:ea typeface="Arial"/>
                <a:cs typeface="Arial"/>
              </a:defRPr>
            </a:lvl5pPr>
            <a:lvl6pPr algn="l">
              <a:defRPr sz="2900" b="1">
                <a:solidFill>
                  <a:srgbClr val="000000"/>
                </a:solidFill>
                <a:latin typeface="Arial"/>
                <a:ea typeface="Arial"/>
                <a:cs typeface="Arial"/>
              </a:defRPr>
            </a:lvl6pPr>
            <a:lvl7pPr algn="l">
              <a:defRPr sz="2900" b="1">
                <a:solidFill>
                  <a:srgbClr val="000000"/>
                </a:solidFill>
                <a:latin typeface="Arial"/>
                <a:ea typeface="Arial"/>
                <a:cs typeface="Arial"/>
              </a:defRPr>
            </a:lvl7pPr>
            <a:lvl8pPr algn="l">
              <a:defRPr sz="2900" b="1">
                <a:solidFill>
                  <a:srgbClr val="000000"/>
                </a:solidFill>
                <a:latin typeface="Arial"/>
                <a:ea typeface="Arial"/>
                <a:cs typeface="Arial"/>
              </a:defRPr>
            </a:lvl8pPr>
            <a:lvl9pPr algn="l">
              <a:defRPr sz="2900" b="1">
                <a:solidFill>
                  <a:srgbClr val="000000"/>
                </a:solidFill>
                <a:latin typeface="Arial"/>
                <a:ea typeface="Arial"/>
                <a:cs typeface="Arial"/>
              </a:defRPr>
            </a:lvl9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2600556C-9967-41FF-BD5D-000D0BC92A45}"/>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vl1pPr algn="l">
              <a:defRPr sz="2900" b="1">
                <a:solidFill>
                  <a:srgbClr val="000000"/>
                </a:solidFill>
                <a:latin typeface="Arial"/>
                <a:ea typeface="Arial"/>
                <a:cs typeface="Arial"/>
              </a:defRPr>
            </a:lvl1pPr>
            <a:lvl2pPr algn="l">
              <a:defRPr sz="2900" b="1">
                <a:solidFill>
                  <a:srgbClr val="000000"/>
                </a:solidFill>
                <a:latin typeface="Arial"/>
                <a:ea typeface="Arial"/>
                <a:cs typeface="Arial"/>
              </a:defRPr>
            </a:lvl2pPr>
            <a:lvl3pPr algn="l">
              <a:defRPr sz="2900" b="1">
                <a:solidFill>
                  <a:srgbClr val="000000"/>
                </a:solidFill>
                <a:latin typeface="Arial"/>
                <a:ea typeface="Arial"/>
                <a:cs typeface="Arial"/>
              </a:defRPr>
            </a:lvl3pPr>
            <a:lvl4pPr algn="l">
              <a:defRPr sz="2900" b="1">
                <a:solidFill>
                  <a:srgbClr val="000000"/>
                </a:solidFill>
                <a:latin typeface="Arial"/>
                <a:ea typeface="Arial"/>
                <a:cs typeface="Arial"/>
              </a:defRPr>
            </a:lvl4pPr>
            <a:lvl5pPr algn="l">
              <a:defRPr sz="2900" b="1">
                <a:solidFill>
                  <a:srgbClr val="000000"/>
                </a:solidFill>
                <a:latin typeface="Arial"/>
                <a:ea typeface="Arial"/>
                <a:cs typeface="Arial"/>
              </a:defRPr>
            </a:lvl5pPr>
            <a:lvl6pPr algn="l">
              <a:defRPr sz="2900" b="1">
                <a:solidFill>
                  <a:srgbClr val="000000"/>
                </a:solidFill>
                <a:latin typeface="Arial"/>
                <a:ea typeface="Arial"/>
                <a:cs typeface="Arial"/>
              </a:defRPr>
            </a:lvl6pPr>
            <a:lvl7pPr algn="l">
              <a:defRPr sz="2900" b="1">
                <a:solidFill>
                  <a:srgbClr val="000000"/>
                </a:solidFill>
                <a:latin typeface="Arial"/>
                <a:ea typeface="Arial"/>
                <a:cs typeface="Arial"/>
              </a:defRPr>
            </a:lvl7pPr>
            <a:lvl8pPr algn="l">
              <a:defRPr sz="2900" b="1">
                <a:solidFill>
                  <a:srgbClr val="000000"/>
                </a:solidFill>
                <a:latin typeface="Arial"/>
                <a:ea typeface="Arial"/>
                <a:cs typeface="Arial"/>
              </a:defRPr>
            </a:lvl8pPr>
            <a:lvl9pPr algn="l">
              <a:defRPr sz="2900" b="1">
                <a:solidFill>
                  <a:srgbClr val="000000"/>
                </a:solidFill>
                <a:latin typeface="Arial"/>
                <a:ea typeface="Arial"/>
                <a:cs typeface="Arial"/>
              </a:defRPr>
            </a:lvl9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5EFE0D84-25D0-481C-9196-E883335D3925}"/>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vl1pPr algn="l">
              <a:defRPr sz="2500" b="0">
                <a:solidFill>
                  <a:srgbClr val="000000"/>
                </a:solidFill>
                <a:latin typeface="Arial"/>
                <a:ea typeface="Arial"/>
                <a:cs typeface="Arial"/>
              </a:defRPr>
            </a:lvl1pPr>
            <a:lvl2pPr algn="l">
              <a:defRPr sz="2500" b="0">
                <a:solidFill>
                  <a:srgbClr val="000000"/>
                </a:solidFill>
                <a:latin typeface="Arial"/>
                <a:ea typeface="Arial"/>
                <a:cs typeface="Arial"/>
              </a:defRPr>
            </a:lvl2pPr>
            <a:lvl3pPr algn="l">
              <a:defRPr sz="2500" b="0">
                <a:solidFill>
                  <a:srgbClr val="000000"/>
                </a:solidFill>
                <a:latin typeface="Arial"/>
                <a:ea typeface="Arial"/>
                <a:cs typeface="Arial"/>
              </a:defRPr>
            </a:lvl3pPr>
            <a:lvl4pPr algn="l">
              <a:defRPr sz="2500" b="0">
                <a:solidFill>
                  <a:srgbClr val="000000"/>
                </a:solidFill>
                <a:latin typeface="Arial"/>
                <a:ea typeface="Arial"/>
                <a:cs typeface="Arial"/>
              </a:defRPr>
            </a:lvl4pPr>
            <a:lvl5pPr algn="l">
              <a:defRPr sz="2500" b="0">
                <a:solidFill>
                  <a:srgbClr val="000000"/>
                </a:solidFill>
                <a:latin typeface="Arial"/>
                <a:ea typeface="Arial"/>
                <a:cs typeface="Arial"/>
              </a:defRPr>
            </a:lvl5pPr>
            <a:lvl6pPr algn="l">
              <a:defRPr sz="2500" b="0">
                <a:solidFill>
                  <a:srgbClr val="000000"/>
                </a:solidFill>
                <a:latin typeface="Arial"/>
                <a:ea typeface="Arial"/>
                <a:cs typeface="Arial"/>
              </a:defRPr>
            </a:lvl6pPr>
            <a:lvl7pPr algn="l">
              <a:defRPr sz="2500" b="0">
                <a:solidFill>
                  <a:srgbClr val="000000"/>
                </a:solidFill>
                <a:latin typeface="Arial"/>
                <a:ea typeface="Arial"/>
                <a:cs typeface="Arial"/>
              </a:defRPr>
            </a:lvl7pPr>
            <a:lvl8pPr algn="l">
              <a:defRPr sz="2500" b="0">
                <a:solidFill>
                  <a:srgbClr val="000000"/>
                </a:solidFill>
                <a:latin typeface="Arial"/>
                <a:ea typeface="Arial"/>
                <a:cs typeface="Arial"/>
              </a:defRPr>
            </a:lvl8pPr>
            <a:lvl9pPr algn="l">
              <a:defRPr sz="2500" b="0">
                <a:solidFill>
                  <a:srgbClr val="000000"/>
                </a:solidFill>
                <a:latin typeface="Arial"/>
                <a:ea typeface="Arial"/>
                <a:cs typeface="Arial"/>
              </a:defRPr>
            </a:lvl9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0693E919-6094-42C9-9C1C-D5A268C7EEB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14082925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F4DE7C2-E7CA-49D1-9F67-9F056EC749AD}"/>
              </a:ext>
            </a:extLst>
          </p:cNvPr>
          <p:cNvPicPr>
            <a:picLocks xmlns:a="http://schemas.openxmlformats.org/drawingml/2006/main" noChangeAspect="1"/>
          </p:cNvPicPr>
          <p:nvPr/>
        </p:nvPicPr>
        <p:blipFill>
          <a:blip xmlns:r="http://schemas.openxmlformats.org/officeDocument/2006/relationships" xmlns:a="http://schemas.openxmlformats.org/drawingml/2006/main" r:embed="R3e1401600a2b43d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B3A47C9-9479-4D6B-B6C2-8D78B995E6B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8ED51712-B0D0-4AC5-BC54-440F7A8E71B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FED7D7C7-9A09-46DD-8E67-475DE724481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CA4A32AA-80AA-42CE-9947-772BD44133C0}"/>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vl1pPr algn="l">
              <a:defRPr sz="2300" b="1">
                <a:solidFill>
                  <a:srgbClr val="000000"/>
                </a:solidFill>
                <a:latin typeface="Arial"/>
                <a:ea typeface="Arial"/>
                <a:cs typeface="Arial"/>
              </a:defRPr>
            </a:lvl1pPr>
            <a:lvl2pPr algn="l">
              <a:defRPr sz="2300" b="1">
                <a:solidFill>
                  <a:srgbClr val="000000"/>
                </a:solidFill>
                <a:latin typeface="Arial"/>
                <a:ea typeface="Arial"/>
                <a:cs typeface="Arial"/>
              </a:defRPr>
            </a:lvl2pPr>
            <a:lvl3pPr algn="l">
              <a:defRPr sz="2300" b="1">
                <a:solidFill>
                  <a:srgbClr val="000000"/>
                </a:solidFill>
                <a:latin typeface="Arial"/>
                <a:ea typeface="Arial"/>
                <a:cs typeface="Arial"/>
              </a:defRPr>
            </a:lvl3pPr>
            <a:lvl4pPr algn="l">
              <a:defRPr sz="2300" b="1">
                <a:solidFill>
                  <a:srgbClr val="000000"/>
                </a:solidFill>
                <a:latin typeface="Arial"/>
                <a:ea typeface="Arial"/>
                <a:cs typeface="Arial"/>
              </a:defRPr>
            </a:lvl4pPr>
            <a:lvl5pPr algn="l">
              <a:defRPr sz="2300" b="1">
                <a:solidFill>
                  <a:srgbClr val="000000"/>
                </a:solidFill>
                <a:latin typeface="Arial"/>
                <a:ea typeface="Arial"/>
                <a:cs typeface="Arial"/>
              </a:defRPr>
            </a:lvl5pPr>
            <a:lvl6pPr algn="l">
              <a:defRPr sz="2300" b="1">
                <a:solidFill>
                  <a:srgbClr val="000000"/>
                </a:solidFill>
                <a:latin typeface="Arial"/>
                <a:ea typeface="Arial"/>
                <a:cs typeface="Arial"/>
              </a:defRPr>
            </a:lvl6pPr>
            <a:lvl7pPr algn="l">
              <a:defRPr sz="2300" b="1">
                <a:solidFill>
                  <a:srgbClr val="000000"/>
                </a:solidFill>
                <a:latin typeface="Arial"/>
                <a:ea typeface="Arial"/>
                <a:cs typeface="Arial"/>
              </a:defRPr>
            </a:lvl7pPr>
            <a:lvl8pPr algn="l">
              <a:defRPr sz="2300" b="1">
                <a:solidFill>
                  <a:srgbClr val="000000"/>
                </a:solidFill>
                <a:latin typeface="Arial"/>
                <a:ea typeface="Arial"/>
                <a:cs typeface="Arial"/>
              </a:defRPr>
            </a:lvl8pPr>
            <a:lvl9pPr algn="l">
              <a:defRPr sz="2300" b="1">
                <a:solidFill>
                  <a:srgbClr val="000000"/>
                </a:solidFill>
                <a:latin typeface="Arial"/>
                <a:ea typeface="Arial"/>
                <a:cs typeface="Arial"/>
              </a:defRPr>
            </a:lvl9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968DE7EB-6CDB-40E9-98F4-179EF30A1F89}"/>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AD11EABA-3D17-48FC-B89B-BC12744790CD}"/>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vl1pPr algn="l">
              <a:defRPr sz="2300" b="1">
                <a:solidFill>
                  <a:srgbClr val="000000"/>
                </a:solidFill>
                <a:latin typeface="Arial"/>
                <a:ea typeface="Arial"/>
                <a:cs typeface="Arial"/>
              </a:defRPr>
            </a:lvl1pPr>
            <a:lvl2pPr algn="l">
              <a:defRPr sz="2300" b="1">
                <a:solidFill>
                  <a:srgbClr val="000000"/>
                </a:solidFill>
                <a:latin typeface="Arial"/>
                <a:ea typeface="Arial"/>
                <a:cs typeface="Arial"/>
              </a:defRPr>
            </a:lvl2pPr>
            <a:lvl3pPr algn="l">
              <a:defRPr sz="2300" b="1">
                <a:solidFill>
                  <a:srgbClr val="000000"/>
                </a:solidFill>
                <a:latin typeface="Arial"/>
                <a:ea typeface="Arial"/>
                <a:cs typeface="Arial"/>
              </a:defRPr>
            </a:lvl3pPr>
            <a:lvl4pPr algn="l">
              <a:defRPr sz="2300" b="1">
                <a:solidFill>
                  <a:srgbClr val="000000"/>
                </a:solidFill>
                <a:latin typeface="Arial"/>
                <a:ea typeface="Arial"/>
                <a:cs typeface="Arial"/>
              </a:defRPr>
            </a:lvl4pPr>
            <a:lvl5pPr algn="l">
              <a:defRPr sz="2300" b="1">
                <a:solidFill>
                  <a:srgbClr val="000000"/>
                </a:solidFill>
                <a:latin typeface="Arial"/>
                <a:ea typeface="Arial"/>
                <a:cs typeface="Arial"/>
              </a:defRPr>
            </a:lvl5pPr>
            <a:lvl6pPr algn="l">
              <a:defRPr sz="2300" b="1">
                <a:solidFill>
                  <a:srgbClr val="000000"/>
                </a:solidFill>
                <a:latin typeface="Arial"/>
                <a:ea typeface="Arial"/>
                <a:cs typeface="Arial"/>
              </a:defRPr>
            </a:lvl6pPr>
            <a:lvl7pPr algn="l">
              <a:defRPr sz="2300" b="1">
                <a:solidFill>
                  <a:srgbClr val="000000"/>
                </a:solidFill>
                <a:latin typeface="Arial"/>
                <a:ea typeface="Arial"/>
                <a:cs typeface="Arial"/>
              </a:defRPr>
            </a:lvl7pPr>
            <a:lvl8pPr algn="l">
              <a:defRPr sz="2300" b="1">
                <a:solidFill>
                  <a:srgbClr val="000000"/>
                </a:solidFill>
                <a:latin typeface="Arial"/>
                <a:ea typeface="Arial"/>
                <a:cs typeface="Arial"/>
              </a:defRPr>
            </a:lvl8pPr>
            <a:lvl9pPr algn="l">
              <a:defRPr sz="2300" b="1">
                <a:solidFill>
                  <a:srgbClr val="000000"/>
                </a:solidFill>
                <a:latin typeface="Arial"/>
                <a:ea typeface="Arial"/>
                <a:cs typeface="Arial"/>
              </a:defRPr>
            </a:lvl9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AB49E74A-F0A5-47DE-AC14-CA144760D6E9}"/>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605E8BA7-F3B3-41C8-AF28-DB58B2BAEE26}"/>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vl1pPr algn="l">
              <a:defRPr sz="2300" b="1">
                <a:solidFill>
                  <a:srgbClr val="000000"/>
                </a:solidFill>
                <a:latin typeface="Arial"/>
                <a:ea typeface="Arial"/>
                <a:cs typeface="Arial"/>
              </a:defRPr>
            </a:lvl1pPr>
            <a:lvl2pPr algn="l">
              <a:defRPr sz="2300" b="1">
                <a:solidFill>
                  <a:srgbClr val="000000"/>
                </a:solidFill>
                <a:latin typeface="Arial"/>
                <a:ea typeface="Arial"/>
                <a:cs typeface="Arial"/>
              </a:defRPr>
            </a:lvl2pPr>
            <a:lvl3pPr algn="l">
              <a:defRPr sz="2300" b="1">
                <a:solidFill>
                  <a:srgbClr val="000000"/>
                </a:solidFill>
                <a:latin typeface="Arial"/>
                <a:ea typeface="Arial"/>
                <a:cs typeface="Arial"/>
              </a:defRPr>
            </a:lvl3pPr>
            <a:lvl4pPr algn="l">
              <a:defRPr sz="2300" b="1">
                <a:solidFill>
                  <a:srgbClr val="000000"/>
                </a:solidFill>
                <a:latin typeface="Arial"/>
                <a:ea typeface="Arial"/>
                <a:cs typeface="Arial"/>
              </a:defRPr>
            </a:lvl4pPr>
            <a:lvl5pPr algn="l">
              <a:defRPr sz="2300" b="1">
                <a:solidFill>
                  <a:srgbClr val="000000"/>
                </a:solidFill>
                <a:latin typeface="Arial"/>
                <a:ea typeface="Arial"/>
                <a:cs typeface="Arial"/>
              </a:defRPr>
            </a:lvl5pPr>
            <a:lvl6pPr algn="l">
              <a:defRPr sz="2300" b="1">
                <a:solidFill>
                  <a:srgbClr val="000000"/>
                </a:solidFill>
                <a:latin typeface="Arial"/>
                <a:ea typeface="Arial"/>
                <a:cs typeface="Arial"/>
              </a:defRPr>
            </a:lvl6pPr>
            <a:lvl7pPr algn="l">
              <a:defRPr sz="2300" b="1">
                <a:solidFill>
                  <a:srgbClr val="000000"/>
                </a:solidFill>
                <a:latin typeface="Arial"/>
                <a:ea typeface="Arial"/>
                <a:cs typeface="Arial"/>
              </a:defRPr>
            </a:lvl7pPr>
            <a:lvl8pPr algn="l">
              <a:defRPr sz="2300" b="1">
                <a:solidFill>
                  <a:srgbClr val="000000"/>
                </a:solidFill>
                <a:latin typeface="Arial"/>
                <a:ea typeface="Arial"/>
                <a:cs typeface="Arial"/>
              </a:defRPr>
            </a:lvl8pPr>
            <a:lvl9pPr algn="l">
              <a:defRPr sz="2300" b="1">
                <a:solidFill>
                  <a:srgbClr val="000000"/>
                </a:solidFill>
                <a:latin typeface="Arial"/>
                <a:ea typeface="Arial"/>
                <a:cs typeface="Arial"/>
              </a:defRPr>
            </a:lvl9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B197CD11-8BAC-4EA6-8F36-5544EC536118}"/>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776899F1-F629-4083-91F4-F0B2532605BF}"/>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vl1pPr algn="l">
              <a:defRPr sz="2300" b="1">
                <a:solidFill>
                  <a:srgbClr val="000000"/>
                </a:solidFill>
                <a:latin typeface="Arial"/>
                <a:ea typeface="Arial"/>
                <a:cs typeface="Arial"/>
              </a:defRPr>
            </a:lvl1pPr>
            <a:lvl2pPr algn="l">
              <a:defRPr sz="2300" b="1">
                <a:solidFill>
                  <a:srgbClr val="000000"/>
                </a:solidFill>
                <a:latin typeface="Arial"/>
                <a:ea typeface="Arial"/>
                <a:cs typeface="Arial"/>
              </a:defRPr>
            </a:lvl2pPr>
            <a:lvl3pPr algn="l">
              <a:defRPr sz="2300" b="1">
                <a:solidFill>
                  <a:srgbClr val="000000"/>
                </a:solidFill>
                <a:latin typeface="Arial"/>
                <a:ea typeface="Arial"/>
                <a:cs typeface="Arial"/>
              </a:defRPr>
            </a:lvl3pPr>
            <a:lvl4pPr algn="l">
              <a:defRPr sz="2300" b="1">
                <a:solidFill>
                  <a:srgbClr val="000000"/>
                </a:solidFill>
                <a:latin typeface="Arial"/>
                <a:ea typeface="Arial"/>
                <a:cs typeface="Arial"/>
              </a:defRPr>
            </a:lvl4pPr>
            <a:lvl5pPr algn="l">
              <a:defRPr sz="2300" b="1">
                <a:solidFill>
                  <a:srgbClr val="000000"/>
                </a:solidFill>
                <a:latin typeface="Arial"/>
                <a:ea typeface="Arial"/>
                <a:cs typeface="Arial"/>
              </a:defRPr>
            </a:lvl5pPr>
            <a:lvl6pPr algn="l">
              <a:defRPr sz="2300" b="1">
                <a:solidFill>
                  <a:srgbClr val="000000"/>
                </a:solidFill>
                <a:latin typeface="Arial"/>
                <a:ea typeface="Arial"/>
                <a:cs typeface="Arial"/>
              </a:defRPr>
            </a:lvl6pPr>
            <a:lvl7pPr algn="l">
              <a:defRPr sz="2300" b="1">
                <a:solidFill>
                  <a:srgbClr val="000000"/>
                </a:solidFill>
                <a:latin typeface="Arial"/>
                <a:ea typeface="Arial"/>
                <a:cs typeface="Arial"/>
              </a:defRPr>
            </a:lvl7pPr>
            <a:lvl8pPr algn="l">
              <a:defRPr sz="2300" b="1">
                <a:solidFill>
                  <a:srgbClr val="000000"/>
                </a:solidFill>
                <a:latin typeface="Arial"/>
                <a:ea typeface="Arial"/>
                <a:cs typeface="Arial"/>
              </a:defRPr>
            </a:lvl8pPr>
            <a:lvl9pPr algn="l">
              <a:defRPr sz="2300" b="1">
                <a:solidFill>
                  <a:srgbClr val="000000"/>
                </a:solidFill>
                <a:latin typeface="Arial"/>
                <a:ea typeface="Arial"/>
                <a:cs typeface="Arial"/>
              </a:defRPr>
            </a:lvl9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9A06BD3A-CEC6-4144-8E4E-48D78F9F68ED}"/>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15695005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16D853B-D5E1-442A-BC6A-53A5C278B577}"/>
              </a:ext>
            </a:extLst>
          </p:cNvPr>
          <p:cNvPicPr>
            <a:picLocks xmlns:a="http://schemas.openxmlformats.org/drawingml/2006/main" noChangeAspect="1"/>
          </p:cNvPicPr>
          <p:nvPr/>
        </p:nvPicPr>
        <p:blipFill>
          <a:blip xmlns:r="http://schemas.openxmlformats.org/officeDocument/2006/relationships" xmlns:a="http://schemas.openxmlformats.org/drawingml/2006/main" r:embed="R924c96e964284f3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E1D33F4-D91B-4268-B73C-5687C777898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D5D9F355-A9D7-4B2B-9A36-72CA2FCD987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7659CF70-F09D-48E3-AFDA-3518681A91F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9D66F9AF-1C55-4975-BFB7-F5D63C746DDF}"/>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9323BD4F-424C-4642-8003-26A77D0EC9E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20454553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852014B-8153-4B48-8AD7-EBD313D794FA}"/>
              </a:ext>
            </a:extLst>
          </p:cNvPr>
          <p:cNvPicPr>
            <a:picLocks xmlns:a="http://schemas.openxmlformats.org/drawingml/2006/main" noChangeAspect="1"/>
          </p:cNvPicPr>
          <p:nvPr/>
        </p:nvPicPr>
        <p:blipFill>
          <a:blip xmlns:r="http://schemas.openxmlformats.org/officeDocument/2006/relationships" xmlns:a="http://schemas.openxmlformats.org/drawingml/2006/main" r:embed="Rf7366b2775a14fb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52E7FF3-11EE-46BB-B0F2-DA762C34ABC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1F59DB41-8F6F-430D-9EF0-4E85479D02F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F60B8704-AFDC-4D71-9812-0ABFEB10C97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A40F5D73-654C-4908-A05B-395E9677856E}"/>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E6F9C5EC-131E-4A76-8696-4F932606844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1021317424"/>
      </p:ext>
    </p:extLst>
  </p:cSld>
</p:sld>
</file>

<file path=ppt/theme/theme1.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2026-10-22T03:00:30.6820000Z</dcterms:created>
  <dcterms:modified xsi:type="dcterms:W3CDTF">2026-10-22T03:00:30.6820000Z</dcterms:modified>
</coreProperties>
</file>