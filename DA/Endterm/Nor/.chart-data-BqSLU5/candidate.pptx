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b6d0715ce941eb" /><Relationship Type="http://schemas.openxmlformats.org/officeDocument/2006/relationships/extended-properties" Target="/docProps/app.xml" Id="R2e8ac6508e27448a" /><Relationship Type="http://schemas.openxmlformats.org/officeDocument/2006/relationships/officeDocument" Target="/ppt/presentation.xml" Id="Ra59cec7105d74276" /></Relationships>
</file>

<file path=ppt/presentation.xml><?xml version="1.0" encoding="utf-8"?>
<p:presentation xmlns:p="http://schemas.openxmlformats.org/presentationml/2006/main">
  <p:sldMasterIdLst>
    <p:sldMasterId xmlns:r="http://schemas.openxmlformats.org/officeDocument/2006/relationships" id="2147483648" r:id="Re13fbbacc94f47ed"/>
  </p:sldMasterIdLst>
  <p:notesMasterIdLst>
    <p:notesMasterId xmlns:r="http://schemas.openxmlformats.org/officeDocument/2006/relationships" r:id="R6407a9c156d1469f"/>
  </p:notesMasterIdLst>
  <p:sldIdLst>
    <p:sldId xmlns:r="http://schemas.openxmlformats.org/officeDocument/2006/relationships" id="256" r:id="R50f01a4a31204507"/>
    <p:sldId xmlns:r="http://schemas.openxmlformats.org/officeDocument/2006/relationships" id="257" r:id="Rcbc999e7ed7b440f"/>
    <p:sldId xmlns:r="http://schemas.openxmlformats.org/officeDocument/2006/relationships" id="258" r:id="R80afd23b05314d11"/>
    <p:sldId xmlns:r="http://schemas.openxmlformats.org/officeDocument/2006/relationships" id="259" r:id="Rbac9dae88aad40a5"/>
    <p:sldId xmlns:r="http://schemas.openxmlformats.org/officeDocument/2006/relationships" id="260" r:id="Ra6c93f422de24034"/>
    <p:sldId xmlns:r="http://schemas.openxmlformats.org/officeDocument/2006/relationships" id="261" r:id="R54105f5a4ed54cf8"/>
    <p:sldId xmlns:r="http://schemas.openxmlformats.org/officeDocument/2006/relationships" id="262" r:id="R774c95d3d10e4040"/>
    <p:sldId xmlns:r="http://schemas.openxmlformats.org/officeDocument/2006/relationships" id="263" r:id="Rf527babac2b8412b"/>
    <p:sldId xmlns:r="http://schemas.openxmlformats.org/officeDocument/2006/relationships" id="264" r:id="R37a6d8caeb1741b9"/>
    <p:sldId xmlns:r="http://schemas.openxmlformats.org/officeDocument/2006/relationships" id="265" r:id="R004e129790c24ea6"/>
    <p:sldId xmlns:r="http://schemas.openxmlformats.org/officeDocument/2006/relationships" id="266" r:id="R3a1112747f29499f"/>
    <p:sldId xmlns:r="http://schemas.openxmlformats.org/officeDocument/2006/relationships" id="267" r:id="Rfc4bdcad94d04826"/>
    <p:sldId xmlns:r="http://schemas.openxmlformats.org/officeDocument/2006/relationships" id="268" r:id="Rc12201597cbd4b1d"/>
    <p:sldId xmlns:r="http://schemas.openxmlformats.org/officeDocument/2006/relationships" id="269" r:id="R683ccda6afe84b70"/>
    <p:sldId xmlns:r="http://schemas.openxmlformats.org/officeDocument/2006/relationships" id="270" r:id="R306791b2758f4fc9"/>
    <p:sldId xmlns:r="http://schemas.openxmlformats.org/officeDocument/2006/relationships" id="271" r:id="R1d583beea44741f6"/>
    <p:sldId xmlns:r="http://schemas.openxmlformats.org/officeDocument/2006/relationships" id="272" r:id="R574c3828dea04b30"/>
    <p:sldId xmlns:r="http://schemas.openxmlformats.org/officeDocument/2006/relationships" id="273" r:id="Raaaa7112a05b462f"/>
    <p:sldId xmlns:r="http://schemas.openxmlformats.org/officeDocument/2006/relationships" id="274" r:id="R21a3eaf5330543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325bb824c64d04" /><Relationship Type="http://schemas.openxmlformats.org/officeDocument/2006/relationships/slideMaster" Target="/ppt/slideMasters/slideMaster1.xml" Id="Re13fbbacc94f47ed" /><Relationship Type="http://schemas.openxmlformats.org/officeDocument/2006/relationships/notesMaster" Target="/ppt/notesMasters/notesMaster1.xml" Id="R6407a9c156d1469f" /><Relationship Type="http://schemas.openxmlformats.org/officeDocument/2006/relationships/presProps" Target="/ppt/presProps.xml" Id="R180b43989507446f" /><Relationship Type="http://schemas.openxmlformats.org/officeDocument/2006/relationships/tableStyles" Target="/ppt/tableStyles.xml" Id="Raac8e6ce11e242b9" /><Relationship Type="http://schemas.openxmlformats.org/officeDocument/2006/relationships/slide" Target="/ppt/slides/slide1.xml" Id="R50f01a4a31204507" /><Relationship Type="http://schemas.openxmlformats.org/officeDocument/2006/relationships/slide" Target="/ppt/slides/slide2.xml" Id="Rcbc999e7ed7b440f" /><Relationship Type="http://schemas.openxmlformats.org/officeDocument/2006/relationships/slide" Target="/ppt/slides/slide3.xml" Id="R80afd23b05314d11" /><Relationship Type="http://schemas.openxmlformats.org/officeDocument/2006/relationships/slide" Target="/ppt/slides/slide4.xml" Id="Rbac9dae88aad40a5" /><Relationship Type="http://schemas.openxmlformats.org/officeDocument/2006/relationships/slide" Target="/ppt/slides/slide5.xml" Id="Ra6c93f422de24034" /><Relationship Type="http://schemas.openxmlformats.org/officeDocument/2006/relationships/slide" Target="/ppt/slides/slide6.xml" Id="R54105f5a4ed54cf8" /><Relationship Type="http://schemas.openxmlformats.org/officeDocument/2006/relationships/slide" Target="/ppt/slides/slide7.xml" Id="R774c95d3d10e4040" /><Relationship Type="http://schemas.openxmlformats.org/officeDocument/2006/relationships/slide" Target="/ppt/slides/slide8.xml" Id="Rf527babac2b8412b" /><Relationship Type="http://schemas.openxmlformats.org/officeDocument/2006/relationships/slide" Target="/ppt/slides/slide9.xml" Id="R37a6d8caeb1741b9" /><Relationship Type="http://schemas.openxmlformats.org/officeDocument/2006/relationships/slide" Target="/ppt/slides/slide10.xml" Id="R004e129790c24ea6" /><Relationship Type="http://schemas.openxmlformats.org/officeDocument/2006/relationships/slide" Target="/ppt/slides/slide11.xml" Id="R3a1112747f29499f" /><Relationship Type="http://schemas.openxmlformats.org/officeDocument/2006/relationships/slide" Target="/ppt/slides/slide12.xml" Id="Rfc4bdcad94d04826" /><Relationship Type="http://schemas.openxmlformats.org/officeDocument/2006/relationships/slide" Target="/ppt/slides/slide13.xml" Id="Rc12201597cbd4b1d" /><Relationship Type="http://schemas.openxmlformats.org/officeDocument/2006/relationships/slide" Target="/ppt/slides/slide14.xml" Id="R683ccda6afe84b70" /><Relationship Type="http://schemas.openxmlformats.org/officeDocument/2006/relationships/slide" Target="/ppt/slides/slide15.xml" Id="R306791b2758f4fc9" /><Relationship Type="http://schemas.openxmlformats.org/officeDocument/2006/relationships/slide" Target="/ppt/slides/slide16.xml" Id="R1d583beea44741f6" /><Relationship Type="http://schemas.openxmlformats.org/officeDocument/2006/relationships/slide" Target="/ppt/slides/slide17.xml" Id="R574c3828dea04b30" /><Relationship Type="http://schemas.openxmlformats.org/officeDocument/2006/relationships/slide" Target="/ppt/slides/slide18.xml" Id="Raaaa7112a05b462f" /><Relationship Type="http://schemas.openxmlformats.org/officeDocument/2006/relationships/slide" Target="/ppt/slides/slide19.xml" Id="R21a3eaf5330543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fb472a9aa746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e842b2a09e440b" /><Relationship Type="http://schemas.openxmlformats.org/officeDocument/2006/relationships/notesMaster" Target="/ppt/notesMasters/notesMaster1.xml" Id="R7c7c7433f20d48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5033d3aa8a46e0" /><Relationship Type="http://schemas.openxmlformats.org/officeDocument/2006/relationships/notesMaster" Target="/ppt/notesMasters/notesMaster1.xml" Id="Raba8c2656b5840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4ef8d87e964a8f" /><Relationship Type="http://schemas.openxmlformats.org/officeDocument/2006/relationships/notesMaster" Target="/ppt/notesMasters/notesMaster1.xml" Id="Re2e65d9677a34b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fe7ee8d1a34a5c" /><Relationship Type="http://schemas.openxmlformats.org/officeDocument/2006/relationships/notesMaster" Target="/ppt/notesMasters/notesMaster1.xml" Id="Rfc8dbcb4957844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06d60e16e24f57" /><Relationship Type="http://schemas.openxmlformats.org/officeDocument/2006/relationships/notesMaster" Target="/ppt/notesMasters/notesMaster1.xml" Id="Rd2ff6364a6554d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065588ba5c4c2b" /><Relationship Type="http://schemas.openxmlformats.org/officeDocument/2006/relationships/notesMaster" Target="/ppt/notesMasters/notesMaster1.xml" Id="R2bd663cc80444e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b44b571a2a49a3" /><Relationship Type="http://schemas.openxmlformats.org/officeDocument/2006/relationships/notesMaster" Target="/ppt/notesMasters/notesMaster1.xml" Id="Rdb57028837c04c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ae0b4620c54216" /><Relationship Type="http://schemas.openxmlformats.org/officeDocument/2006/relationships/notesMaster" Target="/ppt/notesMasters/notesMaster1.xml" Id="R38bc751d53594f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1a33a6faa24940" /><Relationship Type="http://schemas.openxmlformats.org/officeDocument/2006/relationships/notesMaster" Target="/ppt/notesMasters/notesMaster1.xml" Id="Ra152135067a94a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63603afa7741b1" /><Relationship Type="http://schemas.openxmlformats.org/officeDocument/2006/relationships/notesMaster" Target="/ppt/notesMasters/notesMaster1.xml" Id="R2ecb5bca3a9540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dca5cb78f549ed" /><Relationship Type="http://schemas.openxmlformats.org/officeDocument/2006/relationships/notesMaster" Target="/ppt/notesMasters/notesMaster1.xml" Id="R33f85776620f4a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549374110949db" /><Relationship Type="http://schemas.openxmlformats.org/officeDocument/2006/relationships/notesMaster" Target="/ppt/notesMasters/notesMaster1.xml" Id="Rfd9ab3dbfeb944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f5259226d94076" /><Relationship Type="http://schemas.openxmlformats.org/officeDocument/2006/relationships/notesMaster" Target="/ppt/notesMasters/notesMaster1.xml" Id="R129587cb79ae43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fab262fcc44392" /><Relationship Type="http://schemas.openxmlformats.org/officeDocument/2006/relationships/notesMaster" Target="/ppt/notesMasters/notesMaster1.xml" Id="R091e5df9099e48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489ed6224547de" /><Relationship Type="http://schemas.openxmlformats.org/officeDocument/2006/relationships/notesMaster" Target="/ppt/notesMasters/notesMaster1.xml" Id="Rf9ed1ae5948646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44a55b2b4b4c29" /><Relationship Type="http://schemas.openxmlformats.org/officeDocument/2006/relationships/notesMaster" Target="/ppt/notesMasters/notesMaster1.xml" Id="R60b7c580d7b44c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668307a68e4dc4" /><Relationship Type="http://schemas.openxmlformats.org/officeDocument/2006/relationships/notesMaster" Target="/ppt/notesMasters/notesMaster1.xml" Id="R8ebc2fb5f9334f4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49b13d347b4003" /><Relationship Type="http://schemas.openxmlformats.org/officeDocument/2006/relationships/notesMaster" Target="/ppt/notesMasters/notesMaster1.xml" Id="R27f9d3c6c58c472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c4d3437e6046b2" /><Relationship Type="http://schemas.openxmlformats.org/officeDocument/2006/relationships/notesMaster" Target="/ppt/notesMasters/notesMaster1.xml" Id="R1b759a05530746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Đường xám nối mật độ quan sát tại các tâm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adda7ae9e34a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6e07830ab64b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1f03ab4d944a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f702b624ca4a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95ca331a7244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6415850b1a45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694583-1C22-404F-9F72-D5ECCEA7C1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2F8CF6-9EA5-463D-B809-F0F1693964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76B647-09DA-4945-A17E-1C41057ED7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9D9891-C7B5-4E16-B1BC-1CA9505DD1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E7EDD1-2D09-447A-BB92-2A94877F12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08FD40-98C9-4D16-9A4B-A304FECBB9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D2DD29-0BC9-4535-9926-F564AE3996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606972-3E5D-410D-95A1-34EDC86053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EB0E21-AC5E-429B-8D35-43F4859392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8A546E-C9F3-4A77-AB02-828208B45A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e6c9e7a42b4f0a" /><Relationship Type="http://schemas.openxmlformats.org/officeDocument/2006/relationships/slideLayout" Target="/ppt/slideLayouts/slideLayout1.xml" Id="R3531215e7a60471c" /><Relationship Type="http://schemas.openxmlformats.org/officeDocument/2006/relationships/slideLayout" Target="/ppt/slideLayouts/slideLayout2.xml" Id="R28a63db0c1034b5f" /><Relationship Type="http://schemas.openxmlformats.org/officeDocument/2006/relationships/slideLayout" Target="/ppt/slideLayouts/slideLayout3.xml" Id="R290d270266b0401a" /><Relationship Type="http://schemas.openxmlformats.org/officeDocument/2006/relationships/slideLayout" Target="/ppt/slideLayouts/slideLayout4.xml" Id="Rb8a4020e11264cb1" /><Relationship Type="http://schemas.openxmlformats.org/officeDocument/2006/relationships/slideLayout" Target="/ppt/slideLayouts/slideLayout5.xml" Id="Rfd2685cd0093451a" /><Relationship Type="http://schemas.openxmlformats.org/officeDocument/2006/relationships/slideLayout" Target="/ppt/slideLayouts/slideLayout6.xml" Id="Rf28aab0a428346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31215e7a60471c"/>
    <p:sldLayoutId xmlns:r="http://schemas.openxmlformats.org/officeDocument/2006/relationships" id="2147483650" r:id="R28a63db0c1034b5f"/>
    <p:sldLayoutId xmlns:r="http://schemas.openxmlformats.org/officeDocument/2006/relationships" id="2147483651" r:id="R290d270266b0401a"/>
    <p:sldLayoutId xmlns:r="http://schemas.openxmlformats.org/officeDocument/2006/relationships" id="2147483652" r:id="Rb8a4020e11264cb1"/>
    <p:sldLayoutId xmlns:r="http://schemas.openxmlformats.org/officeDocument/2006/relationships" id="2147483653" r:id="Rfd2685cd0093451a"/>
    <p:sldLayoutId xmlns:r="http://schemas.openxmlformats.org/officeDocument/2006/relationships" id="2147483654" r:id="Rf28aab0a428346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7e93d5b8034cf3" /><Relationship Type="http://schemas.openxmlformats.org/officeDocument/2006/relationships/image" Target="/ppt/media/image.png" Id="R30f5de662e0440e5" /><Relationship Type="http://schemas.openxmlformats.org/officeDocument/2006/relationships/notesSlide" Target="/ppt/notesSlides/notesSlide1.xml" Id="R9023e33677e34c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37782645704e68" /><Relationship Type="http://schemas.openxmlformats.org/officeDocument/2006/relationships/image" Target="/ppt/media/image2.png" Id="R403d50b9be7c4461" /><Relationship Type="http://schemas.openxmlformats.org/officeDocument/2006/relationships/notesSlide" Target="/ppt/notesSlides/notesSlide2.xml" Id="Rdf31c3bb81334e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c9d64c68b04405" /><Relationship Type="http://schemas.openxmlformats.org/officeDocument/2006/relationships/image" Target="/ppt/media/image3.png" Id="R1d7a05c39d7b4754" /><Relationship Type="http://schemas.openxmlformats.org/officeDocument/2006/relationships/notesSlide" Target="/ppt/notesSlides/notesSlide3.xml" Id="R440fe40a2d914c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aa16bf2b614af0" /><Relationship Type="http://schemas.openxmlformats.org/officeDocument/2006/relationships/image" Target="/ppt/media/image4.png" Id="Rac0b1132528a4aba" /><Relationship Type="http://schemas.openxmlformats.org/officeDocument/2006/relationships/notesSlide" Target="/ppt/notesSlides/notesSlide4.xml" Id="R238b66dd01d745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f5449fe4ad4a03" /><Relationship Type="http://schemas.openxmlformats.org/officeDocument/2006/relationships/image" Target="/ppt/media/image5.png" Id="R11e84caae21a4680" /><Relationship Type="http://schemas.openxmlformats.org/officeDocument/2006/relationships/chart" Target="/ppt/slides/charts/chart1.xml" Id="Rfe2aa4ab67234d92" /><Relationship Type="http://schemas.openxmlformats.org/officeDocument/2006/relationships/notesSlide" Target="/ppt/notesSlides/notesSlide5.xml" Id="R5f2ebad36ca642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cfccfaed084446" /><Relationship Type="http://schemas.openxmlformats.org/officeDocument/2006/relationships/image" Target="/ppt/media/image6.png" Id="R3f9c61a67ce04aeb" /><Relationship Type="http://schemas.openxmlformats.org/officeDocument/2006/relationships/chart" Target="/ppt/slides/charts/chart2.xml" Id="R7a814038a60c4707" /><Relationship Type="http://schemas.openxmlformats.org/officeDocument/2006/relationships/notesSlide" Target="/ppt/notesSlides/notesSlide6.xml" Id="Rb2cc8b8ae2ae4e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e73738a23c4699" /><Relationship Type="http://schemas.openxmlformats.org/officeDocument/2006/relationships/image" Target="/ppt/media/image7.png" Id="Reac4c4f210f84ed2" /><Relationship Type="http://schemas.openxmlformats.org/officeDocument/2006/relationships/chart" Target="/ppt/slides/charts/chart3.xml" Id="R67f8cf9435e249c1" /><Relationship Type="http://schemas.openxmlformats.org/officeDocument/2006/relationships/notesSlide" Target="/ppt/notesSlides/notesSlide7.xml" Id="R7eb27af195ae43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8d9279ee414f65" /><Relationship Type="http://schemas.openxmlformats.org/officeDocument/2006/relationships/image" Target="/ppt/media/image8.png" Id="R5f77e3e716fa4536" /><Relationship Type="http://schemas.openxmlformats.org/officeDocument/2006/relationships/chart" Target="/ppt/slides/charts/chart4.xml" Id="Rf0c0601cff3d439f" /><Relationship Type="http://schemas.openxmlformats.org/officeDocument/2006/relationships/notesSlide" Target="/ppt/notesSlides/notesSlide8.xml" Id="R61fca98dc3f147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74d34da50045fb" /><Relationship Type="http://schemas.openxmlformats.org/officeDocument/2006/relationships/image" Target="/ppt/media/image9.png" Id="Rca6efd4700b8446e" /><Relationship Type="http://schemas.openxmlformats.org/officeDocument/2006/relationships/notesSlide" Target="/ppt/notesSlides/notesSlide9.xml" Id="R5bfb3a76adac46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cd6390ca0d24636" /><Relationship Type="http://schemas.openxmlformats.org/officeDocument/2006/relationships/image" Target="/ppt/media/image10.png" Id="R2800e65f51ba4d1d" /><Relationship Type="http://schemas.openxmlformats.org/officeDocument/2006/relationships/notesSlide" Target="/ppt/notesSlides/notesSlide10.xml" Id="R42c52e76d36347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a74598647c4a72" /><Relationship Type="http://schemas.openxmlformats.org/officeDocument/2006/relationships/image" Target="/ppt/media/image11.png" Id="R0554ad6fa83e44a1" /><Relationship Type="http://schemas.openxmlformats.org/officeDocument/2006/relationships/notesSlide" Target="/ppt/notesSlides/notesSlide11.xml" Id="Re69960cc9cc040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b5e7a2cb2434ceb" /><Relationship Type="http://schemas.openxmlformats.org/officeDocument/2006/relationships/image" Target="/ppt/media/image12.png" Id="R864b0cb7d0ba4a8a" /><Relationship Type="http://schemas.openxmlformats.org/officeDocument/2006/relationships/chart" Target="/ppt/slides/charts/chart5.xml" Id="R904007963abc4332" /><Relationship Type="http://schemas.openxmlformats.org/officeDocument/2006/relationships/notesSlide" Target="/ppt/notesSlides/notesSlide12.xml" Id="Raec2619434d44d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89eb2cf9554327" /><Relationship Type="http://schemas.openxmlformats.org/officeDocument/2006/relationships/image" Target="/ppt/media/image13.png" Id="Rccf4f58816c04c4e" /><Relationship Type="http://schemas.openxmlformats.org/officeDocument/2006/relationships/notesSlide" Target="/ppt/notesSlides/notesSlide13.xml" Id="R5c9d92cda9ec4d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f88ba1d7b2c4692" /><Relationship Type="http://schemas.openxmlformats.org/officeDocument/2006/relationships/image" Target="/ppt/media/image14.png" Id="Ree098fe9dac94201" /><Relationship Type="http://schemas.openxmlformats.org/officeDocument/2006/relationships/chart" Target="/ppt/slides/charts/chart6.xml" Id="Ra62e488e6f794dbf" /><Relationship Type="http://schemas.openxmlformats.org/officeDocument/2006/relationships/notesSlide" Target="/ppt/notesSlides/notesSlide14.xml" Id="Re1916139939844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af98f2fe53941aa" /><Relationship Type="http://schemas.openxmlformats.org/officeDocument/2006/relationships/image" Target="/ppt/media/image15.png" Id="R6da2566c8f3846bd" /><Relationship Type="http://schemas.openxmlformats.org/officeDocument/2006/relationships/notesSlide" Target="/ppt/notesSlides/notesSlide15.xml" Id="Rd40b548791004a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360b1dbe34d4359" /><Relationship Type="http://schemas.openxmlformats.org/officeDocument/2006/relationships/image" Target="/ppt/media/image16.png" Id="Ra3066be9be3d4d70" /><Relationship Type="http://schemas.openxmlformats.org/officeDocument/2006/relationships/notesSlide" Target="/ppt/notesSlides/notesSlide16.xml" Id="R1dd12523d3dc4c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47157292f3407e" /><Relationship Type="http://schemas.openxmlformats.org/officeDocument/2006/relationships/image" Target="/ppt/media/image17.png" Id="R5b5e531c3378402a" /><Relationship Type="http://schemas.openxmlformats.org/officeDocument/2006/relationships/notesSlide" Target="/ppt/notesSlides/notesSlide17.xml" Id="R66413751c7314f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132fb2b34a84a06" /><Relationship Type="http://schemas.openxmlformats.org/officeDocument/2006/relationships/image" Target="/ppt/media/image18.png" Id="R6f33ce36636947b4" /><Relationship Type="http://schemas.openxmlformats.org/officeDocument/2006/relationships/notesSlide" Target="/ppt/notesSlides/notesSlide18.xml" Id="Rd75678ad7ec847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2dca0a1ce7744d6" /><Relationship Type="http://schemas.openxmlformats.org/officeDocument/2006/relationships/image" Target="/ppt/media/image19.png" Id="R92c0ac579ec24bac" /><Relationship Type="http://schemas.openxmlformats.org/officeDocument/2006/relationships/notesSlide" Target="/ppt/notesSlides/notesSlide19.xml" Id="Rde35b0078fab473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999999"/>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888888"/>
            </a:solidFill>
            <a:ln xmlns:a="http://schemas.openxmlformats.org/drawingml/2006/main" w="19050">
              <a:solidFill>
                <a:srgbClr val="888888"/>
              </a:solidFill>
              <a:prstDash val="solid"/>
            </a:ln>
          </c:spPr>
          <c:marker>
            <c:symbol val="none"/>
          </c:marker>
          <c:xVal>
            <c:numRef>
              <c:f>'Chart Data'!$A$2:$A$151</c:f>
              <c:numCache>
                <c:formatCode>General</c:formatCode>
                <c:ptCount val="150"/>
                <c:pt idx="0">
                  <c:v>0.1437</c:v>
                </c:pt>
                <c:pt idx="1">
                  <c:v>0.1437</c:v>
                </c:pt>
                <c:pt idx="2">
                  <c:v>0.1437</c:v>
                </c:pt>
                <c:pt idx="3">
                  <c:v>0.1437</c:v>
                </c:pt>
                <c:pt idx="4">
                  <c:v>0.1437</c:v>
                </c:pt>
                <c:pt idx="5">
                  <c:v>0.1437</c:v>
                </c:pt>
                <c:pt idx="6">
                  <c:v>0.1711</c:v>
                </c:pt>
                <c:pt idx="7">
                  <c:v>0.1711</c:v>
                </c:pt>
                <c:pt idx="8">
                  <c:v>0.1711</c:v>
                </c:pt>
                <c:pt idx="9">
                  <c:v>0.1711</c:v>
                </c:pt>
                <c:pt idx="10">
                  <c:v>0.1711</c:v>
                </c:pt>
                <c:pt idx="11">
                  <c:v>0.1711</c:v>
                </c:pt>
                <c:pt idx="12">
                  <c:v>0.1985</c:v>
                </c:pt>
                <c:pt idx="13">
                  <c:v>0.1985</c:v>
                </c:pt>
                <c:pt idx="14">
                  <c:v>0.1985</c:v>
                </c:pt>
                <c:pt idx="15">
                  <c:v>0.1985</c:v>
                </c:pt>
                <c:pt idx="16">
                  <c:v>0.1985</c:v>
                </c:pt>
                <c:pt idx="17">
                  <c:v>0.1985</c:v>
                </c:pt>
                <c:pt idx="18">
                  <c:v>0.2259</c:v>
                </c:pt>
                <c:pt idx="19">
                  <c:v>0.2259</c:v>
                </c:pt>
                <c:pt idx="20">
                  <c:v>0.2259</c:v>
                </c:pt>
                <c:pt idx="21">
                  <c:v>0.2259</c:v>
                </c:pt>
                <c:pt idx="22">
                  <c:v>0.2259</c:v>
                </c:pt>
                <c:pt idx="23">
                  <c:v>0.2259</c:v>
                </c:pt>
                <c:pt idx="24">
                  <c:v>0.2533</c:v>
                </c:pt>
                <c:pt idx="25">
                  <c:v>0.2533</c:v>
                </c:pt>
                <c:pt idx="26">
                  <c:v>0.2533</c:v>
                </c:pt>
                <c:pt idx="27">
                  <c:v>0.2533</c:v>
                </c:pt>
                <c:pt idx="28">
                  <c:v>0.2533</c:v>
                </c:pt>
                <c:pt idx="29">
                  <c:v>0.2533</c:v>
                </c:pt>
                <c:pt idx="30">
                  <c:v>0.2807</c:v>
                </c:pt>
                <c:pt idx="31">
                  <c:v>0.2807</c:v>
                </c:pt>
                <c:pt idx="32">
                  <c:v>0.2807</c:v>
                </c:pt>
                <c:pt idx="33">
                  <c:v>0.2807</c:v>
                </c:pt>
                <c:pt idx="34">
                  <c:v>0.2807</c:v>
                </c:pt>
                <c:pt idx="35">
                  <c:v>0.2807</c:v>
                </c:pt>
                <c:pt idx="36">
                  <c:v>0.3081</c:v>
                </c:pt>
                <c:pt idx="37">
                  <c:v>0.3081</c:v>
                </c:pt>
                <c:pt idx="38">
                  <c:v>0.3081</c:v>
                </c:pt>
                <c:pt idx="39">
                  <c:v>0.3081</c:v>
                </c:pt>
                <c:pt idx="40">
                  <c:v>0.3081</c:v>
                </c:pt>
                <c:pt idx="41">
                  <c:v>0.3081</c:v>
                </c:pt>
                <c:pt idx="42">
                  <c:v>0.3355</c:v>
                </c:pt>
                <c:pt idx="43">
                  <c:v>0.3355</c:v>
                </c:pt>
                <c:pt idx="44">
                  <c:v>0.3355</c:v>
                </c:pt>
                <c:pt idx="45">
                  <c:v>0.3355</c:v>
                </c:pt>
                <c:pt idx="46">
                  <c:v>0.3355</c:v>
                </c:pt>
                <c:pt idx="47">
                  <c:v>0.3355</c:v>
                </c:pt>
                <c:pt idx="48">
                  <c:v>0.3629</c:v>
                </c:pt>
                <c:pt idx="49">
                  <c:v>0.3629</c:v>
                </c:pt>
                <c:pt idx="50">
                  <c:v>0.3629</c:v>
                </c:pt>
                <c:pt idx="51">
                  <c:v>0.3629</c:v>
                </c:pt>
                <c:pt idx="52">
                  <c:v>0.3629</c:v>
                </c:pt>
                <c:pt idx="53">
                  <c:v>0.3629</c:v>
                </c:pt>
                <c:pt idx="54">
                  <c:v>0.3903</c:v>
                </c:pt>
                <c:pt idx="55">
                  <c:v>0.3903</c:v>
                </c:pt>
                <c:pt idx="56">
                  <c:v>0.3903</c:v>
                </c:pt>
                <c:pt idx="57">
                  <c:v>0.3903</c:v>
                </c:pt>
                <c:pt idx="58">
                  <c:v>0.3903</c:v>
                </c:pt>
                <c:pt idx="59">
                  <c:v>0.3903</c:v>
                </c:pt>
                <c:pt idx="60">
                  <c:v>0.4177</c:v>
                </c:pt>
                <c:pt idx="61">
                  <c:v>0.4177</c:v>
                </c:pt>
                <c:pt idx="62">
                  <c:v>0.4177</c:v>
                </c:pt>
                <c:pt idx="63">
                  <c:v>0.4177</c:v>
                </c:pt>
                <c:pt idx="64">
                  <c:v>0.4177</c:v>
                </c:pt>
                <c:pt idx="65">
                  <c:v>0.4177</c:v>
                </c:pt>
                <c:pt idx="66">
                  <c:v>0.4451</c:v>
                </c:pt>
                <c:pt idx="67">
                  <c:v>0.4451</c:v>
                </c:pt>
                <c:pt idx="68">
                  <c:v>0.4451</c:v>
                </c:pt>
                <c:pt idx="69">
                  <c:v>0.4451</c:v>
                </c:pt>
                <c:pt idx="70">
                  <c:v>0.4451</c:v>
                </c:pt>
                <c:pt idx="71">
                  <c:v>0.4451</c:v>
                </c:pt>
                <c:pt idx="72">
                  <c:v>0.4725</c:v>
                </c:pt>
                <c:pt idx="73">
                  <c:v>0.4725</c:v>
                </c:pt>
                <c:pt idx="74">
                  <c:v>0.4725</c:v>
                </c:pt>
                <c:pt idx="75">
                  <c:v>0.4725</c:v>
                </c:pt>
                <c:pt idx="76">
                  <c:v>0.4725</c:v>
                </c:pt>
                <c:pt idx="77">
                  <c:v>0.4725</c:v>
                </c:pt>
                <c:pt idx="78">
                  <c:v>0.4999</c:v>
                </c:pt>
                <c:pt idx="79">
                  <c:v>0.4999</c:v>
                </c:pt>
                <c:pt idx="80">
                  <c:v>0.4999</c:v>
                </c:pt>
                <c:pt idx="81">
                  <c:v>0.4999</c:v>
                </c:pt>
                <c:pt idx="82">
                  <c:v>0.4999</c:v>
                </c:pt>
                <c:pt idx="83">
                  <c:v>0.4999</c:v>
                </c:pt>
                <c:pt idx="84">
                  <c:v>0.5273</c:v>
                </c:pt>
                <c:pt idx="85">
                  <c:v>0.5273</c:v>
                </c:pt>
                <c:pt idx="86">
                  <c:v>0.5273</c:v>
                </c:pt>
                <c:pt idx="87">
                  <c:v>0.5273</c:v>
                </c:pt>
                <c:pt idx="88">
                  <c:v>0.5273</c:v>
                </c:pt>
                <c:pt idx="89">
                  <c:v>0.5273</c:v>
                </c:pt>
                <c:pt idx="90">
                  <c:v>0.5547</c:v>
                </c:pt>
                <c:pt idx="91">
                  <c:v>0.5547</c:v>
                </c:pt>
                <c:pt idx="92">
                  <c:v>0.5547</c:v>
                </c:pt>
                <c:pt idx="93">
                  <c:v>0.5547</c:v>
                </c:pt>
                <c:pt idx="94">
                  <c:v>0.5547</c:v>
                </c:pt>
                <c:pt idx="95">
                  <c:v>0.5547</c:v>
                </c:pt>
                <c:pt idx="96">
                  <c:v>0.5821</c:v>
                </c:pt>
                <c:pt idx="97">
                  <c:v>0.5821</c:v>
                </c:pt>
                <c:pt idx="98">
                  <c:v>0.5821</c:v>
                </c:pt>
                <c:pt idx="99">
                  <c:v>0.5821</c:v>
                </c:pt>
                <c:pt idx="100">
                  <c:v>0.5821</c:v>
                </c:pt>
                <c:pt idx="101">
                  <c:v>0.5821</c:v>
                </c:pt>
                <c:pt idx="102">
                  <c:v>0.6095</c:v>
                </c:pt>
                <c:pt idx="103">
                  <c:v>0.6095</c:v>
                </c:pt>
                <c:pt idx="104">
                  <c:v>0.6095</c:v>
                </c:pt>
                <c:pt idx="105">
                  <c:v>0.6095</c:v>
                </c:pt>
                <c:pt idx="106">
                  <c:v>0.6095</c:v>
                </c:pt>
                <c:pt idx="107">
                  <c:v>0.6095</c:v>
                </c:pt>
                <c:pt idx="108">
                  <c:v>0.6369</c:v>
                </c:pt>
                <c:pt idx="109">
                  <c:v>0.6369</c:v>
                </c:pt>
                <c:pt idx="110">
                  <c:v>0.6369</c:v>
                </c:pt>
                <c:pt idx="111">
                  <c:v>0.6369</c:v>
                </c:pt>
                <c:pt idx="112">
                  <c:v>0.6369</c:v>
                </c:pt>
                <c:pt idx="113">
                  <c:v>0.6369</c:v>
                </c:pt>
                <c:pt idx="114">
                  <c:v>0.6643</c:v>
                </c:pt>
                <c:pt idx="115">
                  <c:v>0.6643</c:v>
                </c:pt>
                <c:pt idx="116">
                  <c:v>0.6643</c:v>
                </c:pt>
                <c:pt idx="117">
                  <c:v>0.6643</c:v>
                </c:pt>
                <c:pt idx="118">
                  <c:v>0.6643</c:v>
                </c:pt>
                <c:pt idx="119">
                  <c:v>0.6643</c:v>
                </c:pt>
                <c:pt idx="120">
                  <c:v>0.6917</c:v>
                </c:pt>
                <c:pt idx="121">
                  <c:v>0.6917</c:v>
                </c:pt>
                <c:pt idx="122">
                  <c:v>0.6917</c:v>
                </c:pt>
                <c:pt idx="123">
                  <c:v>0.6917</c:v>
                </c:pt>
                <c:pt idx="124">
                  <c:v>0.6917</c:v>
                </c:pt>
                <c:pt idx="125">
                  <c:v>0.6917</c:v>
                </c:pt>
                <c:pt idx="126">
                  <c:v>0.7191</c:v>
                </c:pt>
                <c:pt idx="127">
                  <c:v>0.7191</c:v>
                </c:pt>
                <c:pt idx="128">
                  <c:v>0.7191</c:v>
                </c:pt>
                <c:pt idx="129">
                  <c:v>0.7191</c:v>
                </c:pt>
                <c:pt idx="130">
                  <c:v>0.7191</c:v>
                </c:pt>
                <c:pt idx="131">
                  <c:v>0.7191</c:v>
                </c:pt>
                <c:pt idx="132">
                  <c:v>0.7465</c:v>
                </c:pt>
                <c:pt idx="133">
                  <c:v>0.7465</c:v>
                </c:pt>
                <c:pt idx="134">
                  <c:v>0.7465</c:v>
                </c:pt>
                <c:pt idx="135">
                  <c:v>0.7465</c:v>
                </c:pt>
                <c:pt idx="136">
                  <c:v>0.7465</c:v>
                </c:pt>
                <c:pt idx="137">
                  <c:v>0.7465</c:v>
                </c:pt>
                <c:pt idx="138">
                  <c:v>0.7739</c:v>
                </c:pt>
                <c:pt idx="139">
                  <c:v>0.7739</c:v>
                </c:pt>
                <c:pt idx="140">
                  <c:v>0.7739</c:v>
                </c:pt>
                <c:pt idx="141">
                  <c:v>0.7739</c:v>
                </c:pt>
                <c:pt idx="142">
                  <c:v>0.7739</c:v>
                </c:pt>
                <c:pt idx="143">
                  <c:v>0.7739</c:v>
                </c:pt>
                <c:pt idx="144">
                  <c:v>0.8013</c:v>
                </c:pt>
                <c:pt idx="145">
                  <c:v>0.8013</c:v>
                </c:pt>
                <c:pt idx="146">
                  <c:v>0.8013</c:v>
                </c:pt>
                <c:pt idx="147">
                  <c:v>0.8013</c:v>
                </c:pt>
                <c:pt idx="148">
                  <c:v>0.8013</c:v>
                </c:pt>
                <c:pt idx="149">
                  <c:v>0.8013</c:v>
                </c:pt>
              </c:numCache>
            </c:numRef>
          </c:xVal>
          <c:yVal>
            <c:numRef>
              <c:f>'Chart Data'!$B$2:$B$151</c:f>
              <c:numCache>
                <c:formatCode>General</c:formatCode>
                <c:ptCount val="150"/>
                <c:pt idx="0">
                  <c:v>0.0983140237308</c:v>
                </c:pt>
                <c:pt idx="1">
                  <c:v>0.0983140237308</c:v>
                </c:pt>
                <c:pt idx="2">
                  <c:v>0.0983140237308</c:v>
                </c:pt>
                <c:pt idx="3">
                  <c:v>0.0983140237308</c:v>
                </c:pt>
                <c:pt idx="4">
                  <c:v>0.0983140237308</c:v>
                </c:pt>
                <c:pt idx="5">
                  <c:v>0.0983140237308</c:v>
                </c:pt>
                <c:pt idx="6">
                  <c:v>0.207551827876</c:v>
                </c:pt>
                <c:pt idx="7">
                  <c:v>0.207551827876</c:v>
                </c:pt>
                <c:pt idx="8">
                  <c:v>0.207551827876</c:v>
                </c:pt>
                <c:pt idx="9">
                  <c:v>0.207551827876</c:v>
                </c:pt>
                <c:pt idx="10">
                  <c:v>0.207551827876</c:v>
                </c:pt>
                <c:pt idx="11">
                  <c:v>0.207551827876</c:v>
                </c:pt>
                <c:pt idx="12">
                  <c:v>0.273094510363</c:v>
                </c:pt>
                <c:pt idx="13">
                  <c:v>0.273094510363</c:v>
                </c:pt>
                <c:pt idx="14">
                  <c:v>0.273094510363</c:v>
                </c:pt>
                <c:pt idx="15">
                  <c:v>0.273094510363</c:v>
                </c:pt>
                <c:pt idx="16">
                  <c:v>0.273094510363</c:v>
                </c:pt>
                <c:pt idx="17">
                  <c:v>0.273094510363</c:v>
                </c:pt>
                <c:pt idx="18">
                  <c:v>0.152932925803</c:v>
                </c:pt>
                <c:pt idx="19">
                  <c:v>0.152932925803</c:v>
                </c:pt>
                <c:pt idx="20">
                  <c:v>0.152932925803</c:v>
                </c:pt>
                <c:pt idx="21">
                  <c:v>0.152932925803</c:v>
                </c:pt>
                <c:pt idx="22">
                  <c:v>0.152932925803</c:v>
                </c:pt>
                <c:pt idx="23">
                  <c:v>0.152932925803</c:v>
                </c:pt>
                <c:pt idx="24">
                  <c:v>0.426027436167</c:v>
                </c:pt>
                <c:pt idx="25">
                  <c:v>0.426027436167</c:v>
                </c:pt>
                <c:pt idx="26">
                  <c:v>0.426027436167</c:v>
                </c:pt>
                <c:pt idx="27">
                  <c:v>0.426027436167</c:v>
                </c:pt>
                <c:pt idx="28">
                  <c:v>0.426027436167</c:v>
                </c:pt>
                <c:pt idx="29">
                  <c:v>0.426027436167</c:v>
                </c:pt>
                <c:pt idx="30">
                  <c:v>0.557112801141</c:v>
                </c:pt>
                <c:pt idx="31">
                  <c:v>0.557112801141</c:v>
                </c:pt>
                <c:pt idx="32">
                  <c:v>0.557112801141</c:v>
                </c:pt>
                <c:pt idx="33">
                  <c:v>0.557112801141</c:v>
                </c:pt>
                <c:pt idx="34">
                  <c:v>0.557112801141</c:v>
                </c:pt>
                <c:pt idx="35">
                  <c:v>0.557112801141</c:v>
                </c:pt>
                <c:pt idx="36">
                  <c:v>0.753740848603</c:v>
                </c:pt>
                <c:pt idx="37">
                  <c:v>0.753740848603</c:v>
                </c:pt>
                <c:pt idx="38">
                  <c:v>0.753740848603</c:v>
                </c:pt>
                <c:pt idx="39">
                  <c:v>0.753740848603</c:v>
                </c:pt>
                <c:pt idx="40">
                  <c:v>0.753740848603</c:v>
                </c:pt>
                <c:pt idx="41">
                  <c:v>0.753740848603</c:v>
                </c:pt>
                <c:pt idx="42">
                  <c:v>0.764664629017</c:v>
                </c:pt>
                <c:pt idx="43">
                  <c:v>0.764664629017</c:v>
                </c:pt>
                <c:pt idx="44">
                  <c:v>0.764664629017</c:v>
                </c:pt>
                <c:pt idx="45">
                  <c:v>0.764664629017</c:v>
                </c:pt>
                <c:pt idx="46">
                  <c:v>0.764664629017</c:v>
                </c:pt>
                <c:pt idx="47">
                  <c:v>0.764664629017</c:v>
                </c:pt>
                <c:pt idx="48">
                  <c:v>1.55117681886</c:v>
                </c:pt>
                <c:pt idx="49">
                  <c:v>1.55117681886</c:v>
                </c:pt>
                <c:pt idx="50">
                  <c:v>1.55117681886</c:v>
                </c:pt>
                <c:pt idx="51">
                  <c:v>1.55117681886</c:v>
                </c:pt>
                <c:pt idx="52">
                  <c:v>1.55117681886</c:v>
                </c:pt>
                <c:pt idx="53">
                  <c:v>1.55117681886</c:v>
                </c:pt>
                <c:pt idx="54">
                  <c:v>1.21253962601</c:v>
                </c:pt>
                <c:pt idx="55">
                  <c:v>1.21253962601</c:v>
                </c:pt>
                <c:pt idx="56">
                  <c:v>1.21253962601</c:v>
                </c:pt>
                <c:pt idx="57">
                  <c:v>1.21253962601</c:v>
                </c:pt>
                <c:pt idx="58">
                  <c:v>1.21253962601</c:v>
                </c:pt>
                <c:pt idx="59">
                  <c:v>1.21253962601</c:v>
                </c:pt>
                <c:pt idx="60">
                  <c:v>1.68226218384</c:v>
                </c:pt>
                <c:pt idx="61">
                  <c:v>1.68226218384</c:v>
                </c:pt>
                <c:pt idx="62">
                  <c:v>1.68226218384</c:v>
                </c:pt>
                <c:pt idx="63">
                  <c:v>1.68226218384</c:v>
                </c:pt>
                <c:pt idx="64">
                  <c:v>1.68226218384</c:v>
                </c:pt>
                <c:pt idx="65">
                  <c:v>1.68226218384</c:v>
                </c:pt>
                <c:pt idx="66">
                  <c:v>1.99905181586</c:v>
                </c:pt>
                <c:pt idx="67">
                  <c:v>1.99905181586</c:v>
                </c:pt>
                <c:pt idx="68">
                  <c:v>1.99905181586</c:v>
                </c:pt>
                <c:pt idx="69">
                  <c:v>1.99905181586</c:v>
                </c:pt>
                <c:pt idx="70">
                  <c:v>1.99905181586</c:v>
                </c:pt>
                <c:pt idx="71">
                  <c:v>1.99905181586</c:v>
                </c:pt>
                <c:pt idx="72">
                  <c:v>2.68724998198</c:v>
                </c:pt>
                <c:pt idx="73">
                  <c:v>2.68724998198</c:v>
                </c:pt>
                <c:pt idx="74">
                  <c:v>2.68724998198</c:v>
                </c:pt>
                <c:pt idx="75">
                  <c:v>2.68724998198</c:v>
                </c:pt>
                <c:pt idx="76">
                  <c:v>2.68724998198</c:v>
                </c:pt>
                <c:pt idx="77">
                  <c:v>2.68724998198</c:v>
                </c:pt>
                <c:pt idx="78">
                  <c:v>2.4796981541</c:v>
                </c:pt>
                <c:pt idx="79">
                  <c:v>2.4796981541</c:v>
                </c:pt>
                <c:pt idx="80">
                  <c:v>2.4796981541</c:v>
                </c:pt>
                <c:pt idx="81">
                  <c:v>2.4796981541</c:v>
                </c:pt>
                <c:pt idx="82">
                  <c:v>2.4796981541</c:v>
                </c:pt>
                <c:pt idx="83">
                  <c:v>2.4796981541</c:v>
                </c:pt>
                <c:pt idx="84">
                  <c:v>3.3099054656</c:v>
                </c:pt>
                <c:pt idx="85">
                  <c:v>3.3099054656</c:v>
                </c:pt>
                <c:pt idx="86">
                  <c:v>3.3099054656</c:v>
                </c:pt>
                <c:pt idx="87">
                  <c:v>3.3099054656</c:v>
                </c:pt>
                <c:pt idx="88">
                  <c:v>3.3099054656</c:v>
                </c:pt>
                <c:pt idx="89">
                  <c:v>3.3099054656</c:v>
                </c:pt>
                <c:pt idx="90">
                  <c:v>2.86203046861</c:v>
                </c:pt>
                <c:pt idx="91">
                  <c:v>2.86203046861</c:v>
                </c:pt>
                <c:pt idx="92">
                  <c:v>2.86203046861</c:v>
                </c:pt>
                <c:pt idx="93">
                  <c:v>2.86203046861</c:v>
                </c:pt>
                <c:pt idx="94">
                  <c:v>2.86203046861</c:v>
                </c:pt>
                <c:pt idx="95">
                  <c:v>2.86203046861</c:v>
                </c:pt>
                <c:pt idx="96">
                  <c:v>4.10734143587</c:v>
                </c:pt>
                <c:pt idx="97">
                  <c:v>4.10734143587</c:v>
                </c:pt>
                <c:pt idx="98">
                  <c:v>4.10734143587</c:v>
                </c:pt>
                <c:pt idx="99">
                  <c:v>4.10734143587</c:v>
                </c:pt>
                <c:pt idx="100">
                  <c:v>4.10734143587</c:v>
                </c:pt>
                <c:pt idx="101">
                  <c:v>4.10734143587</c:v>
                </c:pt>
                <c:pt idx="102">
                  <c:v>3.26621034395</c:v>
                </c:pt>
                <c:pt idx="103">
                  <c:v>3.26621034395</c:v>
                </c:pt>
                <c:pt idx="104">
                  <c:v>3.26621034395</c:v>
                </c:pt>
                <c:pt idx="105">
                  <c:v>3.26621034395</c:v>
                </c:pt>
                <c:pt idx="106">
                  <c:v>3.26621034395</c:v>
                </c:pt>
                <c:pt idx="107">
                  <c:v>3.26621034395</c:v>
                </c:pt>
                <c:pt idx="108">
                  <c:v>3.93256094923</c:v>
                </c:pt>
                <c:pt idx="109">
                  <c:v>3.93256094923</c:v>
                </c:pt>
                <c:pt idx="110">
                  <c:v>3.93256094923</c:v>
                </c:pt>
                <c:pt idx="111">
                  <c:v>3.93256094923</c:v>
                </c:pt>
                <c:pt idx="112">
                  <c:v>3.93256094923</c:v>
                </c:pt>
                <c:pt idx="113">
                  <c:v>3.93256094923</c:v>
                </c:pt>
                <c:pt idx="114">
                  <c:v>1.81334754881</c:v>
                </c:pt>
                <c:pt idx="115">
                  <c:v>1.81334754881</c:v>
                </c:pt>
                <c:pt idx="116">
                  <c:v>1.81334754881</c:v>
                </c:pt>
                <c:pt idx="117">
                  <c:v>1.81334754881</c:v>
                </c:pt>
                <c:pt idx="118">
                  <c:v>1.81334754881</c:v>
                </c:pt>
                <c:pt idx="119">
                  <c:v>1.81334754881</c:v>
                </c:pt>
                <c:pt idx="120">
                  <c:v>1.22346340643</c:v>
                </c:pt>
                <c:pt idx="121">
                  <c:v>1.22346340643</c:v>
                </c:pt>
                <c:pt idx="122">
                  <c:v>1.22346340643</c:v>
                </c:pt>
                <c:pt idx="123">
                  <c:v>1.22346340643</c:v>
                </c:pt>
                <c:pt idx="124">
                  <c:v>1.22346340643</c:v>
                </c:pt>
                <c:pt idx="125">
                  <c:v>1.22346340643</c:v>
                </c:pt>
                <c:pt idx="126">
                  <c:v>0.720969507359</c:v>
                </c:pt>
                <c:pt idx="127">
                  <c:v>0.720969507359</c:v>
                </c:pt>
                <c:pt idx="128">
                  <c:v>0.720969507359</c:v>
                </c:pt>
                <c:pt idx="129">
                  <c:v>0.720969507359</c:v>
                </c:pt>
                <c:pt idx="130">
                  <c:v>0.720969507359</c:v>
                </c:pt>
                <c:pt idx="131">
                  <c:v>0.720969507359</c:v>
                </c:pt>
                <c:pt idx="132">
                  <c:v>0.305865851607</c:v>
                </c:pt>
                <c:pt idx="133">
                  <c:v>0.305865851607</c:v>
                </c:pt>
                <c:pt idx="134">
                  <c:v>0.305865851607</c:v>
                </c:pt>
                <c:pt idx="135">
                  <c:v>0.305865851607</c:v>
                </c:pt>
                <c:pt idx="136">
                  <c:v>0.305865851607</c:v>
                </c:pt>
                <c:pt idx="137">
                  <c:v>0.305865851607</c:v>
                </c:pt>
                <c:pt idx="138">
                  <c:v>0.0873902433163</c:v>
                </c:pt>
                <c:pt idx="139">
                  <c:v>0.0873902433163</c:v>
                </c:pt>
                <c:pt idx="140">
                  <c:v>0.0873902433163</c:v>
                </c:pt>
                <c:pt idx="141">
                  <c:v>0.0873902433163</c:v>
                </c:pt>
                <c:pt idx="142">
                  <c:v>0.0873902433163</c:v>
                </c:pt>
                <c:pt idx="143">
                  <c:v>0.0873902433163</c:v>
                </c:pt>
                <c:pt idx="144">
                  <c:v>0.0218475608291</c:v>
                </c:pt>
                <c:pt idx="145">
                  <c:v>0.0218475608291</c:v>
                </c:pt>
                <c:pt idx="146">
                  <c:v>0.0218475608291</c:v>
                </c:pt>
                <c:pt idx="147">
                  <c:v>0.0218475608291</c:v>
                </c:pt>
                <c:pt idx="148">
                  <c:v>0.0218475608291</c:v>
                </c:pt>
                <c:pt idx="149">
                  <c:v>0.0218475608291</c:v>
                </c:pt>
              </c:numCache>
            </c:numRef>
          </c:yVal>
        </c:ser>
        <c:ser>
          <c:idx val="1"/>
          <c:order val="1"/>
          <c:tx>
            <c:v>Fitted 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999999"/>
            </a:solidFill>
            <a:ln xmlns:a="http://schemas.openxmlformats.org/drawingml/2006/main" w="19050">
              <a:solidFill>
                <a:srgbClr val="999999"/>
              </a:solidFill>
              <a:prstDash val="solid"/>
            </a:ln>
          </c:spPr>
          <c:marker>
            <c:symbol val="none"/>
          </c:marker>
          <c:xVal>
            <c:numRef>
              <c:f>'Chart Data'!$A$2:$A$151</c:f>
              <c:numCache>
                <c:formatCode>General</c:formatCode>
                <c:ptCount val="150"/>
                <c:pt idx="0">
                  <c:v>0.0668</c:v>
                </c:pt>
                <c:pt idx="1">
                  <c:v>0.0668</c:v>
                </c:pt>
                <c:pt idx="2">
                  <c:v>0.0668</c:v>
                </c:pt>
                <c:pt idx="3">
                  <c:v>0.0668</c:v>
                </c:pt>
                <c:pt idx="4">
                  <c:v>0.0668</c:v>
                </c:pt>
                <c:pt idx="5">
                  <c:v>0.0668</c:v>
                </c:pt>
                <c:pt idx="6">
                  <c:v>0.1794</c:v>
                </c:pt>
                <c:pt idx="7">
                  <c:v>0.1794</c:v>
                </c:pt>
                <c:pt idx="8">
                  <c:v>0.1794</c:v>
                </c:pt>
                <c:pt idx="9">
                  <c:v>0.1794</c:v>
                </c:pt>
                <c:pt idx="10">
                  <c:v>0.1794</c:v>
                </c:pt>
                <c:pt idx="11">
                  <c:v>0.1794</c:v>
                </c:pt>
                <c:pt idx="12">
                  <c:v>0.292</c:v>
                </c:pt>
                <c:pt idx="13">
                  <c:v>0.292</c:v>
                </c:pt>
                <c:pt idx="14">
                  <c:v>0.292</c:v>
                </c:pt>
                <c:pt idx="15">
                  <c:v>0.292</c:v>
                </c:pt>
                <c:pt idx="16">
                  <c:v>0.292</c:v>
                </c:pt>
                <c:pt idx="17">
                  <c:v>0.292</c:v>
                </c:pt>
                <c:pt idx="18">
                  <c:v>0.4046</c:v>
                </c:pt>
                <c:pt idx="19">
                  <c:v>0.4046</c:v>
                </c:pt>
                <c:pt idx="20">
                  <c:v>0.4046</c:v>
                </c:pt>
                <c:pt idx="21">
                  <c:v>0.4046</c:v>
                </c:pt>
                <c:pt idx="22">
                  <c:v>0.4046</c:v>
                </c:pt>
                <c:pt idx="23">
                  <c:v>0.4046</c:v>
                </c:pt>
                <c:pt idx="24">
                  <c:v>0.5172</c:v>
                </c:pt>
                <c:pt idx="25">
                  <c:v>0.5172</c:v>
                </c:pt>
                <c:pt idx="26">
                  <c:v>0.5172</c:v>
                </c:pt>
                <c:pt idx="27">
                  <c:v>0.5172</c:v>
                </c:pt>
                <c:pt idx="28">
                  <c:v>0.5172</c:v>
                </c:pt>
                <c:pt idx="29">
                  <c:v>0.5172</c:v>
                </c:pt>
                <c:pt idx="30">
                  <c:v>0.6298</c:v>
                </c:pt>
                <c:pt idx="31">
                  <c:v>0.6298</c:v>
                </c:pt>
                <c:pt idx="32">
                  <c:v>0.6298</c:v>
                </c:pt>
                <c:pt idx="33">
                  <c:v>0.6298</c:v>
                </c:pt>
                <c:pt idx="34">
                  <c:v>0.6298</c:v>
                </c:pt>
                <c:pt idx="35">
                  <c:v>0.6298</c:v>
                </c:pt>
                <c:pt idx="36">
                  <c:v>0.7424</c:v>
                </c:pt>
                <c:pt idx="37">
                  <c:v>0.7424</c:v>
                </c:pt>
                <c:pt idx="38">
                  <c:v>0.7424</c:v>
                </c:pt>
                <c:pt idx="39">
                  <c:v>0.7424</c:v>
                </c:pt>
                <c:pt idx="40">
                  <c:v>0.7424</c:v>
                </c:pt>
                <c:pt idx="41">
                  <c:v>0.7424</c:v>
                </c:pt>
                <c:pt idx="42">
                  <c:v>0.855</c:v>
                </c:pt>
                <c:pt idx="43">
                  <c:v>0.855</c:v>
                </c:pt>
                <c:pt idx="44">
                  <c:v>0.855</c:v>
                </c:pt>
                <c:pt idx="45">
                  <c:v>0.855</c:v>
                </c:pt>
                <c:pt idx="46">
                  <c:v>0.855</c:v>
                </c:pt>
                <c:pt idx="47">
                  <c:v>0.855</c:v>
                </c:pt>
                <c:pt idx="48">
                  <c:v>0.9676</c:v>
                </c:pt>
                <c:pt idx="49">
                  <c:v>0.9676</c:v>
                </c:pt>
                <c:pt idx="50">
                  <c:v>0.9676</c:v>
                </c:pt>
                <c:pt idx="51">
                  <c:v>0.9676</c:v>
                </c:pt>
                <c:pt idx="52">
                  <c:v>0.9676</c:v>
                </c:pt>
                <c:pt idx="53">
                  <c:v>0.9676</c:v>
                </c:pt>
                <c:pt idx="54">
                  <c:v>1.0802</c:v>
                </c:pt>
                <c:pt idx="55">
                  <c:v>1.0802</c:v>
                </c:pt>
                <c:pt idx="56">
                  <c:v>1.0802</c:v>
                </c:pt>
                <c:pt idx="57">
                  <c:v>1.0802</c:v>
                </c:pt>
                <c:pt idx="58">
                  <c:v>1.0802</c:v>
                </c:pt>
                <c:pt idx="59">
                  <c:v>1.0802</c:v>
                </c:pt>
                <c:pt idx="60">
                  <c:v>1.1928</c:v>
                </c:pt>
                <c:pt idx="61">
                  <c:v>1.1928</c:v>
                </c:pt>
                <c:pt idx="62">
                  <c:v>1.1928</c:v>
                </c:pt>
                <c:pt idx="63">
                  <c:v>1.1928</c:v>
                </c:pt>
                <c:pt idx="64">
                  <c:v>1.1928</c:v>
                </c:pt>
                <c:pt idx="65">
                  <c:v>1.1928</c:v>
                </c:pt>
                <c:pt idx="66">
                  <c:v>1.3054</c:v>
                </c:pt>
                <c:pt idx="67">
                  <c:v>1.3054</c:v>
                </c:pt>
                <c:pt idx="68">
                  <c:v>1.3054</c:v>
                </c:pt>
                <c:pt idx="69">
                  <c:v>1.3054</c:v>
                </c:pt>
                <c:pt idx="70">
                  <c:v>1.3054</c:v>
                </c:pt>
                <c:pt idx="71">
                  <c:v>1.3054</c:v>
                </c:pt>
                <c:pt idx="72">
                  <c:v>1.418</c:v>
                </c:pt>
                <c:pt idx="73">
                  <c:v>1.418</c:v>
                </c:pt>
                <c:pt idx="74">
                  <c:v>1.418</c:v>
                </c:pt>
                <c:pt idx="75">
                  <c:v>1.418</c:v>
                </c:pt>
                <c:pt idx="76">
                  <c:v>1.418</c:v>
                </c:pt>
                <c:pt idx="77">
                  <c:v>1.418</c:v>
                </c:pt>
                <c:pt idx="78">
                  <c:v>1.5306</c:v>
                </c:pt>
                <c:pt idx="79">
                  <c:v>1.5306</c:v>
                </c:pt>
                <c:pt idx="80">
                  <c:v>1.5306</c:v>
                </c:pt>
                <c:pt idx="81">
                  <c:v>1.5306</c:v>
                </c:pt>
                <c:pt idx="82">
                  <c:v>1.5306</c:v>
                </c:pt>
                <c:pt idx="83">
                  <c:v>1.5306</c:v>
                </c:pt>
                <c:pt idx="84">
                  <c:v>1.6432</c:v>
                </c:pt>
                <c:pt idx="85">
                  <c:v>1.6432</c:v>
                </c:pt>
                <c:pt idx="86">
                  <c:v>1.6432</c:v>
                </c:pt>
                <c:pt idx="87">
                  <c:v>1.6432</c:v>
                </c:pt>
                <c:pt idx="88">
                  <c:v>1.6432</c:v>
                </c:pt>
                <c:pt idx="89">
                  <c:v>1.6432</c:v>
                </c:pt>
                <c:pt idx="90">
                  <c:v>1.7558</c:v>
                </c:pt>
                <c:pt idx="91">
                  <c:v>1.7558</c:v>
                </c:pt>
                <c:pt idx="92">
                  <c:v>1.7558</c:v>
                </c:pt>
                <c:pt idx="93">
                  <c:v>1.7558</c:v>
                </c:pt>
                <c:pt idx="94">
                  <c:v>1.7558</c:v>
                </c:pt>
                <c:pt idx="95">
                  <c:v>1.7558</c:v>
                </c:pt>
                <c:pt idx="96">
                  <c:v>1.8684</c:v>
                </c:pt>
                <c:pt idx="97">
                  <c:v>1.8684</c:v>
                </c:pt>
                <c:pt idx="98">
                  <c:v>1.8684</c:v>
                </c:pt>
                <c:pt idx="99">
                  <c:v>1.8684</c:v>
                </c:pt>
                <c:pt idx="100">
                  <c:v>1.8684</c:v>
                </c:pt>
                <c:pt idx="101">
                  <c:v>1.8684</c:v>
                </c:pt>
                <c:pt idx="102">
                  <c:v>1.981</c:v>
                </c:pt>
                <c:pt idx="103">
                  <c:v>1.981</c:v>
                </c:pt>
                <c:pt idx="104">
                  <c:v>1.981</c:v>
                </c:pt>
                <c:pt idx="105">
                  <c:v>1.981</c:v>
                </c:pt>
                <c:pt idx="106">
                  <c:v>1.981</c:v>
                </c:pt>
                <c:pt idx="107">
                  <c:v>1.981</c:v>
                </c:pt>
                <c:pt idx="108">
                  <c:v>2.0936</c:v>
                </c:pt>
                <c:pt idx="109">
                  <c:v>2.0936</c:v>
                </c:pt>
                <c:pt idx="110">
                  <c:v>2.0936</c:v>
                </c:pt>
                <c:pt idx="111">
                  <c:v>2.0936</c:v>
                </c:pt>
                <c:pt idx="112">
                  <c:v>2.0936</c:v>
                </c:pt>
                <c:pt idx="113">
                  <c:v>2.0936</c:v>
                </c:pt>
                <c:pt idx="114">
                  <c:v>2.2062</c:v>
                </c:pt>
                <c:pt idx="115">
                  <c:v>2.2062</c:v>
                </c:pt>
                <c:pt idx="116">
                  <c:v>2.2062</c:v>
                </c:pt>
                <c:pt idx="117">
                  <c:v>2.2062</c:v>
                </c:pt>
                <c:pt idx="118">
                  <c:v>2.2062</c:v>
                </c:pt>
                <c:pt idx="119">
                  <c:v>2.2062</c:v>
                </c:pt>
                <c:pt idx="120">
                  <c:v>2.3188</c:v>
                </c:pt>
                <c:pt idx="121">
                  <c:v>2.3188</c:v>
                </c:pt>
                <c:pt idx="122">
                  <c:v>2.3188</c:v>
                </c:pt>
                <c:pt idx="123">
                  <c:v>2.3188</c:v>
                </c:pt>
                <c:pt idx="124">
                  <c:v>2.3188</c:v>
                </c:pt>
                <c:pt idx="125">
                  <c:v>2.3188</c:v>
                </c:pt>
                <c:pt idx="126">
                  <c:v>2.4314</c:v>
                </c:pt>
                <c:pt idx="127">
                  <c:v>2.4314</c:v>
                </c:pt>
                <c:pt idx="128">
                  <c:v>2.4314</c:v>
                </c:pt>
                <c:pt idx="129">
                  <c:v>2.4314</c:v>
                </c:pt>
                <c:pt idx="130">
                  <c:v>2.4314</c:v>
                </c:pt>
                <c:pt idx="131">
                  <c:v>2.4314</c:v>
                </c:pt>
                <c:pt idx="132">
                  <c:v>2.544</c:v>
                </c:pt>
                <c:pt idx="133">
                  <c:v>2.544</c:v>
                </c:pt>
                <c:pt idx="134">
                  <c:v>2.544</c:v>
                </c:pt>
                <c:pt idx="135">
                  <c:v>2.544</c:v>
                </c:pt>
                <c:pt idx="136">
                  <c:v>2.544</c:v>
                </c:pt>
                <c:pt idx="137">
                  <c:v>2.544</c:v>
                </c:pt>
                <c:pt idx="138">
                  <c:v>2.6566</c:v>
                </c:pt>
                <c:pt idx="139">
                  <c:v>2.6566</c:v>
                </c:pt>
                <c:pt idx="140">
                  <c:v>2.6566</c:v>
                </c:pt>
                <c:pt idx="141">
                  <c:v>2.6566</c:v>
                </c:pt>
                <c:pt idx="142">
                  <c:v>2.6566</c:v>
                </c:pt>
                <c:pt idx="143">
                  <c:v>2.6566</c:v>
                </c:pt>
                <c:pt idx="144">
                  <c:v>2.7692</c:v>
                </c:pt>
                <c:pt idx="145">
                  <c:v>2.7692</c:v>
                </c:pt>
                <c:pt idx="146">
                  <c:v>2.7692</c:v>
                </c:pt>
                <c:pt idx="147">
                  <c:v>2.7692</c:v>
                </c:pt>
                <c:pt idx="148">
                  <c:v>2.7692</c:v>
                </c:pt>
                <c:pt idx="149">
                  <c:v>2.7692</c:v>
                </c:pt>
              </c:numCache>
            </c:numRef>
          </c:xVal>
          <c:yVal>
            <c:numRef>
              <c:f>'Chart Data'!$B$2:$B$151</c:f>
              <c:numCache>
                <c:formatCode>General</c:formatCode>
                <c:ptCount val="150"/>
                <c:pt idx="0">
                  <c:v>0.419993163149</c:v>
                </c:pt>
                <c:pt idx="1">
                  <c:v>0.419993163149</c:v>
                </c:pt>
                <c:pt idx="2">
                  <c:v>0.419993163149</c:v>
                </c:pt>
                <c:pt idx="3">
                  <c:v>0.419993163149</c:v>
                </c:pt>
                <c:pt idx="4">
                  <c:v>0.419993163149</c:v>
                </c:pt>
                <c:pt idx="5">
                  <c:v>0.419993163149</c:v>
                </c:pt>
                <c:pt idx="6">
                  <c:v>0.656571590493</c:v>
                </c:pt>
                <c:pt idx="7">
                  <c:v>0.656571590493</c:v>
                </c:pt>
                <c:pt idx="8">
                  <c:v>0.656571590493</c:v>
                </c:pt>
                <c:pt idx="9">
                  <c:v>0.656571590493</c:v>
                </c:pt>
                <c:pt idx="10">
                  <c:v>0.656571590493</c:v>
                </c:pt>
                <c:pt idx="11">
                  <c:v>0.656571590493</c:v>
                </c:pt>
                <c:pt idx="12">
                  <c:v>0.584800606917</c:v>
                </c:pt>
                <c:pt idx="13">
                  <c:v>0.584800606917</c:v>
                </c:pt>
                <c:pt idx="14">
                  <c:v>0.584800606917</c:v>
                </c:pt>
                <c:pt idx="15">
                  <c:v>0.584800606917</c:v>
                </c:pt>
                <c:pt idx="16">
                  <c:v>0.584800606917</c:v>
                </c:pt>
                <c:pt idx="17">
                  <c:v>0.584800606917</c:v>
                </c:pt>
                <c:pt idx="18">
                  <c:v>0.691127989992</c:v>
                </c:pt>
                <c:pt idx="19">
                  <c:v>0.691127989992</c:v>
                </c:pt>
                <c:pt idx="20">
                  <c:v>0.691127989992</c:v>
                </c:pt>
                <c:pt idx="21">
                  <c:v>0.691127989992</c:v>
                </c:pt>
                <c:pt idx="22">
                  <c:v>0.691127989992</c:v>
                </c:pt>
                <c:pt idx="23">
                  <c:v>0.691127989992</c:v>
                </c:pt>
                <c:pt idx="24">
                  <c:v>0.715051651185</c:v>
                </c:pt>
                <c:pt idx="25">
                  <c:v>0.715051651185</c:v>
                </c:pt>
                <c:pt idx="26">
                  <c:v>0.715051651185</c:v>
                </c:pt>
                <c:pt idx="27">
                  <c:v>0.715051651185</c:v>
                </c:pt>
                <c:pt idx="28">
                  <c:v>0.715051651185</c:v>
                </c:pt>
                <c:pt idx="29">
                  <c:v>0.715051651185</c:v>
                </c:pt>
                <c:pt idx="30">
                  <c:v>0.728342574069</c:v>
                </c:pt>
                <c:pt idx="31">
                  <c:v>0.728342574069</c:v>
                </c:pt>
                <c:pt idx="32">
                  <c:v>0.728342574069</c:v>
                </c:pt>
                <c:pt idx="33">
                  <c:v>0.728342574069</c:v>
                </c:pt>
                <c:pt idx="34">
                  <c:v>0.728342574069</c:v>
                </c:pt>
                <c:pt idx="35">
                  <c:v>0.728342574069</c:v>
                </c:pt>
                <c:pt idx="36">
                  <c:v>0.629989744724</c:v>
                </c:pt>
                <c:pt idx="37">
                  <c:v>0.629989744724</c:v>
                </c:pt>
                <c:pt idx="38">
                  <c:v>0.629989744724</c:v>
                </c:pt>
                <c:pt idx="39">
                  <c:v>0.629989744724</c:v>
                </c:pt>
                <c:pt idx="40">
                  <c:v>0.629989744724</c:v>
                </c:pt>
                <c:pt idx="41">
                  <c:v>0.629989744724</c:v>
                </c:pt>
                <c:pt idx="42">
                  <c:v>0.768215342722</c:v>
                </c:pt>
                <c:pt idx="43">
                  <c:v>0.768215342722</c:v>
                </c:pt>
                <c:pt idx="44">
                  <c:v>0.768215342722</c:v>
                </c:pt>
                <c:pt idx="45">
                  <c:v>0.768215342722</c:v>
                </c:pt>
                <c:pt idx="46">
                  <c:v>0.768215342722</c:v>
                </c:pt>
                <c:pt idx="47">
                  <c:v>0.768215342722</c:v>
                </c:pt>
                <c:pt idx="48">
                  <c:v>0.685811620839</c:v>
                </c:pt>
                <c:pt idx="49">
                  <c:v>0.685811620839</c:v>
                </c:pt>
                <c:pt idx="50">
                  <c:v>0.685811620839</c:v>
                </c:pt>
                <c:pt idx="51">
                  <c:v>0.685811620839</c:v>
                </c:pt>
                <c:pt idx="52">
                  <c:v>0.685811620839</c:v>
                </c:pt>
                <c:pt idx="53">
                  <c:v>0.685811620839</c:v>
                </c:pt>
                <c:pt idx="54">
                  <c:v>0.675178882531</c:v>
                </c:pt>
                <c:pt idx="55">
                  <c:v>0.675178882531</c:v>
                </c:pt>
                <c:pt idx="56">
                  <c:v>0.675178882531</c:v>
                </c:pt>
                <c:pt idx="57">
                  <c:v>0.675178882531</c:v>
                </c:pt>
                <c:pt idx="58">
                  <c:v>0.675178882531</c:v>
                </c:pt>
                <c:pt idx="59">
                  <c:v>0.675178882531</c:v>
                </c:pt>
                <c:pt idx="60">
                  <c:v>0.600749714378</c:v>
                </c:pt>
                <c:pt idx="61">
                  <c:v>0.600749714378</c:v>
                </c:pt>
                <c:pt idx="62">
                  <c:v>0.600749714378</c:v>
                </c:pt>
                <c:pt idx="63">
                  <c:v>0.600749714378</c:v>
                </c:pt>
                <c:pt idx="64">
                  <c:v>0.600749714378</c:v>
                </c:pt>
                <c:pt idx="65">
                  <c:v>0.600749714378</c:v>
                </c:pt>
                <c:pt idx="66">
                  <c:v>0.483789592995</c:v>
                </c:pt>
                <c:pt idx="67">
                  <c:v>0.483789592995</c:v>
                </c:pt>
                <c:pt idx="68">
                  <c:v>0.483789592995</c:v>
                </c:pt>
                <c:pt idx="69">
                  <c:v>0.483789592995</c:v>
                </c:pt>
                <c:pt idx="70">
                  <c:v>0.483789592995</c:v>
                </c:pt>
                <c:pt idx="71">
                  <c:v>0.483789592995</c:v>
                </c:pt>
                <c:pt idx="72">
                  <c:v>0.361513102458</c:v>
                </c:pt>
                <c:pt idx="73">
                  <c:v>0.361513102458</c:v>
                </c:pt>
                <c:pt idx="74">
                  <c:v>0.361513102458</c:v>
                </c:pt>
                <c:pt idx="75">
                  <c:v>0.361513102458</c:v>
                </c:pt>
                <c:pt idx="76">
                  <c:v>0.361513102458</c:v>
                </c:pt>
                <c:pt idx="77">
                  <c:v>0.361513102458</c:v>
                </c:pt>
                <c:pt idx="78">
                  <c:v>0.252527534805</c:v>
                </c:pt>
                <c:pt idx="79">
                  <c:v>0.252527534805</c:v>
                </c:pt>
                <c:pt idx="80">
                  <c:v>0.252527534805</c:v>
                </c:pt>
                <c:pt idx="81">
                  <c:v>0.252527534805</c:v>
                </c:pt>
                <c:pt idx="82">
                  <c:v>0.252527534805</c:v>
                </c:pt>
                <c:pt idx="83">
                  <c:v>0.252527534805</c:v>
                </c:pt>
                <c:pt idx="84">
                  <c:v>0.202022027844</c:v>
                </c:pt>
                <c:pt idx="85">
                  <c:v>0.202022027844</c:v>
                </c:pt>
                <c:pt idx="86">
                  <c:v>0.202022027844</c:v>
                </c:pt>
                <c:pt idx="87">
                  <c:v>0.202022027844</c:v>
                </c:pt>
                <c:pt idx="88">
                  <c:v>0.202022027844</c:v>
                </c:pt>
                <c:pt idx="89">
                  <c:v>0.202022027844</c:v>
                </c:pt>
                <c:pt idx="90">
                  <c:v>0.162149259191</c:v>
                </c:pt>
                <c:pt idx="91">
                  <c:v>0.162149259191</c:v>
                </c:pt>
                <c:pt idx="92">
                  <c:v>0.162149259191</c:v>
                </c:pt>
                <c:pt idx="93">
                  <c:v>0.162149259191</c:v>
                </c:pt>
                <c:pt idx="94">
                  <c:v>0.162149259191</c:v>
                </c:pt>
                <c:pt idx="95">
                  <c:v>0.162149259191</c:v>
                </c:pt>
                <c:pt idx="96">
                  <c:v>0.0637964298455</c:v>
                </c:pt>
                <c:pt idx="97">
                  <c:v>0.0637964298455</c:v>
                </c:pt>
                <c:pt idx="98">
                  <c:v>0.0637964298455</c:v>
                </c:pt>
                <c:pt idx="99">
                  <c:v>0.0637964298455</c:v>
                </c:pt>
                <c:pt idx="100">
                  <c:v>0.0637964298455</c:v>
                </c:pt>
                <c:pt idx="101">
                  <c:v>0.0637964298455</c:v>
                </c:pt>
                <c:pt idx="102">
                  <c:v>0.0664546144224</c:v>
                </c:pt>
                <c:pt idx="103">
                  <c:v>0.0664546144224</c:v>
                </c:pt>
                <c:pt idx="104">
                  <c:v>0.0664546144224</c:v>
                </c:pt>
                <c:pt idx="105">
                  <c:v>0.0664546144224</c:v>
                </c:pt>
                <c:pt idx="106">
                  <c:v>0.0664546144224</c:v>
                </c:pt>
                <c:pt idx="107">
                  <c:v>0.0664546144224</c:v>
                </c:pt>
                <c:pt idx="108">
                  <c:v>0.0451891378072</c:v>
                </c:pt>
                <c:pt idx="109">
                  <c:v>0.0451891378072</c:v>
                </c:pt>
                <c:pt idx="110">
                  <c:v>0.0451891378072</c:v>
                </c:pt>
                <c:pt idx="111">
                  <c:v>0.0451891378072</c:v>
                </c:pt>
                <c:pt idx="112">
                  <c:v>0.0451891378072</c:v>
                </c:pt>
                <c:pt idx="113">
                  <c:v>0.0451891378072</c:v>
                </c:pt>
                <c:pt idx="114">
                  <c:v>0.0372145840765</c:v>
                </c:pt>
                <c:pt idx="115">
                  <c:v>0.0372145840765</c:v>
                </c:pt>
                <c:pt idx="116">
                  <c:v>0.0372145840765</c:v>
                </c:pt>
                <c:pt idx="117">
                  <c:v>0.0372145840765</c:v>
                </c:pt>
                <c:pt idx="118">
                  <c:v>0.0372145840765</c:v>
                </c:pt>
                <c:pt idx="119">
                  <c:v>0.0372145840765</c:v>
                </c:pt>
                <c:pt idx="120">
                  <c:v>0.0159491074614</c:v>
                </c:pt>
                <c:pt idx="121">
                  <c:v>0.0159491074614</c:v>
                </c:pt>
                <c:pt idx="122">
                  <c:v>0.0159491074614</c:v>
                </c:pt>
                <c:pt idx="123">
                  <c:v>0.0159491074614</c:v>
                </c:pt>
                <c:pt idx="124">
                  <c:v>0.0159491074614</c:v>
                </c:pt>
                <c:pt idx="125">
                  <c:v>0.0159491074614</c:v>
                </c:pt>
                <c:pt idx="126">
                  <c:v>0.00797455373068</c:v>
                </c:pt>
                <c:pt idx="127">
                  <c:v>0.00797455373068</c:v>
                </c:pt>
                <c:pt idx="128">
                  <c:v>0.00797455373068</c:v>
                </c:pt>
                <c:pt idx="129">
                  <c:v>0.00797455373068</c:v>
                </c:pt>
                <c:pt idx="130">
                  <c:v>0.00797455373068</c:v>
                </c:pt>
                <c:pt idx="131">
                  <c:v>0.00797455373068</c:v>
                </c:pt>
                <c:pt idx="132">
                  <c:v>0.0186072920383</c:v>
                </c:pt>
                <c:pt idx="133">
                  <c:v>0.0186072920383</c:v>
                </c:pt>
                <c:pt idx="134">
                  <c:v>0.0186072920383</c:v>
                </c:pt>
                <c:pt idx="135">
                  <c:v>0.0186072920383</c:v>
                </c:pt>
                <c:pt idx="136">
                  <c:v>0.0186072920383</c:v>
                </c:pt>
                <c:pt idx="137">
                  <c:v>0.0186072920383</c:v>
                </c:pt>
                <c:pt idx="138">
                  <c:v>0.00265818457689</c:v>
                </c:pt>
                <c:pt idx="139">
                  <c:v>0.00265818457689</c:v>
                </c:pt>
                <c:pt idx="140">
                  <c:v>0.00265818457689</c:v>
                </c:pt>
                <c:pt idx="141">
                  <c:v>0.00265818457689</c:v>
                </c:pt>
                <c:pt idx="142">
                  <c:v>0.00265818457689</c:v>
                </c:pt>
                <c:pt idx="143">
                  <c:v>0.00265818457689</c:v>
                </c:pt>
                <c:pt idx="144">
                  <c:v>0.00531636915379</c:v>
                </c:pt>
                <c:pt idx="145">
                  <c:v>0.00531636915379</c:v>
                </c:pt>
                <c:pt idx="146">
                  <c:v>0.00531636915379</c:v>
                </c:pt>
                <c:pt idx="147">
                  <c:v>0.00531636915379</c:v>
                </c:pt>
                <c:pt idx="148">
                  <c:v>0.00531636915379</c:v>
                </c:pt>
                <c:pt idx="149">
                  <c:v>0.00531636915379</c:v>
                </c:pt>
              </c:numCache>
            </c:numRef>
          </c:yVal>
        </c:ser>
        <c:ser>
          <c:idx val="1"/>
          <c:order val="1"/>
          <c:tx>
            <c:v>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777777"/>
            </a:solidFill>
            <a:ln xmlns:a="http://schemas.openxmlformats.org/drawingml/2006/main" w="19050">
              <a:solidFill>
                <a:srgbClr val="777777"/>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777777"/>
            </a:solidFill>
            <a:ln xmlns:a="http://schemas.openxmlformats.org/drawingml/2006/main" w="0">
              <a:noFill/>
            </a:ln>
          </c:spPr>
          <c:marker>
            <c:symbol val="circle"/>
            <c:size val="5"/>
            <c:spPr>
              <a:solidFill xmlns:a="http://schemas.openxmlformats.org/drawingml/2006/main">
                <a:srgbClr val="777777"/>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BBBBBB"/>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555555"/>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F8BC7AA-DF6E-43B9-A70B-BFFBC858E975}"/>
              </a:ext>
            </a:extLst>
          </p:cNvPr>
          <p:cNvPicPr>
            <a:picLocks xmlns:a="http://schemas.openxmlformats.org/drawingml/2006/main" noChangeAspect="1"/>
          </p:cNvPicPr>
          <p:nvPr/>
        </p:nvPicPr>
        <p:blipFill>
          <a:blip xmlns:r="http://schemas.openxmlformats.org/officeDocument/2006/relationships" xmlns:a="http://schemas.openxmlformats.org/drawingml/2006/main" r:embed="R30f5de662e0440e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C9E9242-C06C-4E80-B5D5-B76C8CBC954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39BD6D4F-4405-4D6E-B38E-670645D17A0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99DA2963-6FD1-4C02-ABF0-12246CB458F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D1435E72-0B13-4EDC-A3D7-A77ED5A10BC8}"/>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AFCD3D13-272C-40A1-AB83-9EBD1553DC64}"/>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8788AA56-4F20-42A0-8080-0AF64F898CF2}"/>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37D19D7D-0B04-4B86-BA39-FB9684FD01FA}"/>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6B1E7D92-DC68-4E30-952F-131D7D08065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654457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BDC12ED-524E-43C8-8876-8BC71A232A33}"/>
              </a:ext>
            </a:extLst>
          </p:cNvPr>
          <p:cNvPicPr>
            <a:picLocks xmlns:a="http://schemas.openxmlformats.org/drawingml/2006/main" noChangeAspect="1"/>
          </p:cNvPicPr>
          <p:nvPr/>
        </p:nvPicPr>
        <p:blipFill>
          <a:blip xmlns:r="http://schemas.openxmlformats.org/officeDocument/2006/relationships" xmlns:a="http://schemas.openxmlformats.org/drawingml/2006/main" r:embed="R403d50b9be7c446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64DAEA9-F2A3-4A4E-BCC3-22CA4E16137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4D086CE5-37D8-4F17-84E7-600247DF541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73B9C57D-0C99-4253-A097-D54E18BB68F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CDFDFD85-F4B8-4AEE-8B1C-FEF18E39E130}"/>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C03DBEF2-F605-446A-B9C7-AE5FBAAB9171}"/>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0ADC4651-B21D-4B23-BDB2-11FC857B066B}"/>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6FFC8565-2DB3-4465-89FD-3BFB853021E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18152582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7137E6C-DBC6-45B9-AF61-615D641F930C}"/>
              </a:ext>
            </a:extLst>
          </p:cNvPr>
          <p:cNvPicPr>
            <a:picLocks xmlns:a="http://schemas.openxmlformats.org/drawingml/2006/main" noChangeAspect="1"/>
          </p:cNvPicPr>
          <p:nvPr/>
        </p:nvPicPr>
        <p:blipFill>
          <a:blip xmlns:r="http://schemas.openxmlformats.org/officeDocument/2006/relationships" xmlns:a="http://schemas.openxmlformats.org/drawingml/2006/main" r:embed="R1d7a05c39d7b475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1F8B59C-D13A-4258-8A2C-745F0BE7E26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FFF508C9-5D45-4444-BB9B-9835966F732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2706FAE6-B4DE-4C7E-A01C-AA122EF0CFD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9DD7E242-567A-49FD-BBE2-EA9FDC1264D8}"/>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C6E22CAF-0A2D-4C12-997D-875F3F045C5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512893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5E5DAF2-BB2D-448D-BBAC-785E422B7E59}"/>
              </a:ext>
            </a:extLst>
          </p:cNvPr>
          <p:cNvPicPr>
            <a:picLocks xmlns:a="http://schemas.openxmlformats.org/drawingml/2006/main" noChangeAspect="1"/>
          </p:cNvPicPr>
          <p:nvPr/>
        </p:nvPicPr>
        <p:blipFill>
          <a:blip xmlns:r="http://schemas.openxmlformats.org/officeDocument/2006/relationships" xmlns:a="http://schemas.openxmlformats.org/drawingml/2006/main" r:embed="Rac0b1132528a4ab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C07ACCA-FE7C-4D1B-BD2E-368D056539A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F1B87A45-4241-4A62-979B-B97C5662105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2B319643-BBFF-4FE4-8BDE-4E8816EF0D4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5104BFF2-00A7-462E-8456-C89B25BDF550}"/>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F82F4E86-4D2A-4B2C-8B12-69F28EBE22A4}"/>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29F41A0B-B47D-4E23-8563-4561B72CE250}"/>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3FE01671-8A64-4680-8707-2EAEF80AB6D9}"/>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B1DE5077-A40F-4557-BD56-983E5B3D38CC}"/>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F542D63D-18A3-4669-AE22-6D3E78A649E1}"/>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83AC2151-EB0D-4CA0-8B87-397AC3C26597}"/>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46E6B5F5-B6B3-45CC-8F35-F70E09D7ACFB}"/>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AF90D5CC-2446-4C7A-89B1-34352EB77F0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10317375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05423B6-7ACD-4A48-A1CF-AAEBFCEB69F2}"/>
              </a:ext>
            </a:extLst>
          </p:cNvPr>
          <p:cNvPicPr>
            <a:picLocks xmlns:a="http://schemas.openxmlformats.org/drawingml/2006/main" noChangeAspect="1"/>
          </p:cNvPicPr>
          <p:nvPr/>
        </p:nvPicPr>
        <p:blipFill>
          <a:blip xmlns:r="http://schemas.openxmlformats.org/officeDocument/2006/relationships" xmlns:a="http://schemas.openxmlformats.org/drawingml/2006/main" r:embed="R11e84caae21a468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A981147-E763-496B-946B-71555DC9CDF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78331E35-2E7C-4EEB-9333-C638593222B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1E1E595A-AB85-4848-BC35-E5ACCB8E2E7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AD2CB761-4E5F-49A4-A182-80DA31A1D236}"/>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fe2aa4ab67234d92"/>
          </a:graphicData>
        </a:graphic>
      </p:graphicFrame>
      <p:sp>
        <p:nvSpPr>
          <p:cNvPr id="6" name="Training n = 3,341">
            <a:extLst xmlns:a="http://schemas.openxmlformats.org/drawingml/2006/main">
              <a:ext uri="{FF2B5EF4-FFF2-40B4-BE49-F238E27FC236}">
                <a16:creationId xmlns:a16="http://schemas.microsoft.com/office/drawing/2014/main" id="{822339B9-2612-4F66-86BF-2ECDE07403FD}"/>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5236A190-C0CC-438F-A41A-B2555978AC65}"/>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5EEB0F20-2234-4D81-9469-3634235C9EC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15819576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CCD88B6-1575-4DD9-BE85-7D4B0AA316E8}"/>
              </a:ext>
            </a:extLst>
          </p:cNvPr>
          <p:cNvPicPr>
            <a:picLocks xmlns:a="http://schemas.openxmlformats.org/drawingml/2006/main" noChangeAspect="1"/>
          </p:cNvPicPr>
          <p:nvPr/>
        </p:nvPicPr>
        <p:blipFill>
          <a:blip xmlns:r="http://schemas.openxmlformats.org/officeDocument/2006/relationships" xmlns:a="http://schemas.openxmlformats.org/drawingml/2006/main" r:embed="R3f9c61a67ce04ae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ABBC107-6493-483E-928A-A4D35BFD05B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C8EAA589-5976-49A0-9941-B5786242BD5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E7102987-3D58-4B9E-B747-DE347E434DB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87E179BB-C3DB-49F6-912F-2F372903EDE2}"/>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7a814038a60c4707"/>
          </a:graphicData>
        </a:graphic>
      </p:graphicFrame>
      <p:sp>
        <p:nvSpPr>
          <p:cNvPr id="6" name="I means infant">
            <a:extLst xmlns:a="http://schemas.openxmlformats.org/drawingml/2006/main">
              <a:ext uri="{FF2B5EF4-FFF2-40B4-BE49-F238E27FC236}">
                <a16:creationId xmlns:a16="http://schemas.microsoft.com/office/drawing/2014/main" id="{0C92C295-56CE-4600-A70E-8D66C7B32ED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1FAA5A2B-5907-4D34-88A1-059331FB27F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DA2761AD-75EC-4936-923E-714CCC89EE3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7226448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7C7694B-7578-49C6-92E6-C2BC8649ED92}"/>
              </a:ext>
            </a:extLst>
          </p:cNvPr>
          <p:cNvPicPr>
            <a:picLocks xmlns:a="http://schemas.openxmlformats.org/drawingml/2006/main" noChangeAspect="1"/>
          </p:cNvPicPr>
          <p:nvPr/>
        </p:nvPicPr>
        <p:blipFill>
          <a:blip xmlns:r="http://schemas.openxmlformats.org/officeDocument/2006/relationships" xmlns:a="http://schemas.openxmlformats.org/drawingml/2006/main" r:embed="Reac4c4f210f84ed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B72D8A3-CD6B-49F4-B452-706A7273875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C9570FC2-784D-4A78-B522-A02F2AC9912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1F689E77-D717-4E09-8D17-A84429688B6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BA3F9211-2697-4CCC-B67D-E30E29ABB06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67f8cf9435e249c1"/>
          </a:graphicData>
        </a:graphic>
      </p:graphicFrame>
      <p:sp>
        <p:nvSpPr>
          <p:cNvPr id="6" name="Normal rejected">
            <a:extLst xmlns:a="http://schemas.openxmlformats.org/drawingml/2006/main">
              <a:ext uri="{FF2B5EF4-FFF2-40B4-BE49-F238E27FC236}">
                <a16:creationId xmlns:a16="http://schemas.microsoft.com/office/drawing/2014/main" id="{A3F751AC-1FCD-4FFB-9717-D105DF6045D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31D0521B-A8C8-484C-9935-5F0B497D679A}"/>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3DD0A968-F954-453F-9762-355980CA908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14165358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01734BB-15D8-4501-A7E3-39ECD1B92FA8}"/>
              </a:ext>
            </a:extLst>
          </p:cNvPr>
          <p:cNvPicPr>
            <a:picLocks xmlns:a="http://schemas.openxmlformats.org/drawingml/2006/main" noChangeAspect="1"/>
          </p:cNvPicPr>
          <p:nvPr/>
        </p:nvPicPr>
        <p:blipFill>
          <a:blip xmlns:r="http://schemas.openxmlformats.org/officeDocument/2006/relationships" xmlns:a="http://schemas.openxmlformats.org/drawingml/2006/main" r:embed="R5f77e3e716fa453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A76C17D-B124-444C-909C-E456F0DC938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A2EFD423-1DDA-4C31-947D-F2D8692FAE7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CB638C8A-5923-44B6-9618-F860A9A7F0B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E2DF0671-32B9-4625-8565-8B40EDE8D644}"/>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f0c0601cff3d439f"/>
          </a:graphicData>
        </a:graphic>
      </p:graphicFrame>
      <p:sp>
        <p:nvSpPr>
          <p:cNvPr id="6" name="Both rejected">
            <a:extLst xmlns:a="http://schemas.openxmlformats.org/drawingml/2006/main">
              <a:ext uri="{FF2B5EF4-FFF2-40B4-BE49-F238E27FC236}">
                <a16:creationId xmlns:a16="http://schemas.microsoft.com/office/drawing/2014/main" id="{03B2A4A2-D713-4A5E-9F9C-DA22750971B6}"/>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880C4578-F798-4DD9-AAC6-7C9571B9F95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0BD46FD2-BF7A-421B-BD89-ECBC9D4C6EA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17957125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330A488-0265-4EB6-9DC8-AD8C32627B89}"/>
              </a:ext>
            </a:extLst>
          </p:cNvPr>
          <p:cNvPicPr>
            <a:picLocks xmlns:a="http://schemas.openxmlformats.org/drawingml/2006/main" noChangeAspect="1"/>
          </p:cNvPicPr>
          <p:nvPr/>
        </p:nvPicPr>
        <p:blipFill>
          <a:blip xmlns:r="http://schemas.openxmlformats.org/officeDocument/2006/relationships" xmlns:a="http://schemas.openxmlformats.org/drawingml/2006/main" r:embed="Rca6efd4700b8446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40C8BC0-B5F7-4D79-B4C8-5E30CC21C15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CA258F0B-897F-4B1D-96AB-827CD823863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952A4BD7-AF4D-4CAB-A22C-E28A6BCBD4C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258766FF-B1A6-4D36-AA7A-1C1DC8352197}"/>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7B0CA5A8-463E-4734-8432-EF331FD1490F}"/>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2C7D2C07-2021-41DE-BB75-93DB11A581E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9038213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89BD1F5-615F-454C-A9AC-FD3288FDA9D6}"/>
              </a:ext>
            </a:extLst>
          </p:cNvPr>
          <p:cNvPicPr>
            <a:picLocks xmlns:a="http://schemas.openxmlformats.org/drawingml/2006/main" noChangeAspect="1"/>
          </p:cNvPicPr>
          <p:nvPr/>
        </p:nvPicPr>
        <p:blipFill>
          <a:blip xmlns:r="http://schemas.openxmlformats.org/officeDocument/2006/relationships" xmlns:a="http://schemas.openxmlformats.org/drawingml/2006/main" r:embed="R2800e65f51ba4d1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4FCB1EE-8C3D-4FCB-9F4C-1EB5C1286D8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E39F3D27-10D1-4905-BD7D-22AF46D70AC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5E74DDB8-E1D8-4C01-A24B-6700685B477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F01A30A9-858A-4D20-91FB-FFA884C0ECD8}"/>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F6D5E934-F392-40AA-93C0-29E4C84E04B1}"/>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CDDBD8AF-ED79-46ED-9A8C-2CBEE3C77C37}"/>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828776D5-0523-4214-8EAE-1A6CC89EA55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15332779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3" name="">
            <a:extLst xmlns:a="http://schemas.openxmlformats.org/drawingml/2006/main">
              <a:ext uri="{FF2B5EF4-FFF2-40B4-BE49-F238E27FC236}">
                <a16:creationId xmlns:a16="http://schemas.microsoft.com/office/drawing/2014/main" id="{0606E8F1-634A-4D65-9D11-C10D1C8F6D9A}"/>
              </a:ext>
            </a:extLst>
          </p:cNvPr>
          <p:cNvPicPr>
            <a:picLocks xmlns:a="http://schemas.openxmlformats.org/drawingml/2006/main" noChangeAspect="1"/>
          </p:cNvPicPr>
          <p:nvPr/>
        </p:nvPicPr>
        <p:blipFill>
          <a:blip xmlns:r="http://schemas.openxmlformats.org/officeDocument/2006/relationships" xmlns:a="http://schemas.openxmlformats.org/drawingml/2006/main" r:embed="R0554ad6fa83e44a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B55F49E-FD67-4D79-8999-A71D72C9926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562B86A3-4680-4173-BB6A-B1A7B66A8AB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8BE49AD9-1EFA-4475-9CD2-290309439F0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0B2F0CD2-F7EA-459C-BC7E-70633FB6DE93}"/>
              </a:ext>
            </a:extLst>
          </p:cNvPr>
          <p:cNvSpPr>
            <a:spLocks xmlns:a="http://schemas.openxmlformats.org/drawingml/2006/main" noGrp="1"/>
          </p:cNvSpPr>
          <p:nvPr/>
        </p:nvSpPr>
        <p:spPr>
          <a:xfrm xmlns:a="http://schemas.openxmlformats.org/drawingml/2006/main">
            <a:off x="762000" y="242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
            <a:extLst xmlns:a="http://schemas.openxmlformats.org/drawingml/2006/main">
              <a:ext uri="{FF2B5EF4-FFF2-40B4-BE49-F238E27FC236}">
                <a16:creationId xmlns:a16="http://schemas.microsoft.com/office/drawing/2014/main" id="{A78B1D22-2EC3-4EB5-ABF9-826B6CF38282}"/>
              </a:ext>
            </a:extLst>
          </p:cNvPr>
          <p:cNvSpPr>
            <a:spLocks xmlns:a="http://schemas.openxmlformats.org/drawingml/2006/main" noGrp="1"/>
          </p:cNvSpPr>
          <p:nvPr/>
        </p:nvSpPr>
        <p:spPr>
          <a:xfrm xmlns:a="http://schemas.openxmlformats.org/drawingml/2006/main">
            <a:off x="18573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Len</a:t>
            </a:r>
          </a:p>
        </p:txBody>
      </p:sp>
      <p:sp>
        <p:nvSpPr>
          <p:cNvPr id="7" name="Spearman length length">
            <a:extLst xmlns:a="http://schemas.openxmlformats.org/drawingml/2006/main">
              <a:ext uri="{FF2B5EF4-FFF2-40B4-BE49-F238E27FC236}">
                <a16:creationId xmlns:a16="http://schemas.microsoft.com/office/drawing/2014/main" id="{3681DA1F-6CD1-4B93-BF01-71B431CC3E2E}"/>
              </a:ext>
            </a:extLst>
          </p:cNvPr>
          <p:cNvSpPr>
            <a:spLocks xmlns:a="http://schemas.openxmlformats.org/drawingml/2006/main" noGrp="1"/>
          </p:cNvSpPr>
          <p:nvPr/>
        </p:nvSpPr>
        <p:spPr>
          <a:xfrm xmlns:a="http://schemas.openxmlformats.org/drawingml/2006/main">
            <a:off x="1857375" y="23336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10B0763B-5F16-4931-97F1-49F958166212}"/>
              </a:ext>
            </a:extLst>
          </p:cNvPr>
          <p:cNvSpPr>
            <a:spLocks xmlns:a="http://schemas.openxmlformats.org/drawingml/2006/main" noGrp="1"/>
          </p:cNvSpPr>
          <p:nvPr/>
        </p:nvSpPr>
        <p:spPr>
          <a:xfrm xmlns:a="http://schemas.openxmlformats.org/drawingml/2006/main">
            <a:off x="18573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883AB44D-58D0-4884-8C5A-2473A4CA321C}"/>
              </a:ext>
            </a:extLst>
          </p:cNvPr>
          <p:cNvSpPr>
            <a:spLocks xmlns:a="http://schemas.openxmlformats.org/drawingml/2006/main" noGrp="1"/>
          </p:cNvSpPr>
          <p:nvPr/>
        </p:nvSpPr>
        <p:spPr>
          <a:xfrm xmlns:a="http://schemas.openxmlformats.org/drawingml/2006/main">
            <a:off x="2257425" y="233362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D4655D03-D94C-4072-92B0-89228CC55BCD}"/>
              </a:ext>
            </a:extLst>
          </p:cNvPr>
          <p:cNvSpPr>
            <a:spLocks xmlns:a="http://schemas.openxmlformats.org/drawingml/2006/main" noGrp="1"/>
          </p:cNvSpPr>
          <p:nvPr/>
        </p:nvSpPr>
        <p:spPr>
          <a:xfrm xmlns:a="http://schemas.openxmlformats.org/drawingml/2006/main">
            <a:off x="22574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DF19733F-BEF8-4E84-B583-B52F84432A4F}"/>
              </a:ext>
            </a:extLst>
          </p:cNvPr>
          <p:cNvSpPr>
            <a:spLocks xmlns:a="http://schemas.openxmlformats.org/drawingml/2006/main" noGrp="1"/>
          </p:cNvSpPr>
          <p:nvPr/>
        </p:nvSpPr>
        <p:spPr>
          <a:xfrm xmlns:a="http://schemas.openxmlformats.org/drawingml/2006/main">
            <a:off x="2657475" y="233362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CF044733-C1C8-41AF-AC29-9B87A5A9D8B7}"/>
              </a:ext>
            </a:extLst>
          </p:cNvPr>
          <p:cNvSpPr>
            <a:spLocks xmlns:a="http://schemas.openxmlformats.org/drawingml/2006/main" noGrp="1"/>
          </p:cNvSpPr>
          <p:nvPr/>
        </p:nvSpPr>
        <p:spPr>
          <a:xfrm xmlns:a="http://schemas.openxmlformats.org/drawingml/2006/main">
            <a:off x="26574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F13BD4C9-86D9-435B-9F4F-055DC54487CF}"/>
              </a:ext>
            </a:extLst>
          </p:cNvPr>
          <p:cNvSpPr>
            <a:spLocks xmlns:a="http://schemas.openxmlformats.org/drawingml/2006/main" noGrp="1"/>
          </p:cNvSpPr>
          <p:nvPr/>
        </p:nvSpPr>
        <p:spPr>
          <a:xfrm xmlns:a="http://schemas.openxmlformats.org/drawingml/2006/main">
            <a:off x="3057525" y="23336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581A0D92-34EA-4FEB-A0AA-AD3FC739663D}"/>
              </a:ext>
            </a:extLst>
          </p:cNvPr>
          <p:cNvSpPr>
            <a:spLocks xmlns:a="http://schemas.openxmlformats.org/drawingml/2006/main" noGrp="1"/>
          </p:cNvSpPr>
          <p:nvPr/>
        </p:nvSpPr>
        <p:spPr>
          <a:xfrm xmlns:a="http://schemas.openxmlformats.org/drawingml/2006/main">
            <a:off x="30575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091BB232-B0EB-4B9C-8544-40D78B98B5E2}"/>
              </a:ext>
            </a:extLst>
          </p:cNvPr>
          <p:cNvSpPr>
            <a:spLocks xmlns:a="http://schemas.openxmlformats.org/drawingml/2006/main" noGrp="1"/>
          </p:cNvSpPr>
          <p:nvPr/>
        </p:nvSpPr>
        <p:spPr>
          <a:xfrm xmlns:a="http://schemas.openxmlformats.org/drawingml/2006/main">
            <a:off x="3457575" y="233362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56481B12-605F-45DF-8304-3C27649D9321}"/>
              </a:ext>
            </a:extLst>
          </p:cNvPr>
          <p:cNvSpPr>
            <a:spLocks xmlns:a="http://schemas.openxmlformats.org/drawingml/2006/main" noGrp="1"/>
          </p:cNvSpPr>
          <p:nvPr/>
        </p:nvSpPr>
        <p:spPr>
          <a:xfrm xmlns:a="http://schemas.openxmlformats.org/drawingml/2006/main">
            <a:off x="34575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00743EA5-1771-4D68-BB22-9A316F40C18F}"/>
              </a:ext>
            </a:extLst>
          </p:cNvPr>
          <p:cNvSpPr>
            <a:spLocks xmlns:a="http://schemas.openxmlformats.org/drawingml/2006/main" noGrp="1"/>
          </p:cNvSpPr>
          <p:nvPr/>
        </p:nvSpPr>
        <p:spPr>
          <a:xfrm xmlns:a="http://schemas.openxmlformats.org/drawingml/2006/main">
            <a:off x="3857625" y="23336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18A3B015-21F0-430B-BBEA-8FA9DA9CFA03}"/>
              </a:ext>
            </a:extLst>
          </p:cNvPr>
          <p:cNvSpPr>
            <a:spLocks xmlns:a="http://schemas.openxmlformats.org/drawingml/2006/main" noGrp="1"/>
          </p:cNvSpPr>
          <p:nvPr/>
        </p:nvSpPr>
        <p:spPr>
          <a:xfrm xmlns:a="http://schemas.openxmlformats.org/drawingml/2006/main">
            <a:off x="38576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E2B9A908-AD4B-42B2-8418-59021140A92A}"/>
              </a:ext>
            </a:extLst>
          </p:cNvPr>
          <p:cNvSpPr>
            <a:spLocks xmlns:a="http://schemas.openxmlformats.org/drawingml/2006/main" noGrp="1"/>
          </p:cNvSpPr>
          <p:nvPr/>
        </p:nvSpPr>
        <p:spPr>
          <a:xfrm xmlns:a="http://schemas.openxmlformats.org/drawingml/2006/main">
            <a:off x="4257675" y="2333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5CF6945B-E8A9-488F-AD74-6A661BEA2482}"/>
              </a:ext>
            </a:extLst>
          </p:cNvPr>
          <p:cNvSpPr>
            <a:spLocks xmlns:a="http://schemas.openxmlformats.org/drawingml/2006/main" noGrp="1"/>
          </p:cNvSpPr>
          <p:nvPr/>
        </p:nvSpPr>
        <p:spPr>
          <a:xfrm xmlns:a="http://schemas.openxmlformats.org/drawingml/2006/main">
            <a:off x="42576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1DFE5D78-4A60-47B0-A59C-DA89C8971869}"/>
              </a:ext>
            </a:extLst>
          </p:cNvPr>
          <p:cNvSpPr>
            <a:spLocks xmlns:a="http://schemas.openxmlformats.org/drawingml/2006/main" noGrp="1"/>
          </p:cNvSpPr>
          <p:nvPr/>
        </p:nvSpPr>
        <p:spPr>
          <a:xfrm xmlns:a="http://schemas.openxmlformats.org/drawingml/2006/main">
            <a:off x="4657725" y="233362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15B11B99-78B1-43DE-88C7-1E351C6F224C}"/>
              </a:ext>
            </a:extLst>
          </p:cNvPr>
          <p:cNvSpPr>
            <a:spLocks xmlns:a="http://schemas.openxmlformats.org/drawingml/2006/main" noGrp="1"/>
          </p:cNvSpPr>
          <p:nvPr/>
        </p:nvSpPr>
        <p:spPr>
          <a:xfrm xmlns:a="http://schemas.openxmlformats.org/drawingml/2006/main">
            <a:off x="46577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12E7EFF0-1CD9-42F7-976E-2E671DB25C3A}"/>
              </a:ext>
            </a:extLst>
          </p:cNvPr>
          <p:cNvSpPr>
            <a:spLocks xmlns:a="http://schemas.openxmlformats.org/drawingml/2006/main" noGrp="1"/>
          </p:cNvSpPr>
          <p:nvPr/>
        </p:nvSpPr>
        <p:spPr>
          <a:xfrm xmlns:a="http://schemas.openxmlformats.org/drawingml/2006/main">
            <a:off x="762000" y="2828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
            <a:extLst xmlns:a="http://schemas.openxmlformats.org/drawingml/2006/main">
              <a:ext uri="{FF2B5EF4-FFF2-40B4-BE49-F238E27FC236}">
                <a16:creationId xmlns:a16="http://schemas.microsoft.com/office/drawing/2014/main" id="{51E538C6-CD5B-4B37-8203-FE7A4C441511}"/>
              </a:ext>
            </a:extLst>
          </p:cNvPr>
          <p:cNvSpPr>
            <a:spLocks xmlns:a="http://schemas.openxmlformats.org/drawingml/2006/main" noGrp="1"/>
          </p:cNvSpPr>
          <p:nvPr/>
        </p:nvSpPr>
        <p:spPr>
          <a:xfrm xmlns:a="http://schemas.openxmlformats.org/drawingml/2006/main">
            <a:off x="22574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Dia</a:t>
            </a:r>
          </a:p>
        </p:txBody>
      </p:sp>
      <p:sp>
        <p:nvSpPr>
          <p:cNvPr id="25" name="Spearman diameter length">
            <a:extLst xmlns:a="http://schemas.openxmlformats.org/drawingml/2006/main">
              <a:ext uri="{FF2B5EF4-FFF2-40B4-BE49-F238E27FC236}">
                <a16:creationId xmlns:a16="http://schemas.microsoft.com/office/drawing/2014/main" id="{A3F2216C-D4D7-4A17-AACA-056ED3896F75}"/>
              </a:ext>
            </a:extLst>
          </p:cNvPr>
          <p:cNvSpPr>
            <a:spLocks xmlns:a="http://schemas.openxmlformats.org/drawingml/2006/main" noGrp="1"/>
          </p:cNvSpPr>
          <p:nvPr/>
        </p:nvSpPr>
        <p:spPr>
          <a:xfrm xmlns:a="http://schemas.openxmlformats.org/drawingml/2006/main">
            <a:off x="1857375" y="273367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3CB1F8A8-2163-44A8-AD35-675D8FB4514F}"/>
              </a:ext>
            </a:extLst>
          </p:cNvPr>
          <p:cNvSpPr>
            <a:spLocks xmlns:a="http://schemas.openxmlformats.org/drawingml/2006/main" noGrp="1"/>
          </p:cNvSpPr>
          <p:nvPr/>
        </p:nvSpPr>
        <p:spPr>
          <a:xfrm xmlns:a="http://schemas.openxmlformats.org/drawingml/2006/main">
            <a:off x="18573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9B504B6E-09FF-4A29-8700-1F2707DAC2FF}"/>
              </a:ext>
            </a:extLst>
          </p:cNvPr>
          <p:cNvSpPr>
            <a:spLocks xmlns:a="http://schemas.openxmlformats.org/drawingml/2006/main" noGrp="1"/>
          </p:cNvSpPr>
          <p:nvPr/>
        </p:nvSpPr>
        <p:spPr>
          <a:xfrm xmlns:a="http://schemas.openxmlformats.org/drawingml/2006/main">
            <a:off x="2257425" y="27336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1BEF7859-7D49-4994-907B-FBDFB0F8EF6D}"/>
              </a:ext>
            </a:extLst>
          </p:cNvPr>
          <p:cNvSpPr>
            <a:spLocks xmlns:a="http://schemas.openxmlformats.org/drawingml/2006/main" noGrp="1"/>
          </p:cNvSpPr>
          <p:nvPr/>
        </p:nvSpPr>
        <p:spPr>
          <a:xfrm xmlns:a="http://schemas.openxmlformats.org/drawingml/2006/main">
            <a:off x="22574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FADAE3F5-E4F3-43B0-AEE3-E992EC14E909}"/>
              </a:ext>
            </a:extLst>
          </p:cNvPr>
          <p:cNvSpPr>
            <a:spLocks xmlns:a="http://schemas.openxmlformats.org/drawingml/2006/main" noGrp="1"/>
          </p:cNvSpPr>
          <p:nvPr/>
        </p:nvSpPr>
        <p:spPr>
          <a:xfrm xmlns:a="http://schemas.openxmlformats.org/drawingml/2006/main">
            <a:off x="2657475" y="273367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F5821884-023E-4E00-A348-0BB7F8ADCE30}"/>
              </a:ext>
            </a:extLst>
          </p:cNvPr>
          <p:cNvSpPr>
            <a:spLocks xmlns:a="http://schemas.openxmlformats.org/drawingml/2006/main" noGrp="1"/>
          </p:cNvSpPr>
          <p:nvPr/>
        </p:nvSpPr>
        <p:spPr>
          <a:xfrm xmlns:a="http://schemas.openxmlformats.org/drawingml/2006/main">
            <a:off x="26574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C0C71A0D-D87E-4A36-B0B1-DE09067EB810}"/>
              </a:ext>
            </a:extLst>
          </p:cNvPr>
          <p:cNvSpPr>
            <a:spLocks xmlns:a="http://schemas.openxmlformats.org/drawingml/2006/main" noGrp="1"/>
          </p:cNvSpPr>
          <p:nvPr/>
        </p:nvSpPr>
        <p:spPr>
          <a:xfrm xmlns:a="http://schemas.openxmlformats.org/drawingml/2006/main">
            <a:off x="3057525" y="27336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54722B61-5478-4FF0-AB08-B665F00FF2B1}"/>
              </a:ext>
            </a:extLst>
          </p:cNvPr>
          <p:cNvSpPr>
            <a:spLocks xmlns:a="http://schemas.openxmlformats.org/drawingml/2006/main" noGrp="1"/>
          </p:cNvSpPr>
          <p:nvPr/>
        </p:nvSpPr>
        <p:spPr>
          <a:xfrm xmlns:a="http://schemas.openxmlformats.org/drawingml/2006/main">
            <a:off x="30575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291133C9-5149-4674-ACBD-58666A3B4149}"/>
              </a:ext>
            </a:extLst>
          </p:cNvPr>
          <p:cNvSpPr>
            <a:spLocks xmlns:a="http://schemas.openxmlformats.org/drawingml/2006/main" noGrp="1"/>
          </p:cNvSpPr>
          <p:nvPr/>
        </p:nvSpPr>
        <p:spPr>
          <a:xfrm xmlns:a="http://schemas.openxmlformats.org/drawingml/2006/main">
            <a:off x="3457575" y="2733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F6BC7E65-F0E8-4483-AC3B-3D6C9437A5B9}"/>
              </a:ext>
            </a:extLst>
          </p:cNvPr>
          <p:cNvSpPr>
            <a:spLocks xmlns:a="http://schemas.openxmlformats.org/drawingml/2006/main" noGrp="1"/>
          </p:cNvSpPr>
          <p:nvPr/>
        </p:nvSpPr>
        <p:spPr>
          <a:xfrm xmlns:a="http://schemas.openxmlformats.org/drawingml/2006/main">
            <a:off x="34575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4704A516-6FC2-4749-8F74-624AEEFBAA6C}"/>
              </a:ext>
            </a:extLst>
          </p:cNvPr>
          <p:cNvSpPr>
            <a:spLocks xmlns:a="http://schemas.openxmlformats.org/drawingml/2006/main" noGrp="1"/>
          </p:cNvSpPr>
          <p:nvPr/>
        </p:nvSpPr>
        <p:spPr>
          <a:xfrm xmlns:a="http://schemas.openxmlformats.org/drawingml/2006/main">
            <a:off x="3857625" y="27336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6106AC5A-6C18-49FF-9A9F-B6B77D015D51}"/>
              </a:ext>
            </a:extLst>
          </p:cNvPr>
          <p:cNvSpPr>
            <a:spLocks xmlns:a="http://schemas.openxmlformats.org/drawingml/2006/main" noGrp="1"/>
          </p:cNvSpPr>
          <p:nvPr/>
        </p:nvSpPr>
        <p:spPr>
          <a:xfrm xmlns:a="http://schemas.openxmlformats.org/drawingml/2006/main">
            <a:off x="38576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0EFE1C74-7D44-4DB8-90FB-E39BFDF86254}"/>
              </a:ext>
            </a:extLst>
          </p:cNvPr>
          <p:cNvSpPr>
            <a:spLocks xmlns:a="http://schemas.openxmlformats.org/drawingml/2006/main" noGrp="1"/>
          </p:cNvSpPr>
          <p:nvPr/>
        </p:nvSpPr>
        <p:spPr>
          <a:xfrm xmlns:a="http://schemas.openxmlformats.org/drawingml/2006/main">
            <a:off x="4257675" y="2733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670B0633-DAC3-467B-A663-DB17009F5606}"/>
              </a:ext>
            </a:extLst>
          </p:cNvPr>
          <p:cNvSpPr>
            <a:spLocks xmlns:a="http://schemas.openxmlformats.org/drawingml/2006/main" noGrp="1"/>
          </p:cNvSpPr>
          <p:nvPr/>
        </p:nvSpPr>
        <p:spPr>
          <a:xfrm xmlns:a="http://schemas.openxmlformats.org/drawingml/2006/main">
            <a:off x="42576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56150EDD-C936-4523-9A58-01D18EA5F8BB}"/>
              </a:ext>
            </a:extLst>
          </p:cNvPr>
          <p:cNvSpPr>
            <a:spLocks xmlns:a="http://schemas.openxmlformats.org/drawingml/2006/main" noGrp="1"/>
          </p:cNvSpPr>
          <p:nvPr/>
        </p:nvSpPr>
        <p:spPr>
          <a:xfrm xmlns:a="http://schemas.openxmlformats.org/drawingml/2006/main">
            <a:off x="4657725" y="273367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54DC4205-89D3-4336-AF35-90325B56CE5E}"/>
              </a:ext>
            </a:extLst>
          </p:cNvPr>
          <p:cNvSpPr>
            <a:spLocks xmlns:a="http://schemas.openxmlformats.org/drawingml/2006/main" noGrp="1"/>
          </p:cNvSpPr>
          <p:nvPr/>
        </p:nvSpPr>
        <p:spPr>
          <a:xfrm xmlns:a="http://schemas.openxmlformats.org/drawingml/2006/main">
            <a:off x="46577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B1844308-EE58-4826-8947-A76A5C3F6740}"/>
              </a:ext>
            </a:extLst>
          </p:cNvPr>
          <p:cNvSpPr>
            <a:spLocks xmlns:a="http://schemas.openxmlformats.org/drawingml/2006/main" noGrp="1"/>
          </p:cNvSpPr>
          <p:nvPr/>
        </p:nvSpPr>
        <p:spPr>
          <a:xfrm xmlns:a="http://schemas.openxmlformats.org/drawingml/2006/main">
            <a:off x="762000" y="3228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gt">
            <a:extLst xmlns:a="http://schemas.openxmlformats.org/drawingml/2006/main">
              <a:ext uri="{FF2B5EF4-FFF2-40B4-BE49-F238E27FC236}">
                <a16:creationId xmlns:a16="http://schemas.microsoft.com/office/drawing/2014/main" id="{D7D64F54-8A9F-4189-AE6E-C4381523251D}"/>
              </a:ext>
            </a:extLst>
          </p:cNvPr>
          <p:cNvSpPr>
            <a:spLocks xmlns:a="http://schemas.openxmlformats.org/drawingml/2006/main" noGrp="1"/>
          </p:cNvSpPr>
          <p:nvPr/>
        </p:nvSpPr>
        <p:spPr>
          <a:xfrm xmlns:a="http://schemas.openxmlformats.org/drawingml/2006/main">
            <a:off x="26574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Hgt</a:t>
            </a:r>
          </a:p>
        </p:txBody>
      </p:sp>
      <p:sp>
        <p:nvSpPr>
          <p:cNvPr id="43" name="Spearman height length">
            <a:extLst xmlns:a="http://schemas.openxmlformats.org/drawingml/2006/main">
              <a:ext uri="{FF2B5EF4-FFF2-40B4-BE49-F238E27FC236}">
                <a16:creationId xmlns:a16="http://schemas.microsoft.com/office/drawing/2014/main" id="{2BC813F9-73EA-4FB5-960D-ACCDEE556051}"/>
              </a:ext>
            </a:extLst>
          </p:cNvPr>
          <p:cNvSpPr>
            <a:spLocks xmlns:a="http://schemas.openxmlformats.org/drawingml/2006/main" noGrp="1"/>
          </p:cNvSpPr>
          <p:nvPr/>
        </p:nvSpPr>
        <p:spPr>
          <a:xfrm xmlns:a="http://schemas.openxmlformats.org/drawingml/2006/main">
            <a:off x="1857375" y="313372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EA48FC9E-1043-41B2-B237-37A79E0AB3EF}"/>
              </a:ext>
            </a:extLst>
          </p:cNvPr>
          <p:cNvSpPr>
            <a:spLocks xmlns:a="http://schemas.openxmlformats.org/drawingml/2006/main" noGrp="1"/>
          </p:cNvSpPr>
          <p:nvPr/>
        </p:nvSpPr>
        <p:spPr>
          <a:xfrm xmlns:a="http://schemas.openxmlformats.org/drawingml/2006/main">
            <a:off x="18573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937FDA57-3014-4D76-AE47-D2B9BF1F5680}"/>
              </a:ext>
            </a:extLst>
          </p:cNvPr>
          <p:cNvSpPr>
            <a:spLocks xmlns:a="http://schemas.openxmlformats.org/drawingml/2006/main" noGrp="1"/>
          </p:cNvSpPr>
          <p:nvPr/>
        </p:nvSpPr>
        <p:spPr>
          <a:xfrm xmlns:a="http://schemas.openxmlformats.org/drawingml/2006/main">
            <a:off x="2257425" y="313372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D7D18C9A-6408-404B-ACD7-92918565CC21}"/>
              </a:ext>
            </a:extLst>
          </p:cNvPr>
          <p:cNvSpPr>
            <a:spLocks xmlns:a="http://schemas.openxmlformats.org/drawingml/2006/main" noGrp="1"/>
          </p:cNvSpPr>
          <p:nvPr/>
        </p:nvSpPr>
        <p:spPr>
          <a:xfrm xmlns:a="http://schemas.openxmlformats.org/drawingml/2006/main">
            <a:off x="22574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968DCF8F-1333-413E-8524-6CAEBF17C7B8}"/>
              </a:ext>
            </a:extLst>
          </p:cNvPr>
          <p:cNvSpPr>
            <a:spLocks xmlns:a="http://schemas.openxmlformats.org/drawingml/2006/main" noGrp="1"/>
          </p:cNvSpPr>
          <p:nvPr/>
        </p:nvSpPr>
        <p:spPr>
          <a:xfrm xmlns:a="http://schemas.openxmlformats.org/drawingml/2006/main">
            <a:off x="2657475" y="31337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A9E4EE68-F4A0-4E9C-9188-F7ADDD33D763}"/>
              </a:ext>
            </a:extLst>
          </p:cNvPr>
          <p:cNvSpPr>
            <a:spLocks xmlns:a="http://schemas.openxmlformats.org/drawingml/2006/main" noGrp="1"/>
          </p:cNvSpPr>
          <p:nvPr/>
        </p:nvSpPr>
        <p:spPr>
          <a:xfrm xmlns:a="http://schemas.openxmlformats.org/drawingml/2006/main">
            <a:off x="26574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51C773AE-414F-4B50-AB79-F1F394E5B68C}"/>
              </a:ext>
            </a:extLst>
          </p:cNvPr>
          <p:cNvSpPr>
            <a:spLocks xmlns:a="http://schemas.openxmlformats.org/drawingml/2006/main" noGrp="1"/>
          </p:cNvSpPr>
          <p:nvPr/>
        </p:nvSpPr>
        <p:spPr>
          <a:xfrm xmlns:a="http://schemas.openxmlformats.org/drawingml/2006/main">
            <a:off x="3057525" y="31337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86994EE0-95B5-44B9-AFD5-4FBD71E8D433}"/>
              </a:ext>
            </a:extLst>
          </p:cNvPr>
          <p:cNvSpPr>
            <a:spLocks xmlns:a="http://schemas.openxmlformats.org/drawingml/2006/main" noGrp="1"/>
          </p:cNvSpPr>
          <p:nvPr/>
        </p:nvSpPr>
        <p:spPr>
          <a:xfrm xmlns:a="http://schemas.openxmlformats.org/drawingml/2006/main">
            <a:off x="30575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BD9C59ED-84D1-4528-911F-A35AE1F51C19}"/>
              </a:ext>
            </a:extLst>
          </p:cNvPr>
          <p:cNvSpPr>
            <a:spLocks xmlns:a="http://schemas.openxmlformats.org/drawingml/2006/main" noGrp="1"/>
          </p:cNvSpPr>
          <p:nvPr/>
        </p:nvSpPr>
        <p:spPr>
          <a:xfrm xmlns:a="http://schemas.openxmlformats.org/drawingml/2006/main">
            <a:off x="3457575" y="313372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04C2E8A6-5835-4072-AAAA-E2683D4CABF4}"/>
              </a:ext>
            </a:extLst>
          </p:cNvPr>
          <p:cNvSpPr>
            <a:spLocks xmlns:a="http://schemas.openxmlformats.org/drawingml/2006/main" noGrp="1"/>
          </p:cNvSpPr>
          <p:nvPr/>
        </p:nvSpPr>
        <p:spPr>
          <a:xfrm xmlns:a="http://schemas.openxmlformats.org/drawingml/2006/main">
            <a:off x="34575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7D90761B-F46A-430C-BA4C-8463BD644A88}"/>
              </a:ext>
            </a:extLst>
          </p:cNvPr>
          <p:cNvSpPr>
            <a:spLocks xmlns:a="http://schemas.openxmlformats.org/drawingml/2006/main" noGrp="1"/>
          </p:cNvSpPr>
          <p:nvPr/>
        </p:nvSpPr>
        <p:spPr>
          <a:xfrm xmlns:a="http://schemas.openxmlformats.org/drawingml/2006/main">
            <a:off x="3857625" y="313372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171087BF-CD20-4868-86D1-A16FEE8F11D2}"/>
              </a:ext>
            </a:extLst>
          </p:cNvPr>
          <p:cNvSpPr>
            <a:spLocks xmlns:a="http://schemas.openxmlformats.org/drawingml/2006/main" noGrp="1"/>
          </p:cNvSpPr>
          <p:nvPr/>
        </p:nvSpPr>
        <p:spPr>
          <a:xfrm xmlns:a="http://schemas.openxmlformats.org/drawingml/2006/main">
            <a:off x="38576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640CF0CB-294E-4491-AE71-CF334311D3BD}"/>
              </a:ext>
            </a:extLst>
          </p:cNvPr>
          <p:cNvSpPr>
            <a:spLocks xmlns:a="http://schemas.openxmlformats.org/drawingml/2006/main" noGrp="1"/>
          </p:cNvSpPr>
          <p:nvPr/>
        </p:nvSpPr>
        <p:spPr>
          <a:xfrm xmlns:a="http://schemas.openxmlformats.org/drawingml/2006/main">
            <a:off x="4257675" y="313372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598ACD98-9316-4C89-81E5-6DFD985A0EEA}"/>
              </a:ext>
            </a:extLst>
          </p:cNvPr>
          <p:cNvSpPr>
            <a:spLocks xmlns:a="http://schemas.openxmlformats.org/drawingml/2006/main" noGrp="1"/>
          </p:cNvSpPr>
          <p:nvPr/>
        </p:nvSpPr>
        <p:spPr>
          <a:xfrm xmlns:a="http://schemas.openxmlformats.org/drawingml/2006/main">
            <a:off x="42576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8474E60E-1D48-4433-AF13-B856AC7A4901}"/>
              </a:ext>
            </a:extLst>
          </p:cNvPr>
          <p:cNvSpPr>
            <a:spLocks xmlns:a="http://schemas.openxmlformats.org/drawingml/2006/main" noGrp="1"/>
          </p:cNvSpPr>
          <p:nvPr/>
        </p:nvSpPr>
        <p:spPr>
          <a:xfrm xmlns:a="http://schemas.openxmlformats.org/drawingml/2006/main">
            <a:off x="4657725" y="313372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20DF594D-3DC3-4CAD-9AD5-9F12E59B2AF5}"/>
              </a:ext>
            </a:extLst>
          </p:cNvPr>
          <p:cNvSpPr>
            <a:spLocks xmlns:a="http://schemas.openxmlformats.org/drawingml/2006/main" noGrp="1"/>
          </p:cNvSpPr>
          <p:nvPr/>
        </p:nvSpPr>
        <p:spPr>
          <a:xfrm xmlns:a="http://schemas.openxmlformats.org/drawingml/2006/main">
            <a:off x="46577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DBBAD708-BF9A-46CE-8F25-A886B2D620E0}"/>
              </a:ext>
            </a:extLst>
          </p:cNvPr>
          <p:cNvSpPr>
            <a:spLocks xmlns:a="http://schemas.openxmlformats.org/drawingml/2006/main" noGrp="1"/>
          </p:cNvSpPr>
          <p:nvPr/>
        </p:nvSpPr>
        <p:spPr>
          <a:xfrm xmlns:a="http://schemas.openxmlformats.org/drawingml/2006/main">
            <a:off x="762000" y="36290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419146C4-245F-4C90-BB78-03427DBA5580}"/>
              </a:ext>
            </a:extLst>
          </p:cNvPr>
          <p:cNvSpPr>
            <a:spLocks xmlns:a="http://schemas.openxmlformats.org/drawingml/2006/main" noGrp="1"/>
          </p:cNvSpPr>
          <p:nvPr/>
        </p:nvSpPr>
        <p:spPr>
          <a:xfrm xmlns:a="http://schemas.openxmlformats.org/drawingml/2006/main">
            <a:off x="30575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B089CB28-5A5B-4933-BB54-8BC9CB0FF3F4}"/>
              </a:ext>
            </a:extLst>
          </p:cNvPr>
          <p:cNvSpPr>
            <a:spLocks xmlns:a="http://schemas.openxmlformats.org/drawingml/2006/main" noGrp="1"/>
          </p:cNvSpPr>
          <p:nvPr/>
        </p:nvSpPr>
        <p:spPr>
          <a:xfrm xmlns:a="http://schemas.openxmlformats.org/drawingml/2006/main">
            <a:off x="1857375" y="35337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12E29FB4-D2EF-4D37-8FB3-A168966FC02D}"/>
              </a:ext>
            </a:extLst>
          </p:cNvPr>
          <p:cNvSpPr>
            <a:spLocks xmlns:a="http://schemas.openxmlformats.org/drawingml/2006/main" noGrp="1"/>
          </p:cNvSpPr>
          <p:nvPr/>
        </p:nvSpPr>
        <p:spPr>
          <a:xfrm xmlns:a="http://schemas.openxmlformats.org/drawingml/2006/main">
            <a:off x="18573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9A7449A2-46B1-4DCB-BA0E-9C4474B1B38C}"/>
              </a:ext>
            </a:extLst>
          </p:cNvPr>
          <p:cNvSpPr>
            <a:spLocks xmlns:a="http://schemas.openxmlformats.org/drawingml/2006/main" noGrp="1"/>
          </p:cNvSpPr>
          <p:nvPr/>
        </p:nvSpPr>
        <p:spPr>
          <a:xfrm xmlns:a="http://schemas.openxmlformats.org/drawingml/2006/main">
            <a:off x="2257425" y="35337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B8C9FF40-2E92-48A7-B055-13BCBDF349B0}"/>
              </a:ext>
            </a:extLst>
          </p:cNvPr>
          <p:cNvSpPr>
            <a:spLocks xmlns:a="http://schemas.openxmlformats.org/drawingml/2006/main" noGrp="1"/>
          </p:cNvSpPr>
          <p:nvPr/>
        </p:nvSpPr>
        <p:spPr>
          <a:xfrm xmlns:a="http://schemas.openxmlformats.org/drawingml/2006/main">
            <a:off x="22574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1116CD41-A869-4CEE-B7A9-43CFDE0BDC13}"/>
              </a:ext>
            </a:extLst>
          </p:cNvPr>
          <p:cNvSpPr>
            <a:spLocks xmlns:a="http://schemas.openxmlformats.org/drawingml/2006/main" noGrp="1"/>
          </p:cNvSpPr>
          <p:nvPr/>
        </p:nvSpPr>
        <p:spPr>
          <a:xfrm xmlns:a="http://schemas.openxmlformats.org/drawingml/2006/main">
            <a:off x="2657475" y="35337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D4467BB3-E4AB-4F24-AE9A-A0B818A90B60}"/>
              </a:ext>
            </a:extLst>
          </p:cNvPr>
          <p:cNvSpPr>
            <a:spLocks xmlns:a="http://schemas.openxmlformats.org/drawingml/2006/main" noGrp="1"/>
          </p:cNvSpPr>
          <p:nvPr/>
        </p:nvSpPr>
        <p:spPr>
          <a:xfrm xmlns:a="http://schemas.openxmlformats.org/drawingml/2006/main">
            <a:off x="26574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2A255508-7BBF-4982-9C82-C2493093695F}"/>
              </a:ext>
            </a:extLst>
          </p:cNvPr>
          <p:cNvSpPr>
            <a:spLocks xmlns:a="http://schemas.openxmlformats.org/drawingml/2006/main" noGrp="1"/>
          </p:cNvSpPr>
          <p:nvPr/>
        </p:nvSpPr>
        <p:spPr>
          <a:xfrm xmlns:a="http://schemas.openxmlformats.org/drawingml/2006/main">
            <a:off x="3057525" y="35337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A3BBD4E2-290E-435B-B0BF-79F9EE7178BD}"/>
              </a:ext>
            </a:extLst>
          </p:cNvPr>
          <p:cNvSpPr>
            <a:spLocks xmlns:a="http://schemas.openxmlformats.org/drawingml/2006/main" noGrp="1"/>
          </p:cNvSpPr>
          <p:nvPr/>
        </p:nvSpPr>
        <p:spPr>
          <a:xfrm xmlns:a="http://schemas.openxmlformats.org/drawingml/2006/main">
            <a:off x="30575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ACFBD545-CDA3-472E-8103-64443289560B}"/>
              </a:ext>
            </a:extLst>
          </p:cNvPr>
          <p:cNvSpPr>
            <a:spLocks xmlns:a="http://schemas.openxmlformats.org/drawingml/2006/main" noGrp="1"/>
          </p:cNvSpPr>
          <p:nvPr/>
        </p:nvSpPr>
        <p:spPr>
          <a:xfrm xmlns:a="http://schemas.openxmlformats.org/drawingml/2006/main">
            <a:off x="3457575" y="353377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BDAE228F-6021-46FC-8E7D-FD2B340EC43B}"/>
              </a:ext>
            </a:extLst>
          </p:cNvPr>
          <p:cNvSpPr>
            <a:spLocks xmlns:a="http://schemas.openxmlformats.org/drawingml/2006/main" noGrp="1"/>
          </p:cNvSpPr>
          <p:nvPr/>
        </p:nvSpPr>
        <p:spPr>
          <a:xfrm xmlns:a="http://schemas.openxmlformats.org/drawingml/2006/main">
            <a:off x="34575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C8D24E7D-A688-4A00-BDF6-618538288C53}"/>
              </a:ext>
            </a:extLst>
          </p:cNvPr>
          <p:cNvSpPr>
            <a:spLocks xmlns:a="http://schemas.openxmlformats.org/drawingml/2006/main" noGrp="1"/>
          </p:cNvSpPr>
          <p:nvPr/>
        </p:nvSpPr>
        <p:spPr>
          <a:xfrm xmlns:a="http://schemas.openxmlformats.org/drawingml/2006/main">
            <a:off x="3857625" y="35337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9475907A-119A-4AD2-9165-060670F107CD}"/>
              </a:ext>
            </a:extLst>
          </p:cNvPr>
          <p:cNvSpPr>
            <a:spLocks xmlns:a="http://schemas.openxmlformats.org/drawingml/2006/main" noGrp="1"/>
          </p:cNvSpPr>
          <p:nvPr/>
        </p:nvSpPr>
        <p:spPr>
          <a:xfrm xmlns:a="http://schemas.openxmlformats.org/drawingml/2006/main">
            <a:off x="38576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445EC720-49D4-432C-85DA-DA2D87440826}"/>
              </a:ext>
            </a:extLst>
          </p:cNvPr>
          <p:cNvSpPr>
            <a:spLocks xmlns:a="http://schemas.openxmlformats.org/drawingml/2006/main" noGrp="1"/>
          </p:cNvSpPr>
          <p:nvPr/>
        </p:nvSpPr>
        <p:spPr>
          <a:xfrm xmlns:a="http://schemas.openxmlformats.org/drawingml/2006/main">
            <a:off x="4257675" y="353377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7A44CFDB-0D77-419A-8D59-949D5ADE505F}"/>
              </a:ext>
            </a:extLst>
          </p:cNvPr>
          <p:cNvSpPr>
            <a:spLocks xmlns:a="http://schemas.openxmlformats.org/drawingml/2006/main" noGrp="1"/>
          </p:cNvSpPr>
          <p:nvPr/>
        </p:nvSpPr>
        <p:spPr>
          <a:xfrm xmlns:a="http://schemas.openxmlformats.org/drawingml/2006/main">
            <a:off x="42576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7EE1A1ED-4856-45B8-87E0-BEBC58624726}"/>
              </a:ext>
            </a:extLst>
          </p:cNvPr>
          <p:cNvSpPr>
            <a:spLocks xmlns:a="http://schemas.openxmlformats.org/drawingml/2006/main" noGrp="1"/>
          </p:cNvSpPr>
          <p:nvPr/>
        </p:nvSpPr>
        <p:spPr>
          <a:xfrm xmlns:a="http://schemas.openxmlformats.org/drawingml/2006/main">
            <a:off x="4657725" y="353377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258E8C9A-2272-45BB-B979-684868EC472F}"/>
              </a:ext>
            </a:extLst>
          </p:cNvPr>
          <p:cNvSpPr>
            <a:spLocks xmlns:a="http://schemas.openxmlformats.org/drawingml/2006/main" noGrp="1"/>
          </p:cNvSpPr>
          <p:nvPr/>
        </p:nvSpPr>
        <p:spPr>
          <a:xfrm xmlns:a="http://schemas.openxmlformats.org/drawingml/2006/main">
            <a:off x="46577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90507F99-B90E-4422-B9F8-F86D378603B8}"/>
              </a:ext>
            </a:extLst>
          </p:cNvPr>
          <p:cNvSpPr>
            <a:spLocks xmlns:a="http://schemas.openxmlformats.org/drawingml/2006/main" noGrp="1"/>
          </p:cNvSpPr>
          <p:nvPr/>
        </p:nvSpPr>
        <p:spPr>
          <a:xfrm xmlns:a="http://schemas.openxmlformats.org/drawingml/2006/main">
            <a:off x="762000" y="40290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
            <a:extLst xmlns:a="http://schemas.openxmlformats.org/drawingml/2006/main">
              <a:ext uri="{FF2B5EF4-FFF2-40B4-BE49-F238E27FC236}">
                <a16:creationId xmlns:a16="http://schemas.microsoft.com/office/drawing/2014/main" id="{701ABA36-9472-4284-AC91-BF7956C54D25}"/>
              </a:ext>
            </a:extLst>
          </p:cNvPr>
          <p:cNvSpPr>
            <a:spLocks xmlns:a="http://schemas.openxmlformats.org/drawingml/2006/main" noGrp="1"/>
          </p:cNvSpPr>
          <p:nvPr/>
        </p:nvSpPr>
        <p:spPr>
          <a:xfrm xmlns:a="http://schemas.openxmlformats.org/drawingml/2006/main">
            <a:off x="34575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Shuck</a:t>
            </a:r>
          </a:p>
        </p:txBody>
      </p:sp>
      <p:sp>
        <p:nvSpPr>
          <p:cNvPr id="79" name="Spearman shucked_weight length">
            <a:extLst xmlns:a="http://schemas.openxmlformats.org/drawingml/2006/main">
              <a:ext uri="{FF2B5EF4-FFF2-40B4-BE49-F238E27FC236}">
                <a16:creationId xmlns:a16="http://schemas.microsoft.com/office/drawing/2014/main" id="{F3A4A976-A016-4D5A-BCDE-1B84D7C19AD3}"/>
              </a:ext>
            </a:extLst>
          </p:cNvPr>
          <p:cNvSpPr>
            <a:spLocks xmlns:a="http://schemas.openxmlformats.org/drawingml/2006/main" noGrp="1"/>
          </p:cNvSpPr>
          <p:nvPr/>
        </p:nvSpPr>
        <p:spPr>
          <a:xfrm xmlns:a="http://schemas.openxmlformats.org/drawingml/2006/main">
            <a:off x="1857375" y="393382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8F7413EA-0DD5-443B-BCB8-0BF298F730C9}"/>
              </a:ext>
            </a:extLst>
          </p:cNvPr>
          <p:cNvSpPr>
            <a:spLocks xmlns:a="http://schemas.openxmlformats.org/drawingml/2006/main" noGrp="1"/>
          </p:cNvSpPr>
          <p:nvPr/>
        </p:nvSpPr>
        <p:spPr>
          <a:xfrm xmlns:a="http://schemas.openxmlformats.org/drawingml/2006/main">
            <a:off x="18573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2497F4B7-14A2-41E5-8E47-40D69BCD336D}"/>
              </a:ext>
            </a:extLst>
          </p:cNvPr>
          <p:cNvSpPr>
            <a:spLocks xmlns:a="http://schemas.openxmlformats.org/drawingml/2006/main" noGrp="1"/>
          </p:cNvSpPr>
          <p:nvPr/>
        </p:nvSpPr>
        <p:spPr>
          <a:xfrm xmlns:a="http://schemas.openxmlformats.org/drawingml/2006/main">
            <a:off x="2257425" y="39338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CAB090D2-78B1-46B6-A348-26F98695D70F}"/>
              </a:ext>
            </a:extLst>
          </p:cNvPr>
          <p:cNvSpPr>
            <a:spLocks xmlns:a="http://schemas.openxmlformats.org/drawingml/2006/main" noGrp="1"/>
          </p:cNvSpPr>
          <p:nvPr/>
        </p:nvSpPr>
        <p:spPr>
          <a:xfrm xmlns:a="http://schemas.openxmlformats.org/drawingml/2006/main">
            <a:off x="22574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DDF04F55-E391-4EFA-A41F-1A781A2644BC}"/>
              </a:ext>
            </a:extLst>
          </p:cNvPr>
          <p:cNvSpPr>
            <a:spLocks xmlns:a="http://schemas.openxmlformats.org/drawingml/2006/main" noGrp="1"/>
          </p:cNvSpPr>
          <p:nvPr/>
        </p:nvSpPr>
        <p:spPr>
          <a:xfrm xmlns:a="http://schemas.openxmlformats.org/drawingml/2006/main">
            <a:off x="2657475" y="393382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4A18EA85-0580-4E77-80EF-6E77C0C02BFB}"/>
              </a:ext>
            </a:extLst>
          </p:cNvPr>
          <p:cNvSpPr>
            <a:spLocks xmlns:a="http://schemas.openxmlformats.org/drawingml/2006/main" noGrp="1"/>
          </p:cNvSpPr>
          <p:nvPr/>
        </p:nvSpPr>
        <p:spPr>
          <a:xfrm xmlns:a="http://schemas.openxmlformats.org/drawingml/2006/main">
            <a:off x="26574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C113EE46-35CB-460E-B034-2515469B7A7E}"/>
              </a:ext>
            </a:extLst>
          </p:cNvPr>
          <p:cNvSpPr>
            <a:spLocks xmlns:a="http://schemas.openxmlformats.org/drawingml/2006/main" noGrp="1"/>
          </p:cNvSpPr>
          <p:nvPr/>
        </p:nvSpPr>
        <p:spPr>
          <a:xfrm xmlns:a="http://schemas.openxmlformats.org/drawingml/2006/main">
            <a:off x="3057525" y="393382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C786C052-B047-4D7C-96DD-3623F4721695}"/>
              </a:ext>
            </a:extLst>
          </p:cNvPr>
          <p:cNvSpPr>
            <a:spLocks xmlns:a="http://schemas.openxmlformats.org/drawingml/2006/main" noGrp="1"/>
          </p:cNvSpPr>
          <p:nvPr/>
        </p:nvSpPr>
        <p:spPr>
          <a:xfrm xmlns:a="http://schemas.openxmlformats.org/drawingml/2006/main">
            <a:off x="30575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B06A77B1-CCDF-4928-87BE-2968E7640CB8}"/>
              </a:ext>
            </a:extLst>
          </p:cNvPr>
          <p:cNvSpPr>
            <a:spLocks xmlns:a="http://schemas.openxmlformats.org/drawingml/2006/main" noGrp="1"/>
          </p:cNvSpPr>
          <p:nvPr/>
        </p:nvSpPr>
        <p:spPr>
          <a:xfrm xmlns:a="http://schemas.openxmlformats.org/drawingml/2006/main">
            <a:off x="3457575" y="39338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2BD454A0-B48D-4389-A912-0C15871E5579}"/>
              </a:ext>
            </a:extLst>
          </p:cNvPr>
          <p:cNvSpPr>
            <a:spLocks xmlns:a="http://schemas.openxmlformats.org/drawingml/2006/main" noGrp="1"/>
          </p:cNvSpPr>
          <p:nvPr/>
        </p:nvSpPr>
        <p:spPr>
          <a:xfrm xmlns:a="http://schemas.openxmlformats.org/drawingml/2006/main">
            <a:off x="34575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2CC2AC1F-BDA2-4003-A619-F32D311180A6}"/>
              </a:ext>
            </a:extLst>
          </p:cNvPr>
          <p:cNvSpPr>
            <a:spLocks xmlns:a="http://schemas.openxmlformats.org/drawingml/2006/main" noGrp="1"/>
          </p:cNvSpPr>
          <p:nvPr/>
        </p:nvSpPr>
        <p:spPr>
          <a:xfrm xmlns:a="http://schemas.openxmlformats.org/drawingml/2006/main">
            <a:off x="3857625" y="39338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F8F552B0-201A-4ED9-8F13-2C5B17252994}"/>
              </a:ext>
            </a:extLst>
          </p:cNvPr>
          <p:cNvSpPr>
            <a:spLocks xmlns:a="http://schemas.openxmlformats.org/drawingml/2006/main" noGrp="1"/>
          </p:cNvSpPr>
          <p:nvPr/>
        </p:nvSpPr>
        <p:spPr>
          <a:xfrm xmlns:a="http://schemas.openxmlformats.org/drawingml/2006/main">
            <a:off x="38576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B5E2FC73-E1D5-4FDB-9DBF-23689AFD5A39}"/>
              </a:ext>
            </a:extLst>
          </p:cNvPr>
          <p:cNvSpPr>
            <a:spLocks xmlns:a="http://schemas.openxmlformats.org/drawingml/2006/main" noGrp="1"/>
          </p:cNvSpPr>
          <p:nvPr/>
        </p:nvSpPr>
        <p:spPr>
          <a:xfrm xmlns:a="http://schemas.openxmlformats.org/drawingml/2006/main">
            <a:off x="4257675" y="39338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F1729941-E410-4D53-BBA0-066563B97A53}"/>
              </a:ext>
            </a:extLst>
          </p:cNvPr>
          <p:cNvSpPr>
            <a:spLocks xmlns:a="http://schemas.openxmlformats.org/drawingml/2006/main" noGrp="1"/>
          </p:cNvSpPr>
          <p:nvPr/>
        </p:nvSpPr>
        <p:spPr>
          <a:xfrm xmlns:a="http://schemas.openxmlformats.org/drawingml/2006/main">
            <a:off x="42576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7657C135-47E9-4E03-9577-84B0514C6897}"/>
              </a:ext>
            </a:extLst>
          </p:cNvPr>
          <p:cNvSpPr>
            <a:spLocks xmlns:a="http://schemas.openxmlformats.org/drawingml/2006/main" noGrp="1"/>
          </p:cNvSpPr>
          <p:nvPr/>
        </p:nvSpPr>
        <p:spPr>
          <a:xfrm xmlns:a="http://schemas.openxmlformats.org/drawingml/2006/main">
            <a:off x="4657725" y="393382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7AE23835-C84F-4BB1-904B-78B4E2F82C3D}"/>
              </a:ext>
            </a:extLst>
          </p:cNvPr>
          <p:cNvSpPr>
            <a:spLocks xmlns:a="http://schemas.openxmlformats.org/drawingml/2006/main" noGrp="1"/>
          </p:cNvSpPr>
          <p:nvPr/>
        </p:nvSpPr>
        <p:spPr>
          <a:xfrm xmlns:a="http://schemas.openxmlformats.org/drawingml/2006/main">
            <a:off x="46577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7DD08403-E7E3-4D89-8D5A-261BD94D36D0}"/>
              </a:ext>
            </a:extLst>
          </p:cNvPr>
          <p:cNvSpPr>
            <a:spLocks xmlns:a="http://schemas.openxmlformats.org/drawingml/2006/main" noGrp="1"/>
          </p:cNvSpPr>
          <p:nvPr/>
        </p:nvSpPr>
        <p:spPr>
          <a:xfrm xmlns:a="http://schemas.openxmlformats.org/drawingml/2006/main">
            <a:off x="762000" y="4429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
            <a:extLst xmlns:a="http://schemas.openxmlformats.org/drawingml/2006/main">
              <a:ext uri="{FF2B5EF4-FFF2-40B4-BE49-F238E27FC236}">
                <a16:creationId xmlns:a16="http://schemas.microsoft.com/office/drawing/2014/main" id="{5476351F-D98E-4BC7-874A-C8E1B0F1C237}"/>
              </a:ext>
            </a:extLst>
          </p:cNvPr>
          <p:cNvSpPr>
            <a:spLocks xmlns:a="http://schemas.openxmlformats.org/drawingml/2006/main" noGrp="1"/>
          </p:cNvSpPr>
          <p:nvPr/>
        </p:nvSpPr>
        <p:spPr>
          <a:xfrm xmlns:a="http://schemas.openxmlformats.org/drawingml/2006/main">
            <a:off x="38576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Visc</a:t>
            </a:r>
          </a:p>
        </p:txBody>
      </p:sp>
      <p:sp>
        <p:nvSpPr>
          <p:cNvPr id="97" name="Spearman viscera_weight length">
            <a:extLst xmlns:a="http://schemas.openxmlformats.org/drawingml/2006/main">
              <a:ext uri="{FF2B5EF4-FFF2-40B4-BE49-F238E27FC236}">
                <a16:creationId xmlns:a16="http://schemas.microsoft.com/office/drawing/2014/main" id="{C2F766DC-5040-405E-82DF-8E00B8C54190}"/>
              </a:ext>
            </a:extLst>
          </p:cNvPr>
          <p:cNvSpPr>
            <a:spLocks xmlns:a="http://schemas.openxmlformats.org/drawingml/2006/main" noGrp="1"/>
          </p:cNvSpPr>
          <p:nvPr/>
        </p:nvSpPr>
        <p:spPr>
          <a:xfrm xmlns:a="http://schemas.openxmlformats.org/drawingml/2006/main">
            <a:off x="1857375" y="43338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E6394548-5FF2-4327-8749-238703F858EF}"/>
              </a:ext>
            </a:extLst>
          </p:cNvPr>
          <p:cNvSpPr>
            <a:spLocks xmlns:a="http://schemas.openxmlformats.org/drawingml/2006/main" noGrp="1"/>
          </p:cNvSpPr>
          <p:nvPr/>
        </p:nvSpPr>
        <p:spPr>
          <a:xfrm xmlns:a="http://schemas.openxmlformats.org/drawingml/2006/main">
            <a:off x="18573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AE6E33E9-AE9A-4504-89AE-02694CB33E9D}"/>
              </a:ext>
            </a:extLst>
          </p:cNvPr>
          <p:cNvSpPr>
            <a:spLocks xmlns:a="http://schemas.openxmlformats.org/drawingml/2006/main" noGrp="1"/>
          </p:cNvSpPr>
          <p:nvPr/>
        </p:nvSpPr>
        <p:spPr>
          <a:xfrm xmlns:a="http://schemas.openxmlformats.org/drawingml/2006/main">
            <a:off x="2257425" y="43338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F90EDFC3-D50C-4CD2-AE5A-4C7DC7F60EA3}"/>
              </a:ext>
            </a:extLst>
          </p:cNvPr>
          <p:cNvSpPr>
            <a:spLocks xmlns:a="http://schemas.openxmlformats.org/drawingml/2006/main" noGrp="1"/>
          </p:cNvSpPr>
          <p:nvPr/>
        </p:nvSpPr>
        <p:spPr>
          <a:xfrm xmlns:a="http://schemas.openxmlformats.org/drawingml/2006/main">
            <a:off x="22574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4AC2927B-E17B-44B2-9BB2-ABD17264EF40}"/>
              </a:ext>
            </a:extLst>
          </p:cNvPr>
          <p:cNvSpPr>
            <a:spLocks xmlns:a="http://schemas.openxmlformats.org/drawingml/2006/main" noGrp="1"/>
          </p:cNvSpPr>
          <p:nvPr/>
        </p:nvSpPr>
        <p:spPr>
          <a:xfrm xmlns:a="http://schemas.openxmlformats.org/drawingml/2006/main">
            <a:off x="2657475" y="433387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A42774E3-371A-490F-BC94-1934719B682B}"/>
              </a:ext>
            </a:extLst>
          </p:cNvPr>
          <p:cNvSpPr>
            <a:spLocks xmlns:a="http://schemas.openxmlformats.org/drawingml/2006/main" noGrp="1"/>
          </p:cNvSpPr>
          <p:nvPr/>
        </p:nvSpPr>
        <p:spPr>
          <a:xfrm xmlns:a="http://schemas.openxmlformats.org/drawingml/2006/main">
            <a:off x="26574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0C198B97-8CA7-4919-8465-D936966A9A23}"/>
              </a:ext>
            </a:extLst>
          </p:cNvPr>
          <p:cNvSpPr>
            <a:spLocks xmlns:a="http://schemas.openxmlformats.org/drawingml/2006/main" noGrp="1"/>
          </p:cNvSpPr>
          <p:nvPr/>
        </p:nvSpPr>
        <p:spPr>
          <a:xfrm xmlns:a="http://schemas.openxmlformats.org/drawingml/2006/main">
            <a:off x="3057525" y="43338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8051719A-836F-47AC-9E3F-D510E94556E3}"/>
              </a:ext>
            </a:extLst>
          </p:cNvPr>
          <p:cNvSpPr>
            <a:spLocks xmlns:a="http://schemas.openxmlformats.org/drawingml/2006/main" noGrp="1"/>
          </p:cNvSpPr>
          <p:nvPr/>
        </p:nvSpPr>
        <p:spPr>
          <a:xfrm xmlns:a="http://schemas.openxmlformats.org/drawingml/2006/main">
            <a:off x="30575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56728A2E-4DBF-4862-98ED-3A7B5CA1C6C4}"/>
              </a:ext>
            </a:extLst>
          </p:cNvPr>
          <p:cNvSpPr>
            <a:spLocks xmlns:a="http://schemas.openxmlformats.org/drawingml/2006/main" noGrp="1"/>
          </p:cNvSpPr>
          <p:nvPr/>
        </p:nvSpPr>
        <p:spPr>
          <a:xfrm xmlns:a="http://schemas.openxmlformats.org/drawingml/2006/main">
            <a:off x="3457575" y="43338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B27AF3A7-92F9-44B7-AF27-F89D0BDFF5E0}"/>
              </a:ext>
            </a:extLst>
          </p:cNvPr>
          <p:cNvSpPr>
            <a:spLocks xmlns:a="http://schemas.openxmlformats.org/drawingml/2006/main" noGrp="1"/>
          </p:cNvSpPr>
          <p:nvPr/>
        </p:nvSpPr>
        <p:spPr>
          <a:xfrm xmlns:a="http://schemas.openxmlformats.org/drawingml/2006/main">
            <a:off x="34575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5E1E241E-2CB9-4214-9E0D-1DEB34F2FEFE}"/>
              </a:ext>
            </a:extLst>
          </p:cNvPr>
          <p:cNvSpPr>
            <a:spLocks xmlns:a="http://schemas.openxmlformats.org/drawingml/2006/main" noGrp="1"/>
          </p:cNvSpPr>
          <p:nvPr/>
        </p:nvSpPr>
        <p:spPr>
          <a:xfrm xmlns:a="http://schemas.openxmlformats.org/drawingml/2006/main">
            <a:off x="3857625" y="43338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56462039-2F69-4554-9D9F-8171972E69B0}"/>
              </a:ext>
            </a:extLst>
          </p:cNvPr>
          <p:cNvSpPr>
            <a:spLocks xmlns:a="http://schemas.openxmlformats.org/drawingml/2006/main" noGrp="1"/>
          </p:cNvSpPr>
          <p:nvPr/>
        </p:nvSpPr>
        <p:spPr>
          <a:xfrm xmlns:a="http://schemas.openxmlformats.org/drawingml/2006/main">
            <a:off x="38576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6EED1967-5F78-4519-8088-D5E826F3E183}"/>
              </a:ext>
            </a:extLst>
          </p:cNvPr>
          <p:cNvSpPr>
            <a:spLocks xmlns:a="http://schemas.openxmlformats.org/drawingml/2006/main" noGrp="1"/>
          </p:cNvSpPr>
          <p:nvPr/>
        </p:nvSpPr>
        <p:spPr>
          <a:xfrm xmlns:a="http://schemas.openxmlformats.org/drawingml/2006/main">
            <a:off x="4257675" y="433387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B1DA5739-85D9-4893-B11C-9046CAB6AEF7}"/>
              </a:ext>
            </a:extLst>
          </p:cNvPr>
          <p:cNvSpPr>
            <a:spLocks xmlns:a="http://schemas.openxmlformats.org/drawingml/2006/main" noGrp="1"/>
          </p:cNvSpPr>
          <p:nvPr/>
        </p:nvSpPr>
        <p:spPr>
          <a:xfrm xmlns:a="http://schemas.openxmlformats.org/drawingml/2006/main">
            <a:off x="42576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B7104D59-3F2C-4E77-AEDC-090EF9D09C60}"/>
              </a:ext>
            </a:extLst>
          </p:cNvPr>
          <p:cNvSpPr>
            <a:spLocks xmlns:a="http://schemas.openxmlformats.org/drawingml/2006/main" noGrp="1"/>
          </p:cNvSpPr>
          <p:nvPr/>
        </p:nvSpPr>
        <p:spPr>
          <a:xfrm xmlns:a="http://schemas.openxmlformats.org/drawingml/2006/main">
            <a:off x="4657725" y="433387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45B9B4BF-9D40-474D-A170-5921C70AD9E0}"/>
              </a:ext>
            </a:extLst>
          </p:cNvPr>
          <p:cNvSpPr>
            <a:spLocks xmlns:a="http://schemas.openxmlformats.org/drawingml/2006/main" noGrp="1"/>
          </p:cNvSpPr>
          <p:nvPr/>
        </p:nvSpPr>
        <p:spPr>
          <a:xfrm xmlns:a="http://schemas.openxmlformats.org/drawingml/2006/main">
            <a:off x="46577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14E35750-579E-405C-A49D-B5AB8D7B53C0}"/>
              </a:ext>
            </a:extLst>
          </p:cNvPr>
          <p:cNvSpPr>
            <a:spLocks xmlns:a="http://schemas.openxmlformats.org/drawingml/2006/main" noGrp="1"/>
          </p:cNvSpPr>
          <p:nvPr/>
        </p:nvSpPr>
        <p:spPr>
          <a:xfrm xmlns:a="http://schemas.openxmlformats.org/drawingml/2006/main">
            <a:off x="762000" y="4829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915B180B-AE04-4A71-8B05-A3604A6B6B51}"/>
              </a:ext>
            </a:extLst>
          </p:cNvPr>
          <p:cNvSpPr>
            <a:spLocks xmlns:a="http://schemas.openxmlformats.org/drawingml/2006/main" noGrp="1"/>
          </p:cNvSpPr>
          <p:nvPr/>
        </p:nvSpPr>
        <p:spPr>
          <a:xfrm xmlns:a="http://schemas.openxmlformats.org/drawingml/2006/main">
            <a:off x="42576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DEDE382D-37D8-4F0A-A57D-BE7DA934C6FA}"/>
              </a:ext>
            </a:extLst>
          </p:cNvPr>
          <p:cNvSpPr>
            <a:spLocks xmlns:a="http://schemas.openxmlformats.org/drawingml/2006/main" noGrp="1"/>
          </p:cNvSpPr>
          <p:nvPr/>
        </p:nvSpPr>
        <p:spPr>
          <a:xfrm xmlns:a="http://schemas.openxmlformats.org/drawingml/2006/main">
            <a:off x="1857375" y="47339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360C14AB-C230-4A5E-AEF5-2D511D280D8C}"/>
              </a:ext>
            </a:extLst>
          </p:cNvPr>
          <p:cNvSpPr>
            <a:spLocks xmlns:a="http://schemas.openxmlformats.org/drawingml/2006/main" noGrp="1"/>
          </p:cNvSpPr>
          <p:nvPr/>
        </p:nvSpPr>
        <p:spPr>
          <a:xfrm xmlns:a="http://schemas.openxmlformats.org/drawingml/2006/main">
            <a:off x="18573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BCC92A37-770D-456C-B15F-8B90CD66FADE}"/>
              </a:ext>
            </a:extLst>
          </p:cNvPr>
          <p:cNvSpPr>
            <a:spLocks xmlns:a="http://schemas.openxmlformats.org/drawingml/2006/main" noGrp="1"/>
          </p:cNvSpPr>
          <p:nvPr/>
        </p:nvSpPr>
        <p:spPr>
          <a:xfrm xmlns:a="http://schemas.openxmlformats.org/drawingml/2006/main">
            <a:off x="2257425" y="47339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782E75BC-B59B-4548-A2E2-ABF957F31145}"/>
              </a:ext>
            </a:extLst>
          </p:cNvPr>
          <p:cNvSpPr>
            <a:spLocks xmlns:a="http://schemas.openxmlformats.org/drawingml/2006/main" noGrp="1"/>
          </p:cNvSpPr>
          <p:nvPr/>
        </p:nvSpPr>
        <p:spPr>
          <a:xfrm xmlns:a="http://schemas.openxmlformats.org/drawingml/2006/main">
            <a:off x="22574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34A4534D-D2E6-4628-AC1C-6FE8FFD68BA3}"/>
              </a:ext>
            </a:extLst>
          </p:cNvPr>
          <p:cNvSpPr>
            <a:spLocks xmlns:a="http://schemas.openxmlformats.org/drawingml/2006/main" noGrp="1"/>
          </p:cNvSpPr>
          <p:nvPr/>
        </p:nvSpPr>
        <p:spPr>
          <a:xfrm xmlns:a="http://schemas.openxmlformats.org/drawingml/2006/main">
            <a:off x="2657475" y="473392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97E40EC6-5B55-44DD-BB07-ADD054AA5FF0}"/>
              </a:ext>
            </a:extLst>
          </p:cNvPr>
          <p:cNvSpPr>
            <a:spLocks xmlns:a="http://schemas.openxmlformats.org/drawingml/2006/main" noGrp="1"/>
          </p:cNvSpPr>
          <p:nvPr/>
        </p:nvSpPr>
        <p:spPr>
          <a:xfrm xmlns:a="http://schemas.openxmlformats.org/drawingml/2006/main">
            <a:off x="26574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F539E10E-5EAE-4120-801A-5F2220214B6D}"/>
              </a:ext>
            </a:extLst>
          </p:cNvPr>
          <p:cNvSpPr>
            <a:spLocks xmlns:a="http://schemas.openxmlformats.org/drawingml/2006/main" noGrp="1"/>
          </p:cNvSpPr>
          <p:nvPr/>
        </p:nvSpPr>
        <p:spPr>
          <a:xfrm xmlns:a="http://schemas.openxmlformats.org/drawingml/2006/main">
            <a:off x="3057525" y="473392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69364FEF-DA95-4439-AB5D-2F9B7630CCF6}"/>
              </a:ext>
            </a:extLst>
          </p:cNvPr>
          <p:cNvSpPr>
            <a:spLocks xmlns:a="http://schemas.openxmlformats.org/drawingml/2006/main" noGrp="1"/>
          </p:cNvSpPr>
          <p:nvPr/>
        </p:nvSpPr>
        <p:spPr>
          <a:xfrm xmlns:a="http://schemas.openxmlformats.org/drawingml/2006/main">
            <a:off x="30575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557BDF56-BDE8-48B1-9791-C1E7B3BA145A}"/>
              </a:ext>
            </a:extLst>
          </p:cNvPr>
          <p:cNvSpPr>
            <a:spLocks xmlns:a="http://schemas.openxmlformats.org/drawingml/2006/main" noGrp="1"/>
          </p:cNvSpPr>
          <p:nvPr/>
        </p:nvSpPr>
        <p:spPr>
          <a:xfrm xmlns:a="http://schemas.openxmlformats.org/drawingml/2006/main">
            <a:off x="3457575" y="47339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53CFDB34-10F3-44E6-A9F4-88E8022793CD}"/>
              </a:ext>
            </a:extLst>
          </p:cNvPr>
          <p:cNvSpPr>
            <a:spLocks xmlns:a="http://schemas.openxmlformats.org/drawingml/2006/main" noGrp="1"/>
          </p:cNvSpPr>
          <p:nvPr/>
        </p:nvSpPr>
        <p:spPr>
          <a:xfrm xmlns:a="http://schemas.openxmlformats.org/drawingml/2006/main">
            <a:off x="34575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0C7ACF8B-28F4-46FD-8606-CBC74851AFE8}"/>
              </a:ext>
            </a:extLst>
          </p:cNvPr>
          <p:cNvSpPr>
            <a:spLocks xmlns:a="http://schemas.openxmlformats.org/drawingml/2006/main" noGrp="1"/>
          </p:cNvSpPr>
          <p:nvPr/>
        </p:nvSpPr>
        <p:spPr>
          <a:xfrm xmlns:a="http://schemas.openxmlformats.org/drawingml/2006/main">
            <a:off x="3857625" y="473392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A56C287C-60F7-48CC-87BF-BE07E1F2B8C2}"/>
              </a:ext>
            </a:extLst>
          </p:cNvPr>
          <p:cNvSpPr>
            <a:spLocks xmlns:a="http://schemas.openxmlformats.org/drawingml/2006/main" noGrp="1"/>
          </p:cNvSpPr>
          <p:nvPr/>
        </p:nvSpPr>
        <p:spPr>
          <a:xfrm xmlns:a="http://schemas.openxmlformats.org/drawingml/2006/main">
            <a:off x="38576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0D472E51-5993-4D23-BE09-82FC11A68A00}"/>
              </a:ext>
            </a:extLst>
          </p:cNvPr>
          <p:cNvSpPr>
            <a:spLocks xmlns:a="http://schemas.openxmlformats.org/drawingml/2006/main" noGrp="1"/>
          </p:cNvSpPr>
          <p:nvPr/>
        </p:nvSpPr>
        <p:spPr>
          <a:xfrm xmlns:a="http://schemas.openxmlformats.org/drawingml/2006/main">
            <a:off x="4257675" y="47339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58E81DE6-6C49-4BB0-AC24-CDB3352A43C4}"/>
              </a:ext>
            </a:extLst>
          </p:cNvPr>
          <p:cNvSpPr>
            <a:spLocks xmlns:a="http://schemas.openxmlformats.org/drawingml/2006/main" noGrp="1"/>
          </p:cNvSpPr>
          <p:nvPr/>
        </p:nvSpPr>
        <p:spPr>
          <a:xfrm xmlns:a="http://schemas.openxmlformats.org/drawingml/2006/main">
            <a:off x="42576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C802E2B0-B071-4301-98E5-29389CDE4398}"/>
              </a:ext>
            </a:extLst>
          </p:cNvPr>
          <p:cNvSpPr>
            <a:spLocks xmlns:a="http://schemas.openxmlformats.org/drawingml/2006/main" noGrp="1"/>
          </p:cNvSpPr>
          <p:nvPr/>
        </p:nvSpPr>
        <p:spPr>
          <a:xfrm xmlns:a="http://schemas.openxmlformats.org/drawingml/2006/main">
            <a:off x="4657725" y="473392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B6CD7D25-DD0D-4C80-9CDE-519AE4880219}"/>
              </a:ext>
            </a:extLst>
          </p:cNvPr>
          <p:cNvSpPr>
            <a:spLocks xmlns:a="http://schemas.openxmlformats.org/drawingml/2006/main" noGrp="1"/>
          </p:cNvSpPr>
          <p:nvPr/>
        </p:nvSpPr>
        <p:spPr>
          <a:xfrm xmlns:a="http://schemas.openxmlformats.org/drawingml/2006/main">
            <a:off x="46577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7A390CF9-F634-4D49-8BF3-0A1C55A0590C}"/>
              </a:ext>
            </a:extLst>
          </p:cNvPr>
          <p:cNvSpPr>
            <a:spLocks xmlns:a="http://schemas.openxmlformats.org/drawingml/2006/main" noGrp="1"/>
          </p:cNvSpPr>
          <p:nvPr/>
        </p:nvSpPr>
        <p:spPr>
          <a:xfrm xmlns:a="http://schemas.openxmlformats.org/drawingml/2006/main">
            <a:off x="762000" y="5229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0D8C5167-1F0C-4624-868E-7130BDB0367E}"/>
              </a:ext>
            </a:extLst>
          </p:cNvPr>
          <p:cNvSpPr>
            <a:spLocks xmlns:a="http://schemas.openxmlformats.org/drawingml/2006/main" noGrp="1"/>
          </p:cNvSpPr>
          <p:nvPr/>
        </p:nvSpPr>
        <p:spPr>
          <a:xfrm xmlns:a="http://schemas.openxmlformats.org/drawingml/2006/main">
            <a:off x="46577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3CAF6787-5016-4247-BE43-3A173CB9E3AC}"/>
              </a:ext>
            </a:extLst>
          </p:cNvPr>
          <p:cNvSpPr>
            <a:spLocks xmlns:a="http://schemas.openxmlformats.org/drawingml/2006/main" noGrp="1"/>
          </p:cNvSpPr>
          <p:nvPr/>
        </p:nvSpPr>
        <p:spPr>
          <a:xfrm xmlns:a="http://schemas.openxmlformats.org/drawingml/2006/main">
            <a:off x="1857375" y="513397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53AA5485-ABFC-4657-954B-6910E7D1BAE4}"/>
              </a:ext>
            </a:extLst>
          </p:cNvPr>
          <p:cNvSpPr>
            <a:spLocks xmlns:a="http://schemas.openxmlformats.org/drawingml/2006/main" noGrp="1"/>
          </p:cNvSpPr>
          <p:nvPr/>
        </p:nvSpPr>
        <p:spPr>
          <a:xfrm xmlns:a="http://schemas.openxmlformats.org/drawingml/2006/main">
            <a:off x="18573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60B0CFE8-BC1E-4C2F-A5E8-DDB12F30F62C}"/>
              </a:ext>
            </a:extLst>
          </p:cNvPr>
          <p:cNvSpPr>
            <a:spLocks xmlns:a="http://schemas.openxmlformats.org/drawingml/2006/main" noGrp="1"/>
          </p:cNvSpPr>
          <p:nvPr/>
        </p:nvSpPr>
        <p:spPr>
          <a:xfrm xmlns:a="http://schemas.openxmlformats.org/drawingml/2006/main">
            <a:off x="2257425" y="513397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75260712-7A41-4E85-BD8B-32270542C2B1}"/>
              </a:ext>
            </a:extLst>
          </p:cNvPr>
          <p:cNvSpPr>
            <a:spLocks xmlns:a="http://schemas.openxmlformats.org/drawingml/2006/main" noGrp="1"/>
          </p:cNvSpPr>
          <p:nvPr/>
        </p:nvSpPr>
        <p:spPr>
          <a:xfrm xmlns:a="http://schemas.openxmlformats.org/drawingml/2006/main">
            <a:off x="22574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5EF0F401-2FE5-41FA-8D92-B5ACA6E4BDB1}"/>
              </a:ext>
            </a:extLst>
          </p:cNvPr>
          <p:cNvSpPr>
            <a:spLocks xmlns:a="http://schemas.openxmlformats.org/drawingml/2006/main" noGrp="1"/>
          </p:cNvSpPr>
          <p:nvPr/>
        </p:nvSpPr>
        <p:spPr>
          <a:xfrm xmlns:a="http://schemas.openxmlformats.org/drawingml/2006/main">
            <a:off x="2657475" y="513397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AAA5E7FB-632F-473F-9954-DC83B4FBB4FD}"/>
              </a:ext>
            </a:extLst>
          </p:cNvPr>
          <p:cNvSpPr>
            <a:spLocks xmlns:a="http://schemas.openxmlformats.org/drawingml/2006/main" noGrp="1"/>
          </p:cNvSpPr>
          <p:nvPr/>
        </p:nvSpPr>
        <p:spPr>
          <a:xfrm xmlns:a="http://schemas.openxmlformats.org/drawingml/2006/main">
            <a:off x="26574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0F56E7EF-DE9F-403B-8347-ABD45DC9029F}"/>
              </a:ext>
            </a:extLst>
          </p:cNvPr>
          <p:cNvSpPr>
            <a:spLocks xmlns:a="http://schemas.openxmlformats.org/drawingml/2006/main" noGrp="1"/>
          </p:cNvSpPr>
          <p:nvPr/>
        </p:nvSpPr>
        <p:spPr>
          <a:xfrm xmlns:a="http://schemas.openxmlformats.org/drawingml/2006/main">
            <a:off x="3057525" y="513397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0DE61EF4-99F1-481B-BEE4-FA7A51B59BAE}"/>
              </a:ext>
            </a:extLst>
          </p:cNvPr>
          <p:cNvSpPr>
            <a:spLocks xmlns:a="http://schemas.openxmlformats.org/drawingml/2006/main" noGrp="1"/>
          </p:cNvSpPr>
          <p:nvPr/>
        </p:nvSpPr>
        <p:spPr>
          <a:xfrm xmlns:a="http://schemas.openxmlformats.org/drawingml/2006/main">
            <a:off x="30575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A301453D-85F3-4B66-9C85-7B7BA574C509}"/>
              </a:ext>
            </a:extLst>
          </p:cNvPr>
          <p:cNvSpPr>
            <a:spLocks xmlns:a="http://schemas.openxmlformats.org/drawingml/2006/main" noGrp="1"/>
          </p:cNvSpPr>
          <p:nvPr/>
        </p:nvSpPr>
        <p:spPr>
          <a:xfrm xmlns:a="http://schemas.openxmlformats.org/drawingml/2006/main">
            <a:off x="3457575" y="513397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BFBE0DD9-A5BA-40D7-9F9C-089C4D250ED0}"/>
              </a:ext>
            </a:extLst>
          </p:cNvPr>
          <p:cNvSpPr>
            <a:spLocks xmlns:a="http://schemas.openxmlformats.org/drawingml/2006/main" noGrp="1"/>
          </p:cNvSpPr>
          <p:nvPr/>
        </p:nvSpPr>
        <p:spPr>
          <a:xfrm xmlns:a="http://schemas.openxmlformats.org/drawingml/2006/main">
            <a:off x="34575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52E55538-A324-4BED-B01C-8C77099E80FF}"/>
              </a:ext>
            </a:extLst>
          </p:cNvPr>
          <p:cNvSpPr>
            <a:spLocks xmlns:a="http://schemas.openxmlformats.org/drawingml/2006/main" noGrp="1"/>
          </p:cNvSpPr>
          <p:nvPr/>
        </p:nvSpPr>
        <p:spPr>
          <a:xfrm xmlns:a="http://schemas.openxmlformats.org/drawingml/2006/main">
            <a:off x="3857625" y="513397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23EC95F5-34D3-435E-8161-EF276F7EF0B1}"/>
              </a:ext>
            </a:extLst>
          </p:cNvPr>
          <p:cNvSpPr>
            <a:spLocks xmlns:a="http://schemas.openxmlformats.org/drawingml/2006/main" noGrp="1"/>
          </p:cNvSpPr>
          <p:nvPr/>
        </p:nvSpPr>
        <p:spPr>
          <a:xfrm xmlns:a="http://schemas.openxmlformats.org/drawingml/2006/main">
            <a:off x="38576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8A775FFD-8A74-493A-A6E1-732799321FF0}"/>
              </a:ext>
            </a:extLst>
          </p:cNvPr>
          <p:cNvSpPr>
            <a:spLocks xmlns:a="http://schemas.openxmlformats.org/drawingml/2006/main" noGrp="1"/>
          </p:cNvSpPr>
          <p:nvPr/>
        </p:nvSpPr>
        <p:spPr>
          <a:xfrm xmlns:a="http://schemas.openxmlformats.org/drawingml/2006/main">
            <a:off x="4257675" y="513397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ECE19E5E-46FF-4843-BBCF-C55D43EB661E}"/>
              </a:ext>
            </a:extLst>
          </p:cNvPr>
          <p:cNvSpPr>
            <a:spLocks xmlns:a="http://schemas.openxmlformats.org/drawingml/2006/main" noGrp="1"/>
          </p:cNvSpPr>
          <p:nvPr/>
        </p:nvSpPr>
        <p:spPr>
          <a:xfrm xmlns:a="http://schemas.openxmlformats.org/drawingml/2006/main">
            <a:off x="42576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8727CA53-A246-407D-964E-1659656DF625}"/>
              </a:ext>
            </a:extLst>
          </p:cNvPr>
          <p:cNvSpPr>
            <a:spLocks xmlns:a="http://schemas.openxmlformats.org/drawingml/2006/main" noGrp="1"/>
          </p:cNvSpPr>
          <p:nvPr/>
        </p:nvSpPr>
        <p:spPr>
          <a:xfrm xmlns:a="http://schemas.openxmlformats.org/drawingml/2006/main">
            <a:off x="4657725" y="51339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F7ABC97E-0978-40E8-A1D1-5F5DC14AEFEE}"/>
              </a:ext>
            </a:extLst>
          </p:cNvPr>
          <p:cNvSpPr>
            <a:spLocks xmlns:a="http://schemas.openxmlformats.org/drawingml/2006/main" noGrp="1"/>
          </p:cNvSpPr>
          <p:nvPr/>
        </p:nvSpPr>
        <p:spPr>
          <a:xfrm xmlns:a="http://schemas.openxmlformats.org/drawingml/2006/main">
            <a:off x="46577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Spearman ρ">
            <a:extLst xmlns:a="http://schemas.openxmlformats.org/drawingml/2006/main">
              <a:ext uri="{FF2B5EF4-FFF2-40B4-BE49-F238E27FC236}">
                <a16:creationId xmlns:a16="http://schemas.microsoft.com/office/drawing/2014/main" id="{6E93ACE4-1D90-40A0-BB0C-58618A15734B}"/>
              </a:ext>
            </a:extLst>
          </p:cNvPr>
          <p:cNvSpPr>
            <a:spLocks xmlns:a="http://schemas.openxmlformats.org/drawingml/2006/main" noGrp="1"/>
          </p:cNvSpPr>
          <p:nvPr/>
        </p:nvSpPr>
        <p:spPr>
          <a:xfrm xmlns:a="http://schemas.openxmlformats.org/drawingml/2006/main">
            <a:off x="1857375" y="16097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50" name="Shell weight ↔ Rings">
            <a:extLst xmlns:a="http://schemas.openxmlformats.org/drawingml/2006/main">
              <a:ext uri="{FF2B5EF4-FFF2-40B4-BE49-F238E27FC236}">
                <a16:creationId xmlns:a16="http://schemas.microsoft.com/office/drawing/2014/main" id="{B92C1FC7-D48D-4F84-AC38-1AE4E0797553}"/>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51" name="Pearson r = 0.628&#10;Spearman ρ = 0.693&#10;n = 3,341">
            <a:extLst xmlns:a="http://schemas.openxmlformats.org/drawingml/2006/main">
              <a:ext uri="{FF2B5EF4-FFF2-40B4-BE49-F238E27FC236}">
                <a16:creationId xmlns:a16="http://schemas.microsoft.com/office/drawing/2014/main" id="{C82DBACD-BD17-4188-AACD-D36C96F7D439}"/>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52" name="High correlation among measurements can destabilize con">
            <a:extLst xmlns:a="http://schemas.openxmlformats.org/drawingml/2006/main">
              <a:ext uri="{FF2B5EF4-FFF2-40B4-BE49-F238E27FC236}">
                <a16:creationId xmlns:a16="http://schemas.microsoft.com/office/drawing/2014/main" id="{09AC30D6-A111-4F25-8FF0-DABF9EB9470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5644563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C6048F0-92F0-4F7B-9AF7-5A0DA01223A7}"/>
              </a:ext>
            </a:extLst>
          </p:cNvPr>
          <p:cNvPicPr>
            <a:picLocks xmlns:a="http://schemas.openxmlformats.org/drawingml/2006/main" noChangeAspect="1"/>
          </p:cNvPicPr>
          <p:nvPr/>
        </p:nvPicPr>
        <p:blipFill>
          <a:blip xmlns:r="http://schemas.openxmlformats.org/officeDocument/2006/relationships" xmlns:a="http://schemas.openxmlformats.org/drawingml/2006/main" r:embed="R864b0cb7d0ba4a8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A221D0B-2F05-4AEF-A7C2-0D8B9EDE87F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E6A8B6FD-6DFC-4775-B761-C72594E6DEC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ACEC3E2F-44BB-43C8-AE2A-7FAC46B4D15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37047F71-A5C7-40C7-BE46-301978E4E9E3}"/>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04007963abc4332"/>
          </a:graphicData>
        </a:graphic>
      </p:graphicFrame>
      <p:sp>
        <p:nvSpPr>
          <p:cNvPr id="6" name="ρ = 0.693">
            <a:extLst xmlns:a="http://schemas.openxmlformats.org/drawingml/2006/main">
              <a:ext uri="{FF2B5EF4-FFF2-40B4-BE49-F238E27FC236}">
                <a16:creationId xmlns:a16="http://schemas.microsoft.com/office/drawing/2014/main" id="{C1FFC311-A7ED-4AB0-807E-646F828E50C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2A1B15AB-FEB4-45B0-93DD-E5D474ED6330}"/>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11D92698-362A-4C79-940B-2802FAC0D37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6071395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82B077F-7293-4FC2-92A3-527FC8AEFDD3}"/>
              </a:ext>
            </a:extLst>
          </p:cNvPr>
          <p:cNvPicPr>
            <a:picLocks xmlns:a="http://schemas.openxmlformats.org/drawingml/2006/main" noChangeAspect="1"/>
          </p:cNvPicPr>
          <p:nvPr/>
        </p:nvPicPr>
        <p:blipFill>
          <a:blip xmlns:r="http://schemas.openxmlformats.org/officeDocument/2006/relationships" xmlns:a="http://schemas.openxmlformats.org/drawingml/2006/main" r:embed="Rccf4f58816c04c4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3FCF965-181E-48B1-9E15-C6F9498FB38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93B0B1AA-1A52-4F47-A78E-1296050AE32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49608FEA-82E9-426F-B693-E881567CE23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9EAB777E-DC08-4424-8DF9-DB90C2DC278F}"/>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5F17FFC9-D356-49CE-B06B-13385AF6C426}"/>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5242F428-4626-4D0A-A437-9CC0565EDAB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12799195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4460495-A8EA-4160-9B0C-8D293D62761D}"/>
              </a:ext>
            </a:extLst>
          </p:cNvPr>
          <p:cNvPicPr>
            <a:picLocks xmlns:a="http://schemas.openxmlformats.org/drawingml/2006/main" noChangeAspect="1"/>
          </p:cNvPicPr>
          <p:nvPr/>
        </p:nvPicPr>
        <p:blipFill>
          <a:blip xmlns:r="http://schemas.openxmlformats.org/officeDocument/2006/relationships" xmlns:a="http://schemas.openxmlformats.org/drawingml/2006/main" r:embed="Ree098fe9dac9420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562E2C5-A85F-42D6-A4F3-A8CA07B203A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5C597941-BA57-4F98-9284-E372186ADCB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E7D52C0D-5F50-4F37-B54B-27FF55D3FCB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21860382-1847-43A4-BFCA-70E2FE8C81EB}"/>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a62e488e6f794dbf"/>
          </a:graphicData>
        </a:graphic>
      </p:graphicFrame>
      <p:sp>
        <p:nvSpPr>
          <p:cNvPr id="6" name="Full R² = 0.526">
            <a:extLst xmlns:a="http://schemas.openxmlformats.org/drawingml/2006/main">
              <a:ext uri="{FF2B5EF4-FFF2-40B4-BE49-F238E27FC236}">
                <a16:creationId xmlns:a16="http://schemas.microsoft.com/office/drawing/2014/main" id="{DE5E52D0-2575-44C4-9CEC-905FF9BE9E08}"/>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3500DE50-3912-4D2D-B69C-6F3D815B44F3}"/>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41BAC973-198C-45A7-8490-55F39757BEC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555002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28F825F-5C98-453E-8F07-48CA424A2637}"/>
              </a:ext>
            </a:extLst>
          </p:cNvPr>
          <p:cNvPicPr>
            <a:picLocks xmlns:a="http://schemas.openxmlformats.org/drawingml/2006/main" noChangeAspect="1"/>
          </p:cNvPicPr>
          <p:nvPr/>
        </p:nvPicPr>
        <p:blipFill>
          <a:blip xmlns:r="http://schemas.openxmlformats.org/officeDocument/2006/relationships" xmlns:a="http://schemas.openxmlformats.org/drawingml/2006/main" r:embed="R6da2566c8f3846b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77A1DDB-DB82-4EBF-971B-7930AE0B75E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66A2F057-0CCB-48E5-8B7A-FF681D7FB69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D6CF1F0C-5888-437E-AD57-0F58A3443AB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27FC8118-E7B1-48EA-B90D-FBB4A47E3DE9}"/>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0F11B1FC-B471-4A1B-9B90-BDC8427C0982}"/>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A643D181-01B8-49F5-BECD-DC79FEA289C0}"/>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A2BC6714-67A9-430A-8DFA-2C420178D8E5}"/>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831246A1-7889-419D-9EBD-F01A02F1CF1E}"/>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1B0D08CE-4AD9-4A9F-A848-38A94D7BC5F6}"/>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B2062484-8C61-4D5E-A4FB-52413DF804BE}"/>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868458A9-7DF6-4E20-B57D-3712431A4DEC}"/>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5B223E0C-374C-461C-96D8-6097BF1E5C7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7158380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177B727-63F7-421D-8C84-1AA1E38B018E}"/>
              </a:ext>
            </a:extLst>
          </p:cNvPr>
          <p:cNvPicPr>
            <a:picLocks xmlns:a="http://schemas.openxmlformats.org/drawingml/2006/main" noChangeAspect="1"/>
          </p:cNvPicPr>
          <p:nvPr/>
        </p:nvPicPr>
        <p:blipFill>
          <a:blip xmlns:r="http://schemas.openxmlformats.org/officeDocument/2006/relationships" xmlns:a="http://schemas.openxmlformats.org/drawingml/2006/main" r:embed="Ra3066be9be3d4d7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3B81A5F-305F-4DE6-9DB6-3F1F27EA867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CD8462C0-4A97-4CA0-9DAA-1FA480D8816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B44C361A-795A-4E86-BB1E-D4D5E9C155C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6B580D00-01AE-4B45-AA72-3E6BBFAAC08A}"/>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48680F7F-FCFB-46C9-A5CE-588B02B593DE}"/>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05E48E78-32DA-435A-AADF-1DEE85799789}"/>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BB4436D5-A24E-49A6-A6A7-76BE01A9DF1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19892749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C8DAA8C-324F-4111-80BF-8F5BB7C52BE7}"/>
              </a:ext>
            </a:extLst>
          </p:cNvPr>
          <p:cNvPicPr>
            <a:picLocks xmlns:a="http://schemas.openxmlformats.org/drawingml/2006/main" noChangeAspect="1"/>
          </p:cNvPicPr>
          <p:nvPr/>
        </p:nvPicPr>
        <p:blipFill>
          <a:blip xmlns:r="http://schemas.openxmlformats.org/officeDocument/2006/relationships" xmlns:a="http://schemas.openxmlformats.org/drawingml/2006/main" r:embed="R5b5e531c3378402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783720D-4C38-474B-81B6-9B0206B6238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5FD7D5D5-5D6F-492A-ABE8-B330A4D7A2B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7E3684C0-8D09-4CE8-B995-A9A16D3C732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CEA1FE35-FD1C-456E-97C0-358BF4B9C616}"/>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2F127D45-2BC8-46D0-A1A8-7B736CCC511E}"/>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E70148AF-79B2-4E67-AF91-304978D5833F}"/>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23BB13FE-728E-4916-BD8C-D2B5372A4BEA}"/>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EDF6826F-39D1-401E-B410-1887C188DD62}"/>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B0BB6857-C8CB-4E79-866E-3E4D2BF04711}"/>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47AF507F-D590-4AB2-84F6-0811A1D312DA}"/>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15B93662-55C9-4B73-A34E-EE3C8A2F3798}"/>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12506085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8555884-2429-4CD2-BB6A-946B7A380E6B}"/>
              </a:ext>
            </a:extLst>
          </p:cNvPr>
          <p:cNvPicPr>
            <a:picLocks xmlns:a="http://schemas.openxmlformats.org/drawingml/2006/main" noChangeAspect="1"/>
          </p:cNvPicPr>
          <p:nvPr/>
        </p:nvPicPr>
        <p:blipFill>
          <a:blip xmlns:r="http://schemas.openxmlformats.org/officeDocument/2006/relationships" xmlns:a="http://schemas.openxmlformats.org/drawingml/2006/main" r:embed="R6f33ce36636947b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B0746A5-BBDA-4E6B-92B9-0C935BD2524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7FFAD931-F635-471A-A390-6AD82C69E7A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60850A4B-CE26-4438-9983-D77554DF912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3355AE5A-5989-4FF8-97F8-DD3CE66D6C80}"/>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82F0EA9F-9D42-4F1F-8E85-590246EA88E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2009723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765552B-3B4F-41CB-9413-4AE274CE81CC}"/>
              </a:ext>
            </a:extLst>
          </p:cNvPr>
          <p:cNvPicPr>
            <a:picLocks xmlns:a="http://schemas.openxmlformats.org/drawingml/2006/main" noChangeAspect="1"/>
          </p:cNvPicPr>
          <p:nvPr/>
        </p:nvPicPr>
        <p:blipFill>
          <a:blip xmlns:r="http://schemas.openxmlformats.org/officeDocument/2006/relationships" xmlns:a="http://schemas.openxmlformats.org/drawingml/2006/main" r:embed="R92c0ac579ec24ba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3D741F9-5A8B-4FF5-BCA4-2D5E4BB62CE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9EEFD0DD-614E-4942-8017-705BD60D835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4FDAE0A5-61B6-4F78-B0CF-F4ADA7AAE77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C966568C-EA89-4A47-B00B-9E7E8342B08F}"/>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BBA569F1-FCD6-40B3-A75C-CB438A5AE3F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158552719"/>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2026-10-20T11:34:49.0590000Z</dcterms:created>
  <dcterms:modified xsi:type="dcterms:W3CDTF">2026-10-20T11:34:49.0590000Z</dcterms:modified>
</coreProperties>
</file>