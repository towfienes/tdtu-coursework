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434051b2dde43d6" /><Relationship Type="http://schemas.openxmlformats.org/officeDocument/2006/relationships/extended-properties" Target="/docProps/app.xml" Id="R6437de13b4be4c99" /><Relationship Type="http://schemas.openxmlformats.org/officeDocument/2006/relationships/officeDocument" Target="/ppt/presentation.xml" Id="Rc69d39ba649b42ba" /></Relationships>
</file>

<file path=ppt/presentation.xml><?xml version="1.0" encoding="utf-8"?>
<p:presentation xmlns:p="http://schemas.openxmlformats.org/presentationml/2006/main">
  <p:sldMasterIdLst>
    <p:sldMasterId xmlns:r="http://schemas.openxmlformats.org/officeDocument/2006/relationships" id="2147483648" r:id="R4f76786199af448d"/>
  </p:sldMasterIdLst>
  <p:notesMasterIdLst>
    <p:notesMasterId xmlns:r="http://schemas.openxmlformats.org/officeDocument/2006/relationships" r:id="R9a395cdca8d04125"/>
  </p:notesMasterIdLst>
  <p:sldIdLst>
    <p:sldId xmlns:r="http://schemas.openxmlformats.org/officeDocument/2006/relationships" id="256" r:id="R9b9434e3f96c432b"/>
    <p:sldId xmlns:r="http://schemas.openxmlformats.org/officeDocument/2006/relationships" id="257" r:id="R2851b30be56a42be"/>
    <p:sldId xmlns:r="http://schemas.openxmlformats.org/officeDocument/2006/relationships" id="258" r:id="R597fd48ac5eb42f8"/>
    <p:sldId xmlns:r="http://schemas.openxmlformats.org/officeDocument/2006/relationships" id="259" r:id="R509c266d677b4cef"/>
    <p:sldId xmlns:r="http://schemas.openxmlformats.org/officeDocument/2006/relationships" id="260" r:id="R1ff678686c5c4f44"/>
    <p:sldId xmlns:r="http://schemas.openxmlformats.org/officeDocument/2006/relationships" id="261" r:id="Rd1be589c085a42b0"/>
    <p:sldId xmlns:r="http://schemas.openxmlformats.org/officeDocument/2006/relationships" id="262" r:id="R9bd3427229144d9d"/>
    <p:sldId xmlns:r="http://schemas.openxmlformats.org/officeDocument/2006/relationships" id="263" r:id="R55cb272c3058491a"/>
    <p:sldId xmlns:r="http://schemas.openxmlformats.org/officeDocument/2006/relationships" id="264" r:id="Ra00fd36b8255420d"/>
    <p:sldId xmlns:r="http://schemas.openxmlformats.org/officeDocument/2006/relationships" id="265" r:id="R81d36621c6884861"/>
    <p:sldId xmlns:r="http://schemas.openxmlformats.org/officeDocument/2006/relationships" id="266" r:id="R54eb14b2a8674939"/>
    <p:sldId xmlns:r="http://schemas.openxmlformats.org/officeDocument/2006/relationships" id="267" r:id="R84d7c980a45749d3"/>
    <p:sldId xmlns:r="http://schemas.openxmlformats.org/officeDocument/2006/relationships" id="268" r:id="Rab57c5cd02a34ad5"/>
    <p:sldId xmlns:r="http://schemas.openxmlformats.org/officeDocument/2006/relationships" id="269" r:id="R363f2f69a1ea4478"/>
    <p:sldId xmlns:r="http://schemas.openxmlformats.org/officeDocument/2006/relationships" id="270" r:id="R6b338be55cba45c2"/>
    <p:sldId xmlns:r="http://schemas.openxmlformats.org/officeDocument/2006/relationships" id="271" r:id="R711caaea7d8a4002"/>
    <p:sldId xmlns:r="http://schemas.openxmlformats.org/officeDocument/2006/relationships" id="272" r:id="Rd8060441ebb3412a"/>
    <p:sldId xmlns:r="http://schemas.openxmlformats.org/officeDocument/2006/relationships" id="273" r:id="R09ef8cb9638f40bc"/>
    <p:sldId xmlns:r="http://schemas.openxmlformats.org/officeDocument/2006/relationships" id="274" r:id="Re4024727151b40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b1a24d4b144f24" /><Relationship Type="http://schemas.openxmlformats.org/officeDocument/2006/relationships/slideMaster" Target="/ppt/slideMasters/slideMaster1.xml" Id="R4f76786199af448d" /><Relationship Type="http://schemas.openxmlformats.org/officeDocument/2006/relationships/notesMaster" Target="/ppt/notesMasters/notesMaster1.xml" Id="R9a395cdca8d04125" /><Relationship Type="http://schemas.openxmlformats.org/officeDocument/2006/relationships/presProps" Target="/ppt/presProps.xml" Id="R15a5621d07ef4dd8" /><Relationship Type="http://schemas.openxmlformats.org/officeDocument/2006/relationships/tableStyles" Target="/ppt/tableStyles.xml" Id="Rc2d03ff66b5b4efd" /><Relationship Type="http://schemas.openxmlformats.org/officeDocument/2006/relationships/slide" Target="/ppt/slides/slide1.xml" Id="R9b9434e3f96c432b" /><Relationship Type="http://schemas.openxmlformats.org/officeDocument/2006/relationships/slide" Target="/ppt/slides/slide2.xml" Id="R2851b30be56a42be" /><Relationship Type="http://schemas.openxmlformats.org/officeDocument/2006/relationships/slide" Target="/ppt/slides/slide3.xml" Id="R597fd48ac5eb42f8" /><Relationship Type="http://schemas.openxmlformats.org/officeDocument/2006/relationships/slide" Target="/ppt/slides/slide4.xml" Id="R509c266d677b4cef" /><Relationship Type="http://schemas.openxmlformats.org/officeDocument/2006/relationships/slide" Target="/ppt/slides/slide5.xml" Id="R1ff678686c5c4f44" /><Relationship Type="http://schemas.openxmlformats.org/officeDocument/2006/relationships/slide" Target="/ppt/slides/slide6.xml" Id="Rd1be589c085a42b0" /><Relationship Type="http://schemas.openxmlformats.org/officeDocument/2006/relationships/slide" Target="/ppt/slides/slide7.xml" Id="R9bd3427229144d9d" /><Relationship Type="http://schemas.openxmlformats.org/officeDocument/2006/relationships/slide" Target="/ppt/slides/slide8.xml" Id="R55cb272c3058491a" /><Relationship Type="http://schemas.openxmlformats.org/officeDocument/2006/relationships/slide" Target="/ppt/slides/slide9.xml" Id="Ra00fd36b8255420d" /><Relationship Type="http://schemas.openxmlformats.org/officeDocument/2006/relationships/slide" Target="/ppt/slides/slide10.xml" Id="R81d36621c6884861" /><Relationship Type="http://schemas.openxmlformats.org/officeDocument/2006/relationships/slide" Target="/ppt/slides/slide11.xml" Id="R54eb14b2a8674939" /><Relationship Type="http://schemas.openxmlformats.org/officeDocument/2006/relationships/slide" Target="/ppt/slides/slide12.xml" Id="R84d7c980a45749d3" /><Relationship Type="http://schemas.openxmlformats.org/officeDocument/2006/relationships/slide" Target="/ppt/slides/slide13.xml" Id="Rab57c5cd02a34ad5" /><Relationship Type="http://schemas.openxmlformats.org/officeDocument/2006/relationships/slide" Target="/ppt/slides/slide14.xml" Id="R363f2f69a1ea4478" /><Relationship Type="http://schemas.openxmlformats.org/officeDocument/2006/relationships/slide" Target="/ppt/slides/slide15.xml" Id="R6b338be55cba45c2" /><Relationship Type="http://schemas.openxmlformats.org/officeDocument/2006/relationships/slide" Target="/ppt/slides/slide16.xml" Id="R711caaea7d8a4002" /><Relationship Type="http://schemas.openxmlformats.org/officeDocument/2006/relationships/slide" Target="/ppt/slides/slide17.xml" Id="Rd8060441ebb3412a" /><Relationship Type="http://schemas.openxmlformats.org/officeDocument/2006/relationships/slide" Target="/ppt/slides/slide18.xml" Id="R09ef8cb9638f40bc" /><Relationship Type="http://schemas.openxmlformats.org/officeDocument/2006/relationships/slide" Target="/ppt/slides/slide19.xml" Id="Re4024727151b40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40374661ae44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bf419756984923" /><Relationship Type="http://schemas.openxmlformats.org/officeDocument/2006/relationships/notesMaster" Target="/ppt/notesMasters/notesMaster1.xml" Id="Rd6c466022afb43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7d55b8a1594755" /><Relationship Type="http://schemas.openxmlformats.org/officeDocument/2006/relationships/notesMaster" Target="/ppt/notesMasters/notesMaster1.xml" Id="R2df490c59ac042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f683c844fa4d19" /><Relationship Type="http://schemas.openxmlformats.org/officeDocument/2006/relationships/notesMaster" Target="/ppt/notesMasters/notesMaster1.xml" Id="Reedbb3f7b77344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ff8cb96f504dbb" /><Relationship Type="http://schemas.openxmlformats.org/officeDocument/2006/relationships/notesMaster" Target="/ppt/notesMasters/notesMaster1.xml" Id="Re44f833b3ec948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01665cab514355" /><Relationship Type="http://schemas.openxmlformats.org/officeDocument/2006/relationships/notesMaster" Target="/ppt/notesMasters/notesMaster1.xml" Id="Rb6383df8a51d46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04f48308e9430d" /><Relationship Type="http://schemas.openxmlformats.org/officeDocument/2006/relationships/notesMaster" Target="/ppt/notesMasters/notesMaster1.xml" Id="R664899b1400748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ede233a1ac42ee" /><Relationship Type="http://schemas.openxmlformats.org/officeDocument/2006/relationships/notesMaster" Target="/ppt/notesMasters/notesMaster1.xml" Id="Rc7490c7d8ef04a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4ef113b7984901" /><Relationship Type="http://schemas.openxmlformats.org/officeDocument/2006/relationships/notesMaster" Target="/ppt/notesMasters/notesMaster1.xml" Id="Rb705cccd538243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f4dd00fa9e448c" /><Relationship Type="http://schemas.openxmlformats.org/officeDocument/2006/relationships/notesMaster" Target="/ppt/notesMasters/notesMaster1.xml" Id="R61deeb1c71f745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7660f00ed14c2b" /><Relationship Type="http://schemas.openxmlformats.org/officeDocument/2006/relationships/notesMaster" Target="/ppt/notesMasters/notesMaster1.xml" Id="Rfa61161e0c5342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81ceec511d4291" /><Relationship Type="http://schemas.openxmlformats.org/officeDocument/2006/relationships/notesMaster" Target="/ppt/notesMasters/notesMaster1.xml" Id="R878d206b49464b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25daa54789b4d7b" /><Relationship Type="http://schemas.openxmlformats.org/officeDocument/2006/relationships/notesMaster" Target="/ppt/notesMasters/notesMaster1.xml" Id="Rcdbc7122a12a46b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c00e5be66d4f34" /><Relationship Type="http://schemas.openxmlformats.org/officeDocument/2006/relationships/notesMaster" Target="/ppt/notesMasters/notesMaster1.xml" Id="Ra0f4f24fd2fd45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2d4bdc239c4b83" /><Relationship Type="http://schemas.openxmlformats.org/officeDocument/2006/relationships/notesMaster" Target="/ppt/notesMasters/notesMaster1.xml" Id="R9cbaaaae882b46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bd249291d146de" /><Relationship Type="http://schemas.openxmlformats.org/officeDocument/2006/relationships/notesMaster" Target="/ppt/notesMasters/notesMaster1.xml" Id="R30f7956b2c184a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4e3ee60ed34255" /><Relationship Type="http://schemas.openxmlformats.org/officeDocument/2006/relationships/notesMaster" Target="/ppt/notesMasters/notesMaster1.xml" Id="Rc779ca37e28c46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b9796e7331044b5" /><Relationship Type="http://schemas.openxmlformats.org/officeDocument/2006/relationships/notesMaster" Target="/ppt/notesMasters/notesMaster1.xml" Id="Rd578389cd3fe4f8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5e70c7d862948e5" /><Relationship Type="http://schemas.openxmlformats.org/officeDocument/2006/relationships/notesMaster" Target="/ppt/notesMasters/notesMaster1.xml" Id="Ref1d53429cc1407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10c4ff885594aa4" /><Relationship Type="http://schemas.openxmlformats.org/officeDocument/2006/relationships/notesMaster" Target="/ppt/notesMasters/notesMaster1.xml" Id="R5bc8ec54e66c43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Kính chào Cô và các bạn. Nhóm VibeCoding_Expert trình bày bài cuối kỳ lý thuyết lớp N4, môn Phân tích và Trực quan hóa Dữ liệu. Đề tài là phân tích các phép đo bào ngư và số vòng vỏ. Chúng em sử dụng một bộ dữ liệu công khai xuyên suốt các phần: khám phá dữ liệu, phân phối xác suất, kiểm định, tương quan và hồi quy đa biến. Mục tiêu là hiểu dữ liệu và đánh giá dự đoán, đồng thời chỉ ra giới hạn của phương pháp.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15 giây.</a:t>
            </a:r>
          </a:p>
          <a:p xmlns:a="http://schemas.openxmlformats.org/drawingml/2006/main">
            <a:r>
              <a:t>Đây là vị trí đường dẫn video theo quy định của đề. Bản đang duyệt còn chờ nhóm quay và cung cấp URL thật. Khi xuất bản cuối, nhóm thay thông báo chờ bằng liên kết YouTube và kiểm tra quyền xem. Kịch bản dự kiến kéo dài mười hai phút; các slide phụ lục không nằm trong thời lượng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Dữ liệu Abalone được Nash và cộng sự công bố, hiện lưu trên UCI. Có 4.177 quan sát, tám biến đầu vào và biến mục tiêu Rings. Ba nhóm M, F, I lần lượt biểu thị đực, cái và cá thể non; vì thế I không phải một giới tính thứ ba. Nguồn cho biết các phép đo liên tục đã được chia tỷ lệ. Chúng em giữ nguyên giá trị lưu trữ và ghi rõ trên trục, không tự đổi thành đơn vị vật lý. Từ một nguồn này, chúng em hỏi phân bố có hình dạng gì, các nhóm khác nhau thế nào, phép đo nào liên hệ với số vòng và mô hình tuyến tính dự đoán được đến đâu.</a:t>
            </a:r>
          </a:p>
          <a:p xmlns:a="http://schemas.openxmlformats.org/drawingml/2006/main">
            <a:r>
              <a:t>Nguồn: Nash et al.(1994), https://doi.org/10.24432/C55C7W; retained abalone.names.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Đầu tiên, chúng em đọc file không có header và kiểm đủ chín cột. Dữ liệu gốc không thiếu và không trùng toàn dòng, nhưng hai giá trị chiều cao bằng không không thể hiện một độ dày vỏ hợp lệ. Chúng em lưu chỉ số dòng và chuyển riêng hai ô đó thành thiếu; không sửa dữ liệu gốc. Dữ liệu được chia 80 phần trăm huấn luyện và 20 phần trăm kiểm tra, phân tầng theo nhóm với seed 42. Cụ thể có 3.341 dòng train và 836 dòng test. Các bước điền median, chuẩn hóa và kiểm ảnh hưởng chỉ học trong train hoặc từng fold; test được giữ để đánh giá cuối.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Histogram này cho thấy hình dạng phân bố chiều dài trong tập train. Trung bình khoảng 0,524 và độ lệch chuẩn khoảng 0,120 theo thang lưu trữ. Biểu đồ giúp nhìn lệch, đuôi và vùng tập trung; nó không tự chứng minh dữ liệu chuẩn. Trong notebook, chúng em còn dùng histogram và KDE cho khối lượng, chiều cao và số vòng. KDE chỉ là đường làm trơn cho biến liên tục; Rings là biến đếm nên giữ các mức nguyên. Đây là lý do không dùng duy nhất một loại biểu đồ cho mọi câu hỏi.</a:t>
            </a:r>
          </a:p>
          <a:p xmlns:a="http://schemas.openxmlformats.org/drawingml/2006/main">
            <a:r>
              <a:t>Nguồn: Notebook1; exported length histogram, 25 equal-width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Biểu đồ cột so sánh chiều dài trung bình và ghi cỡ mẫu của từng nhóm. Nhóm I có nghĩa là cá thể non, nên sự khác biệt với hai nhóm còn lại có thể phản ánh giai đoạn phát triển. Chúng em dùng thêm boxplot trong report để nhìn trung vị, độ phân tán và các điểm cực trị, còn hình mean có khoảng tin cậy để thể hiện mức bất định. Những cách nhìn này bổ sung nhau. Không thể từ hình này kết luận giới tính gây ra kích thước khác nhau, vì nhóm tuổi và cách lấy mẫu còn liên quan.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Với Length, chúng em đặt trước ứng viên Normal. Các điểm xám thể hiện mật độ quan sát theo bin; đường đen là mật độ chuẩn với tham số ước lượng từ train. Ngoài hình này, report có Q–Q plot để xem độ lệch ở các phân vị. Kiểm định Anderson–Darling dùng 1.999 mẫu mô phỏng, ước lượng lại trung bình và độ lệch chuẩn trong mỗi mẫu. Cách này tính đến việc tham số chưa biết trước. Kết quả AD khoảng 29,40, p sau Holm là 0,0015, nên bác bỏ ứng viên ở mức 5 phần trăm. P gốc nằm ở sàn độ phân giải 0,0005; không được viết bằng không.</a:t>
            </a:r>
          </a:p>
          <a:p xmlns:a="http://schemas.openxmlformats.org/drawingml/2006/main">
            <a:r>
              <a:t>Nguồn: Notebook2; SciPy1.15.3 goodness_of_fit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Biến quan trọng thứ hai là whole weight, luôn dương. Chúng em so sánh hai ứng viên Normal và Lognormal, trong đó Lognormal tương đương kiểm tính chuẩn của log trọng lượng khi location được cố định bằng không. Cả hai đều bị bác bỏ sau điều chỉnh Holm. Việc log biến không tự động làm phân phối phù hợp. Ba p-value bằng nhau trong bảng do đều chạm sàn Monte Carlo, không có nghĩa ba mức sai khác như nhau. Kết luận đúng là các mô hình phân phối đơn giản này chưa mô tả đầy đủ dữ liệu trộn nhiều nhóm; chúng em không tiếp tục tìm đến khi có p đẹp.</a:t>
            </a:r>
          </a:p>
          <a:p xmlns:a="http://schemas.openxmlformats.org/drawingml/2006/main">
            <a:r>
              <a:t>Nguồn: Notebook2; exported fitted densities and observed bin densities.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Tiếp theo là ba câu hỏi kiểm định đã định trước. Thứ nhất, Welch t-test hai phía kiểm trung bình Rings giữa M và F, cho phép phương sai khác nhau. Thứ hai, Chi-square kiểm độc lập giữa nhóm và dải Rings 1 đến 8, 9 đến 10, từ 11 trở lên; các dải này xuất hiện trong codebook, không được nhận là ngưỡng tuổi sinh học chính thức. Thứ ba, Welch ANOVA kiểm trung bình Length của cả ba nhóm. ANOVA cổ điển dùng tỷ số mean square giữa nhóm và trong nhóm với giả định phương sai chung; Welch điều chỉnh khi phương sai khác nhau. Chúng em đặt alpha bằng 0,05 và dùng Holm cho ba câu hỏi chính. Mọi phương pháp vẫn cần giả định độc lập; dữ liệu thiếu site và batch ID nên giới hạn này còn tồn tại.</a:t>
            </a:r>
          </a:p>
          <a:p xmlns:a="http://schemas.openxmlformats.org/drawingml/2006/main">
            <a:r>
              <a:t>Nguồn: Notebook3; SciPy Welch t-test, statsmodels anova_oneway.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Cả ba kiểm định chính đều bác bỏ giả thuyết không sau Holm, nhưng cần đọc cả độ lớn. Chênh lệch Rings trung bình M trừ F khoảng âm 0,355 vòng; khoảng tin cậy 95 phần trăm từ âm 0,606 đến âm 0,103. Chênh lệch này nhỏ hơn nhiều độ biến động giữa từng cá thể. Chi-square có Cramér V khoảng 0,372, và tần số kỳ vọng nhỏ nhất khoảng 334,7 nên không gặp bảng thưa. Welch ANOVA cho thấy Length khác nhóm; report tiếp tục so từng cặp với Holm riêng sau phép kiểm tổng thể. Những p rất nhỏ là bằng chứng thống kê trong mẫu, không phải xác suất giả thuyết không đúng và không chứng minh nguyên nhân.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Pearson đo liên hệ tuyến tính, còn Spearman đo liên hệ thứ hạng đơn điệu. Rings có nhiều giá trị bằng nhau nên Spearman dùng hạng trung bình cho ties. Chúng em tính hai ma trận trên biến số gốc và không mã hóa M, F, I thành thứ tự giả. Trên slide là Spearman; report có cả hai heatmap màu, số cụ thể và cỡ mẫu theo cặp. Shell weight có liên hệ thứ hạng với Rings khoảng 0,693, còn Pearson khoảng 0,628. Đây là tương quan cận biên, không phải độ quan trọng độc lập trong mô hình nhiều biến.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Scatter này giúp đọc ý nghĩa của hệ số tương quan. Shell weight tăng thường đi cùng số vòng tăng, nhưng nhiều cá thể có cùng trọng lượng gần nhau vẫn có Rings khác nhau. Các điểm chồng vì Rings là số nguyên; notebook có độ trong suốt và đường fit mô tả. Mối liên hệ có thể đơn điệu hơn là tuyến tính hoàn hảo, phù hợp với việc Spearman cao hơn Pearson. Chúng em cũng thấy chiều dài và đường kính chia sẻ thông tin kích thước, gợi ý đa cộng tuyến. Shell weight là phép đo thành phần; không nên mô tả toàn bộ quy trình là không phá hủy mẫu.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Mô hình hồi quy tuyến tính đa biến mô tả Rings bằng intercept và tổng các đóng góp beta nhân predictor. Baseline chỉ dự đoán trung bình train. Mô hình gọn dùng nhóm, ba kích thước và trọng lượng toàn phần; mô hình đầy đủ dùng tám đầu vào gốc. Nhóm được mã hóa bằng hai dummy, lấy F làm tham chiếu. Median và scaler đều được fit mới trong mỗi fold. Chúng em dùng năm fold giống nhau cho các phương án, rồi đánh giá các mô hình đã định trên test. Biến tuổi tính từ Rings cộng 1,5 bị loại khỏi đầu vào vì chứa trực tiếp đáp án. Hệ số được diễn giải trên thang chuẩn hóa, còn CSV có thêm hệ số theo thang lưu trữ để kiểm phương trình.</a:t>
            </a:r>
          </a:p>
          <a:p xmlns:a="http://schemas.openxmlformats.org/drawingml/2006/main">
            <a:r>
              <a:t>Nguồn: Notebook5; scikit-learn1.6 common pitfalls and pipeline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Trên 836 dòng test, baseline có RMSE khoảng 3,27 vòng, compact khoảng 2,58 và full khoảng 2,25. Như vậy full giảm RMSE khoảng 31,1 phần trăm so baseline, với MAE khoảng 1,60 vòng và R bình phương khoảng 0,526. Chúng em tính bằng dự đoán liên tục gốc, không làm tròn hay cắt miền để cải thiện metric. Có một dự đoán ngoài miền Rings quan sát. Chẩn đoán trên train cho thấy VIF cao và phương sai phần dư không hằng; vì vậy dùng HC3 cho khoảng tin cậy hệ số, nhưng HC3 không sửa quan hệ phi tuyến. Có 212 dòng vượt ngưỡng Cook 4 trên n. Phân tích độ nhạy chỉ lọc inner train và giữ validation, còn mô hình chính giữ các dòng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Trong một phút demo, trước hết em mở notebook mục một để chỉ checksum nguồn và bảng chỉ số train, test đã lưu. Tiếp theo ở mục ba, em chỉ bảng kiểm định, p Holm và khoảng tin cậy chênh lệch M trừ F. Điều này cho thấy kết luận không chỉ lấy từ một p-value. Ở mục năm, em mở pipeline gồm imputer, scaler và hồi quy bên trong vòng lặp cross validation, rồi chỉ CSV dự đoán test. Cuối cùng, em mở summary để chứng minh report và slide cùng đọc kết quả đã xuất, không tính lại theo một cách khác. Nếu chạy trực tiếp gặp lỗi, nhóm dùng ngay output đã lưu; không cài thư viện hoặc tải nguồn trong lúc quay.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Ba kết luận chính là: các phân phối ứng viên bị bác bỏ; nhóm và phép đo có liên hệ với Rings; hồi quy đầy đủ cải thiện dự đoán nhưng còn sai số đáng kể. Lấy mẫu lịch sử, thiếu site ID, đa cộng tuyến và hình dạng phần dư hạn chế việc khái quát. Chúng em không suy từ liên hệ và hiệu quả dự đoán sang nguyên nhân sinh học.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dùng khi vấn đáp. Giải thích Welch t là chênh lệch trung bình chia sai số chuẩn cho phép hai phương sai khác nhau; Chi-square cộng (O−E) bình phương trên E; ANOVA cổ điển là mean square giữa chia trong nhóm. Holm kiểm soát ba giả thuyết chính. Khoảng tin cậy Welch trong bảng là 95 phần trăm riêng lẻ; chỉ p-value được điều chỉnh gia đình. P-value không phải xác suất H0 đúng.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chẩn đoán. Rank 10 trên 10 nghĩa thiết kế không suy biến chính xác, nhưng VIF cao vẫn phản ánh đa cộng tuyến. Breusch–Pagan có p khoảng 1,44 nhân 10 mũ âm 78. HC3 xử lý covariance dưới phương sai thay đổi, không sửa phụ thuộc cụm hay quan hệ phi tuyến. Cook là ảnh hưởng phụ thuộc mô hình, không phải chứng minh một quan sát sai. So hệ số sau sensitivity bằng thang gốc vì scaler đã thay đổi.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Nguồn chính gồm bộ dữ liệu Nash và cộng sự trên UCI, codebook giữ nguyên, SciPy cho kiểm định và goodness of fit, statsmodels cho Welch ANOVA, HC3 và influence, scikit-learn cho pipeline và đánh giá. Phiên bản thực tế được khóa trong requirements và manifest. Nhóm cần dẫn nguồn, hiểu phương pháp và xác nhận đóng góp thực tế trước khi nộp.</a:t>
            </a:r>
          </a:p>
          <a:p xmlns:a="http://schemas.openxmlformats.org/drawingml/2006/main">
            <a:r>
              <a:t>Nguồn: Primary sources listed on this slide and in report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2b30e73ae743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367602dc7840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7993786d5e48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5fd10bcfb24b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6a8b80a0b645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3c535744194c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1A499F-114A-495A-A939-3F901BB47C7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58FCFF-B3DD-40A8-BE5F-CFC0AB9D2A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64E419C-2370-4AA1-871B-10DCB6DBC8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9E7320-258A-41CA-A056-267E5AA76F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AA4553C-1705-4EA4-BF84-ADAD9512FA0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29BB310-26D0-40DD-8A14-C3D5501CAE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47A56C-537F-4098-817A-2892F78E19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9734AEE-2FA5-43AE-A82E-02D7C14302B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FCA18D-F390-4320-B1AA-CE5F8EBE2C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AB29A7-2D08-47D5-9FDC-E9B297997C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0788972ad14114" /><Relationship Type="http://schemas.openxmlformats.org/officeDocument/2006/relationships/slideLayout" Target="/ppt/slideLayouts/slideLayout1.xml" Id="R1d97371d34934a3b" /><Relationship Type="http://schemas.openxmlformats.org/officeDocument/2006/relationships/slideLayout" Target="/ppt/slideLayouts/slideLayout2.xml" Id="R4a5105243fb145d2" /><Relationship Type="http://schemas.openxmlformats.org/officeDocument/2006/relationships/slideLayout" Target="/ppt/slideLayouts/slideLayout3.xml" Id="Rcc62ae48d2794150" /><Relationship Type="http://schemas.openxmlformats.org/officeDocument/2006/relationships/slideLayout" Target="/ppt/slideLayouts/slideLayout4.xml" Id="R2ce94324f2ba4577" /><Relationship Type="http://schemas.openxmlformats.org/officeDocument/2006/relationships/slideLayout" Target="/ppt/slideLayouts/slideLayout5.xml" Id="R05a6cce94d6641a7" /><Relationship Type="http://schemas.openxmlformats.org/officeDocument/2006/relationships/slideLayout" Target="/ppt/slideLayouts/slideLayout6.xml" Id="R960ee0c062e040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97371d34934a3b"/>
    <p:sldLayoutId xmlns:r="http://schemas.openxmlformats.org/officeDocument/2006/relationships" id="2147483650" r:id="R4a5105243fb145d2"/>
    <p:sldLayoutId xmlns:r="http://schemas.openxmlformats.org/officeDocument/2006/relationships" id="2147483651" r:id="Rcc62ae48d2794150"/>
    <p:sldLayoutId xmlns:r="http://schemas.openxmlformats.org/officeDocument/2006/relationships" id="2147483652" r:id="R2ce94324f2ba4577"/>
    <p:sldLayoutId xmlns:r="http://schemas.openxmlformats.org/officeDocument/2006/relationships" id="2147483653" r:id="R05a6cce94d6641a7"/>
    <p:sldLayoutId xmlns:r="http://schemas.openxmlformats.org/officeDocument/2006/relationships" id="2147483654" r:id="R960ee0c062e040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5dde01f09e485a" /><Relationship Type="http://schemas.openxmlformats.org/officeDocument/2006/relationships/image" Target="/ppt/media/image.png" Id="Rbf9a3d14ca4d4e44" /><Relationship Type="http://schemas.openxmlformats.org/officeDocument/2006/relationships/notesSlide" Target="/ppt/notesSlides/notesSlide1.xml" Id="R62cde7603cb248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98430aebc34ed0" /><Relationship Type="http://schemas.openxmlformats.org/officeDocument/2006/relationships/image" Target="/ppt/media/image2.png" Id="Rf475d070d2284b5c" /><Relationship Type="http://schemas.openxmlformats.org/officeDocument/2006/relationships/notesSlide" Target="/ppt/notesSlides/notesSlide2.xml" Id="R5e71bc667ec346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5168587255842e6" /><Relationship Type="http://schemas.openxmlformats.org/officeDocument/2006/relationships/image" Target="/ppt/media/image3.png" Id="R858e17e61cc7401a" /><Relationship Type="http://schemas.openxmlformats.org/officeDocument/2006/relationships/notesSlide" Target="/ppt/notesSlides/notesSlide3.xml" Id="R2b8587fd9e9b43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6a8c1a92484519" /><Relationship Type="http://schemas.openxmlformats.org/officeDocument/2006/relationships/image" Target="/ppt/media/image4.png" Id="R4973d66036b746cc" /><Relationship Type="http://schemas.openxmlformats.org/officeDocument/2006/relationships/notesSlide" Target="/ppt/notesSlides/notesSlide4.xml" Id="R3ab4db5bae2c4a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c6a5c35e9d4cd3" /><Relationship Type="http://schemas.openxmlformats.org/officeDocument/2006/relationships/image" Target="/ppt/media/image5.png" Id="Rfda2654fc7c14798" /><Relationship Type="http://schemas.openxmlformats.org/officeDocument/2006/relationships/chart" Target="/ppt/slides/charts/chart1.xml" Id="Rfbd713a8dbe440e5" /><Relationship Type="http://schemas.openxmlformats.org/officeDocument/2006/relationships/notesSlide" Target="/ppt/notesSlides/notesSlide5.xml" Id="Rbd760154e1bc4a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1a3a15448bb4fb9" /><Relationship Type="http://schemas.openxmlformats.org/officeDocument/2006/relationships/image" Target="/ppt/media/image6.png" Id="R89f11d61f0394526" /><Relationship Type="http://schemas.openxmlformats.org/officeDocument/2006/relationships/chart" Target="/ppt/slides/charts/chart2.xml" Id="R31b0eb886a7f4631" /><Relationship Type="http://schemas.openxmlformats.org/officeDocument/2006/relationships/notesSlide" Target="/ppt/notesSlides/notesSlide6.xml" Id="Rf662c1c67a8441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593fde8cd04e6c" /><Relationship Type="http://schemas.openxmlformats.org/officeDocument/2006/relationships/image" Target="/ppt/media/image7.png" Id="R7a6f9188627f4e3a" /><Relationship Type="http://schemas.openxmlformats.org/officeDocument/2006/relationships/chart" Target="/ppt/slides/charts/chart3.xml" Id="R34fb6dac91804749" /><Relationship Type="http://schemas.openxmlformats.org/officeDocument/2006/relationships/notesSlide" Target="/ppt/notesSlides/notesSlide7.xml" Id="Re7484729d2b740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f51ef4eb5694943" /><Relationship Type="http://schemas.openxmlformats.org/officeDocument/2006/relationships/image" Target="/ppt/media/image8.png" Id="R2256c60ce2f44c5f" /><Relationship Type="http://schemas.openxmlformats.org/officeDocument/2006/relationships/chart" Target="/ppt/slides/charts/chart4.xml" Id="R465edfaa470e4041" /><Relationship Type="http://schemas.openxmlformats.org/officeDocument/2006/relationships/notesSlide" Target="/ppt/notesSlides/notesSlide8.xml" Id="R308e0da81c5845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5f19fed1a14abc" /><Relationship Type="http://schemas.openxmlformats.org/officeDocument/2006/relationships/image" Target="/ppt/media/image9.png" Id="R725914ebe25f4d69" /><Relationship Type="http://schemas.openxmlformats.org/officeDocument/2006/relationships/notesSlide" Target="/ppt/notesSlides/notesSlide9.xml" Id="R9970f9fdf5d64c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d58703139c94bb5" /><Relationship Type="http://schemas.openxmlformats.org/officeDocument/2006/relationships/image" Target="/ppt/media/image10.png" Id="Rce826959140d4af0" /><Relationship Type="http://schemas.openxmlformats.org/officeDocument/2006/relationships/notesSlide" Target="/ppt/notesSlides/notesSlide10.xml" Id="R3834aa4f171840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d9957d856404cce" /><Relationship Type="http://schemas.openxmlformats.org/officeDocument/2006/relationships/image" Target="/ppt/media/image11.png" Id="Rf9219d55f391459d" /><Relationship Type="http://schemas.openxmlformats.org/officeDocument/2006/relationships/notesSlide" Target="/ppt/notesSlides/notesSlide11.xml" Id="Rfa3312e50acd42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04d92e1854a40b2" /><Relationship Type="http://schemas.openxmlformats.org/officeDocument/2006/relationships/image" Target="/ppt/media/image12.png" Id="R97d10f1d045b4aca" /><Relationship Type="http://schemas.openxmlformats.org/officeDocument/2006/relationships/chart" Target="/ppt/slides/charts/chart5.xml" Id="R38a4031a119746a5" /><Relationship Type="http://schemas.openxmlformats.org/officeDocument/2006/relationships/notesSlide" Target="/ppt/notesSlides/notesSlide12.xml" Id="R8536e15384da456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3a301f7c06c4a29" /><Relationship Type="http://schemas.openxmlformats.org/officeDocument/2006/relationships/image" Target="/ppt/media/image13.png" Id="R4b725814a6cf4d11" /><Relationship Type="http://schemas.openxmlformats.org/officeDocument/2006/relationships/notesSlide" Target="/ppt/notesSlides/notesSlide13.xml" Id="Redd0fb7ec6f843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eef1d1baa2c4a0f" /><Relationship Type="http://schemas.openxmlformats.org/officeDocument/2006/relationships/image" Target="/ppt/media/image14.png" Id="R86a7a911072244a7" /><Relationship Type="http://schemas.openxmlformats.org/officeDocument/2006/relationships/chart" Target="/ppt/slides/charts/chart6.xml" Id="R29396b7f5fc54722" /><Relationship Type="http://schemas.openxmlformats.org/officeDocument/2006/relationships/notesSlide" Target="/ppt/notesSlides/notesSlide14.xml" Id="R5e6adc6bd73e4a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ca88c0b4a504619" /><Relationship Type="http://schemas.openxmlformats.org/officeDocument/2006/relationships/image" Target="/ppt/media/image15.png" Id="R0afa43d2fd0e4430" /><Relationship Type="http://schemas.openxmlformats.org/officeDocument/2006/relationships/notesSlide" Target="/ppt/notesSlides/notesSlide15.xml" Id="R1656325afe7a426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2a418de33d7426e" /><Relationship Type="http://schemas.openxmlformats.org/officeDocument/2006/relationships/image" Target="/ppt/media/image16.png" Id="Rb840d673c0644085" /><Relationship Type="http://schemas.openxmlformats.org/officeDocument/2006/relationships/notesSlide" Target="/ppt/notesSlides/notesSlide16.xml" Id="Rd2174cad62bc4b1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2c7cd7d52cf498b" /><Relationship Type="http://schemas.openxmlformats.org/officeDocument/2006/relationships/image" Target="/ppt/media/image17.png" Id="R60cf94dc4c394cdd" /><Relationship Type="http://schemas.openxmlformats.org/officeDocument/2006/relationships/notesSlide" Target="/ppt/notesSlides/notesSlide17.xml" Id="R34cb9245299b46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bf51da23066433a" /><Relationship Type="http://schemas.openxmlformats.org/officeDocument/2006/relationships/image" Target="/ppt/media/image18.png" Id="Rdd10ed379738492b" /><Relationship Type="http://schemas.openxmlformats.org/officeDocument/2006/relationships/notesSlide" Target="/ppt/notesSlides/notesSlide18.xml" Id="R28008b716a8947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77807490e88483d" /><Relationship Type="http://schemas.openxmlformats.org/officeDocument/2006/relationships/image" Target="/ppt/media/image19.png" Id="R6cd517dc2e91487f" /><Relationship Type="http://schemas.openxmlformats.org/officeDocument/2006/relationships/notesSlide" Target="/ppt/notesSlides/notesSlide19.xml" Id="R435be7fc4ac544a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Observed density</c:v>
          </c:tx>
          <c:spPr>
            <a:solidFill xmlns:a="http://schemas.openxmlformats.org/drawingml/2006/main">
              <a:srgbClr val="999999"/>
            </a:solidFill>
            <a:ln xmlns:a="http://schemas.openxmlformats.org/drawingml/2006/main" w="9525">
              <a:solidFill>
                <a:srgbClr val="000000"/>
              </a:solidFill>
              <a:prstDash val="solid"/>
            </a:ln>
          </c:spPr>
          <c:invertIfNegative val="0"/>
          <c:cat>
            <c:numRef>
              <c:f>'Chart Data'!$A$2:$A$26</c:f>
              <c:numCache>
                <c:formatCode>General</c:formatCode>
                <c:ptCount val="25"/>
                <c:pt idx="0">
                  <c:v>0.14</c:v>
                </c:pt>
                <c:pt idx="1">
                  <c:v>0.17</c:v>
                </c:pt>
                <c:pt idx="2">
                  <c:v>0.20</c:v>
                </c:pt>
                <c:pt idx="3">
                  <c:v>0.23</c:v>
                </c:pt>
                <c:pt idx="4">
                  <c:v>0.25</c:v>
                </c:pt>
                <c:pt idx="5">
                  <c:v>0.28</c:v>
                </c:pt>
                <c:pt idx="6">
                  <c:v>0.31</c:v>
                </c:pt>
                <c:pt idx="7">
                  <c:v>0.34</c:v>
                </c:pt>
                <c:pt idx="8">
                  <c:v>0.36</c:v>
                </c:pt>
                <c:pt idx="9">
                  <c:v>0.39</c:v>
                </c:pt>
                <c:pt idx="10">
                  <c:v>0.42</c:v>
                </c:pt>
                <c:pt idx="11">
                  <c:v>0.45</c:v>
                </c:pt>
                <c:pt idx="12">
                  <c:v>0.47</c:v>
                </c:pt>
                <c:pt idx="13">
                  <c:v>0.50</c:v>
                </c:pt>
                <c:pt idx="14">
                  <c:v>0.53</c:v>
                </c:pt>
                <c:pt idx="15">
                  <c:v>0.55</c:v>
                </c:pt>
                <c:pt idx="16">
                  <c:v>0.58</c:v>
                </c:pt>
                <c:pt idx="17">
                  <c:v>0.61</c:v>
                </c:pt>
                <c:pt idx="18">
                  <c:v>0.64</c:v>
                </c:pt>
                <c:pt idx="19">
                  <c:v>0.66</c:v>
                </c:pt>
                <c:pt idx="20">
                  <c:v>0.69</c:v>
                </c:pt>
                <c:pt idx="21">
                  <c:v>0.72</c:v>
                </c:pt>
                <c:pt idx="22">
                  <c:v>0.75</c:v>
                </c:pt>
                <c:pt idx="23">
                  <c:v>0.77</c:v>
                </c:pt>
                <c:pt idx="24">
                  <c:v>0.80</c:v>
                </c:pt>
              </c:numCache>
            </c:numRef>
          </c:cat>
          <c: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bin centre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length</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Data'!$A$2:$A$4</c:f>
              <c:strCache>
                <c:ptCount val="3"/>
                <c:pt idx="0">
                  <c:v>F
n=1046</c:v>
                </c:pt>
                <c:pt idx="1">
                  <c:v>I
n=1073</c:v>
                </c:pt>
                <c:pt idx="2">
                  <c:v>M
n=1222</c:v>
                </c:pt>
              </c:strCache>
            </c:strRef>
          </c:cat>
          <c:val>
            <c:numRef>
              <c:f>'Chart Data'!$B$2:$B$4</c:f>
              <c:numCache>
                <c:formatCode>General</c:formatCode>
                <c:ptCount val="3"/>
                <c:pt idx="0">
                  <c:v>0.578685468451</c:v>
                </c:pt>
                <c:pt idx="1">
                  <c:v>0.426775396086</c:v>
                </c:pt>
                <c:pt idx="2">
                  <c:v>0.562708674304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group (I = infant)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bin densities</c:v>
          </c:tx>
          <c:spPr>
            <a:solidFill xmlns:a="http://schemas.openxmlformats.org/drawingml/2006/main">
              <a:srgbClr val="888888"/>
            </a:solidFill>
            <a:ln xmlns:a="http://schemas.openxmlformats.org/drawingml/2006/main" w="0">
              <a:noFill/>
            </a:ln>
          </c:spPr>
          <c:marker>
            <c:symbol val="circle"/>
            <c:size val="5"/>
            <c:spPr>
              <a:solidFill xmlns:a="http://schemas.openxmlformats.org/drawingml/2006/main">
                <a:srgbClr val="888888"/>
              </a:solidFill>
            </c:spPr>
          </c:marker>
          <c:xVal>
            <c:numRef>
              <c:f>'Chart Data'!$A$2:$A$26</c:f>
              <c:numCache>
                <c:formatCode>General</c:formatCode>
                <c:ptCount val="25"/>
                <c:pt idx="0">
                  <c:v>0.1437</c:v>
                </c:pt>
                <c:pt idx="1">
                  <c:v>0.1711</c:v>
                </c:pt>
                <c:pt idx="2">
                  <c:v>0.1985</c:v>
                </c:pt>
                <c:pt idx="3">
                  <c:v>0.2259</c:v>
                </c:pt>
                <c:pt idx="4">
                  <c:v>0.2533</c:v>
                </c:pt>
                <c:pt idx="5">
                  <c:v>0.2807</c:v>
                </c:pt>
                <c:pt idx="6">
                  <c:v>0.3081</c:v>
                </c:pt>
                <c:pt idx="7">
                  <c:v>0.3355</c:v>
                </c:pt>
                <c:pt idx="8">
                  <c:v>0.3629</c:v>
                </c:pt>
                <c:pt idx="9">
                  <c:v>0.3903</c:v>
                </c:pt>
                <c:pt idx="10">
                  <c:v>0.4177</c:v>
                </c:pt>
                <c:pt idx="11">
                  <c:v>0.4451</c:v>
                </c:pt>
                <c:pt idx="12">
                  <c:v>0.4725</c:v>
                </c:pt>
                <c:pt idx="13">
                  <c:v>0.4999</c:v>
                </c:pt>
                <c:pt idx="14">
                  <c:v>0.5273</c:v>
                </c:pt>
                <c:pt idx="15">
                  <c:v>0.5547</c:v>
                </c:pt>
                <c:pt idx="16">
                  <c:v>0.5821</c:v>
                </c:pt>
                <c:pt idx="17">
                  <c:v>0.6095</c:v>
                </c:pt>
                <c:pt idx="18">
                  <c:v>0.6369</c:v>
                </c:pt>
                <c:pt idx="19">
                  <c:v>0.6643</c:v>
                </c:pt>
                <c:pt idx="20">
                  <c:v>0.6917</c:v>
                </c:pt>
                <c:pt idx="21">
                  <c:v>0.7191</c:v>
                </c:pt>
                <c:pt idx="22">
                  <c:v>0.7465</c:v>
                </c:pt>
                <c:pt idx="23">
                  <c:v>0.7739</c:v>
                </c:pt>
                <c:pt idx="24">
                  <c:v>0.8013</c:v>
                </c:pt>
              </c:numCache>
            </c:numRef>
          </c:xVal>
          <c:y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yVal>
        </c:ser>
        <c:ser>
          <c:idx val="1"/>
          <c:order val="1"/>
          <c:tx>
            <c:v>Fitted Normal</c:v>
          </c:tx>
          <c:spPr>
            <a:solidFill xmlns:a="http://schemas.openxmlformats.org/drawingml/2006/main">
              <a:srgbClr val="000000"/>
            </a:solidFill>
            <a:ln xmlns:a="http://schemas.openxmlformats.org/drawingml/2006/main" w="19050">
              <a:solidFill>
                <a:srgbClr val="000000"/>
              </a:solidFill>
              <a:prstDash val="solid"/>
            </a:ln>
          </c:spPr>
          <c:marker>
            <c:symbol val="none"/>
          </c:marker>
          <c:xVal>
            <c:numRef>
              <c:f>'Chart Data'!$C$2:$C$151</c:f>
              <c:numCache>
                <c:formatCode>General</c:formatCode>
                <c:ptCount val="150"/>
                <c:pt idx="0">
                  <c:v>0.13</c:v>
                </c:pt>
                <c:pt idx="1">
                  <c:v>0.134597315436</c:v>
                </c:pt>
                <c:pt idx="2">
                  <c:v>0.139194630872</c:v>
                </c:pt>
                <c:pt idx="3">
                  <c:v>0.143791946309</c:v>
                </c:pt>
                <c:pt idx="4">
                  <c:v>0.148389261745</c:v>
                </c:pt>
                <c:pt idx="5">
                  <c:v>0.152986577181</c:v>
                </c:pt>
                <c:pt idx="6">
                  <c:v>0.157583892617</c:v>
                </c:pt>
                <c:pt idx="7">
                  <c:v>0.162181208054</c:v>
                </c:pt>
                <c:pt idx="8">
                  <c:v>0.16677852349</c:v>
                </c:pt>
                <c:pt idx="9">
                  <c:v>0.171375838926</c:v>
                </c:pt>
                <c:pt idx="10">
                  <c:v>0.175973154362</c:v>
                </c:pt>
                <c:pt idx="11">
                  <c:v>0.180570469799</c:v>
                </c:pt>
                <c:pt idx="12">
                  <c:v>0.185167785235</c:v>
                </c:pt>
                <c:pt idx="13">
                  <c:v>0.189765100671</c:v>
                </c:pt>
                <c:pt idx="14">
                  <c:v>0.194362416107</c:v>
                </c:pt>
                <c:pt idx="15">
                  <c:v>0.198959731544</c:v>
                </c:pt>
                <c:pt idx="16">
                  <c:v>0.20355704698</c:v>
                </c:pt>
                <c:pt idx="17">
                  <c:v>0.208154362416</c:v>
                </c:pt>
                <c:pt idx="18">
                  <c:v>0.212751677852</c:v>
                </c:pt>
                <c:pt idx="19">
                  <c:v>0.217348993289</c:v>
                </c:pt>
                <c:pt idx="20">
                  <c:v>0.221946308725</c:v>
                </c:pt>
                <c:pt idx="21">
                  <c:v>0.226543624161</c:v>
                </c:pt>
                <c:pt idx="22">
                  <c:v>0.231140939597</c:v>
                </c:pt>
                <c:pt idx="23">
                  <c:v>0.235738255034</c:v>
                </c:pt>
                <c:pt idx="24">
                  <c:v>0.24033557047</c:v>
                </c:pt>
                <c:pt idx="25">
                  <c:v>0.244932885906</c:v>
                </c:pt>
                <c:pt idx="26">
                  <c:v>0.249530201342</c:v>
                </c:pt>
                <c:pt idx="27">
                  <c:v>0.254127516779</c:v>
                </c:pt>
                <c:pt idx="28">
                  <c:v>0.258724832215</c:v>
                </c:pt>
                <c:pt idx="29">
                  <c:v>0.263322147651</c:v>
                </c:pt>
                <c:pt idx="30">
                  <c:v>0.267919463087</c:v>
                </c:pt>
                <c:pt idx="31">
                  <c:v>0.272516778523</c:v>
                </c:pt>
                <c:pt idx="32">
                  <c:v>0.27711409396</c:v>
                </c:pt>
                <c:pt idx="33">
                  <c:v>0.281711409396</c:v>
                </c:pt>
                <c:pt idx="34">
                  <c:v>0.286308724832</c:v>
                </c:pt>
                <c:pt idx="35">
                  <c:v>0.290906040268</c:v>
                </c:pt>
                <c:pt idx="36">
                  <c:v>0.295503355705</c:v>
                </c:pt>
                <c:pt idx="37">
                  <c:v>0.300100671141</c:v>
                </c:pt>
                <c:pt idx="38">
                  <c:v>0.304697986577</c:v>
                </c:pt>
                <c:pt idx="39">
                  <c:v>0.309295302013</c:v>
                </c:pt>
                <c:pt idx="40">
                  <c:v>0.31389261745</c:v>
                </c:pt>
                <c:pt idx="41">
                  <c:v>0.318489932886</c:v>
                </c:pt>
                <c:pt idx="42">
                  <c:v>0.323087248322</c:v>
                </c:pt>
                <c:pt idx="43">
                  <c:v>0.327684563758</c:v>
                </c:pt>
                <c:pt idx="44">
                  <c:v>0.332281879195</c:v>
                </c:pt>
                <c:pt idx="45">
                  <c:v>0.336879194631</c:v>
                </c:pt>
                <c:pt idx="46">
                  <c:v>0.341476510067</c:v>
                </c:pt>
                <c:pt idx="47">
                  <c:v>0.346073825503</c:v>
                </c:pt>
                <c:pt idx="48">
                  <c:v>0.35067114094</c:v>
                </c:pt>
                <c:pt idx="49">
                  <c:v>0.355268456376</c:v>
                </c:pt>
                <c:pt idx="50">
                  <c:v>0.359865771812</c:v>
                </c:pt>
                <c:pt idx="51">
                  <c:v>0.364463087248</c:v>
                </c:pt>
                <c:pt idx="52">
                  <c:v>0.369060402685</c:v>
                </c:pt>
                <c:pt idx="53">
                  <c:v>0.373657718121</c:v>
                </c:pt>
                <c:pt idx="54">
                  <c:v>0.378255033557</c:v>
                </c:pt>
                <c:pt idx="55">
                  <c:v>0.382852348993</c:v>
                </c:pt>
                <c:pt idx="56">
                  <c:v>0.38744966443</c:v>
                </c:pt>
                <c:pt idx="57">
                  <c:v>0.392046979866</c:v>
                </c:pt>
                <c:pt idx="58">
                  <c:v>0.396644295302</c:v>
                </c:pt>
                <c:pt idx="59">
                  <c:v>0.401241610738</c:v>
                </c:pt>
                <c:pt idx="60">
                  <c:v>0.405838926174</c:v>
                </c:pt>
                <c:pt idx="61">
                  <c:v>0.410436241611</c:v>
                </c:pt>
                <c:pt idx="62">
                  <c:v>0.415033557047</c:v>
                </c:pt>
                <c:pt idx="63">
                  <c:v>0.419630872483</c:v>
                </c:pt>
                <c:pt idx="64">
                  <c:v>0.424228187919</c:v>
                </c:pt>
                <c:pt idx="65">
                  <c:v>0.428825503356</c:v>
                </c:pt>
                <c:pt idx="66">
                  <c:v>0.433422818792</c:v>
                </c:pt>
                <c:pt idx="67">
                  <c:v>0.438020134228</c:v>
                </c:pt>
                <c:pt idx="68">
                  <c:v>0.442617449664</c:v>
                </c:pt>
                <c:pt idx="69">
                  <c:v>0.447214765101</c:v>
                </c:pt>
                <c:pt idx="70">
                  <c:v>0.451812080537</c:v>
                </c:pt>
                <c:pt idx="71">
                  <c:v>0.456409395973</c:v>
                </c:pt>
                <c:pt idx="72">
                  <c:v>0.461006711409</c:v>
                </c:pt>
                <c:pt idx="73">
                  <c:v>0.465604026846</c:v>
                </c:pt>
                <c:pt idx="74">
                  <c:v>0.470201342282</c:v>
                </c:pt>
                <c:pt idx="75">
                  <c:v>0.474798657718</c:v>
                </c:pt>
                <c:pt idx="76">
                  <c:v>0.479395973154</c:v>
                </c:pt>
                <c:pt idx="77">
                  <c:v>0.483993288591</c:v>
                </c:pt>
                <c:pt idx="78">
                  <c:v>0.488590604027</c:v>
                </c:pt>
                <c:pt idx="79">
                  <c:v>0.493187919463</c:v>
                </c:pt>
                <c:pt idx="80">
                  <c:v>0.497785234899</c:v>
                </c:pt>
                <c:pt idx="81">
                  <c:v>0.502382550336</c:v>
                </c:pt>
                <c:pt idx="82">
                  <c:v>0.506979865772</c:v>
                </c:pt>
                <c:pt idx="83">
                  <c:v>0.511577181208</c:v>
                </c:pt>
                <c:pt idx="84">
                  <c:v>0.516174496644</c:v>
                </c:pt>
                <c:pt idx="85">
                  <c:v>0.520771812081</c:v>
                </c:pt>
                <c:pt idx="86">
                  <c:v>0.525369127517</c:v>
                </c:pt>
                <c:pt idx="87">
                  <c:v>0.529966442953</c:v>
                </c:pt>
                <c:pt idx="88">
                  <c:v>0.534563758389</c:v>
                </c:pt>
                <c:pt idx="89">
                  <c:v>0.539161073826</c:v>
                </c:pt>
                <c:pt idx="90">
                  <c:v>0.543758389262</c:v>
                </c:pt>
                <c:pt idx="91">
                  <c:v>0.548355704698</c:v>
                </c:pt>
                <c:pt idx="92">
                  <c:v>0.552953020134</c:v>
                </c:pt>
                <c:pt idx="93">
                  <c:v>0.55755033557</c:v>
                </c:pt>
                <c:pt idx="94">
                  <c:v>0.562147651007</c:v>
                </c:pt>
                <c:pt idx="95">
                  <c:v>0.566744966443</c:v>
                </c:pt>
                <c:pt idx="96">
                  <c:v>0.571342281879</c:v>
                </c:pt>
                <c:pt idx="97">
                  <c:v>0.575939597315</c:v>
                </c:pt>
                <c:pt idx="98">
                  <c:v>0.580536912752</c:v>
                </c:pt>
                <c:pt idx="99">
                  <c:v>0.585134228188</c:v>
                </c:pt>
                <c:pt idx="100">
                  <c:v>0.589731543624</c:v>
                </c:pt>
                <c:pt idx="101">
                  <c:v>0.59432885906</c:v>
                </c:pt>
                <c:pt idx="102">
                  <c:v>0.598926174497</c:v>
                </c:pt>
                <c:pt idx="103">
                  <c:v>0.603523489933</c:v>
                </c:pt>
                <c:pt idx="104">
                  <c:v>0.608120805369</c:v>
                </c:pt>
                <c:pt idx="105">
                  <c:v>0.612718120805</c:v>
                </c:pt>
                <c:pt idx="106">
                  <c:v>0.617315436242</c:v>
                </c:pt>
                <c:pt idx="107">
                  <c:v>0.621912751678</c:v>
                </c:pt>
                <c:pt idx="108">
                  <c:v>0.626510067114</c:v>
                </c:pt>
                <c:pt idx="109">
                  <c:v>0.63110738255</c:v>
                </c:pt>
                <c:pt idx="110">
                  <c:v>0.635704697987</c:v>
                </c:pt>
                <c:pt idx="111">
                  <c:v>0.640302013423</c:v>
                </c:pt>
                <c:pt idx="112">
                  <c:v>0.644899328859</c:v>
                </c:pt>
                <c:pt idx="113">
                  <c:v>0.649496644295</c:v>
                </c:pt>
                <c:pt idx="114">
                  <c:v>0.654093959732</c:v>
                </c:pt>
                <c:pt idx="115">
                  <c:v>0.658691275168</c:v>
                </c:pt>
                <c:pt idx="116">
                  <c:v>0.663288590604</c:v>
                </c:pt>
                <c:pt idx="117">
                  <c:v>0.66788590604</c:v>
                </c:pt>
                <c:pt idx="118">
                  <c:v>0.672483221477</c:v>
                </c:pt>
                <c:pt idx="119">
                  <c:v>0.677080536913</c:v>
                </c:pt>
                <c:pt idx="120">
                  <c:v>0.681677852349</c:v>
                </c:pt>
                <c:pt idx="121">
                  <c:v>0.686275167785</c:v>
                </c:pt>
                <c:pt idx="122">
                  <c:v>0.690872483221</c:v>
                </c:pt>
                <c:pt idx="123">
                  <c:v>0.695469798658</c:v>
                </c:pt>
                <c:pt idx="124">
                  <c:v>0.700067114094</c:v>
                </c:pt>
                <c:pt idx="125">
                  <c:v>0.70466442953</c:v>
                </c:pt>
                <c:pt idx="126">
                  <c:v>0.709261744966</c:v>
                </c:pt>
                <c:pt idx="127">
                  <c:v>0.713859060403</c:v>
                </c:pt>
                <c:pt idx="128">
                  <c:v>0.718456375839</c:v>
                </c:pt>
                <c:pt idx="129">
                  <c:v>0.723053691275</c:v>
                </c:pt>
                <c:pt idx="130">
                  <c:v>0.727651006711</c:v>
                </c:pt>
                <c:pt idx="131">
                  <c:v>0.732248322148</c:v>
                </c:pt>
                <c:pt idx="132">
                  <c:v>0.736845637584</c:v>
                </c:pt>
                <c:pt idx="133">
                  <c:v>0.74144295302</c:v>
                </c:pt>
                <c:pt idx="134">
                  <c:v>0.746040268456</c:v>
                </c:pt>
                <c:pt idx="135">
                  <c:v>0.750637583893</c:v>
                </c:pt>
                <c:pt idx="136">
                  <c:v>0.755234899329</c:v>
                </c:pt>
                <c:pt idx="137">
                  <c:v>0.759832214765</c:v>
                </c:pt>
                <c:pt idx="138">
                  <c:v>0.764429530201</c:v>
                </c:pt>
                <c:pt idx="139">
                  <c:v>0.769026845638</c:v>
                </c:pt>
                <c:pt idx="140">
                  <c:v>0.773624161074</c:v>
                </c:pt>
                <c:pt idx="141">
                  <c:v>0.77822147651</c:v>
                </c:pt>
                <c:pt idx="142">
                  <c:v>0.782818791946</c:v>
                </c:pt>
                <c:pt idx="143">
                  <c:v>0.787416107383</c:v>
                </c:pt>
                <c:pt idx="144">
                  <c:v>0.792013422819</c:v>
                </c:pt>
                <c:pt idx="145">
                  <c:v>0.796610738255</c:v>
                </c:pt>
                <c:pt idx="146">
                  <c:v>0.801208053691</c:v>
                </c:pt>
                <c:pt idx="147">
                  <c:v>0.805805369128</c:v>
                </c:pt>
                <c:pt idx="148">
                  <c:v>0.810402684564</c:v>
                </c:pt>
                <c:pt idx="149">
                  <c:v>0.815</c:v>
                </c:pt>
              </c:numCache>
            </c:numRef>
          </c:xVal>
          <c:yVal>
            <c:numRef>
              <c:f>'Chart Data'!$D$2:$D$151</c:f>
              <c:numCache>
                <c:formatCode>General</c:formatCode>
                <c:ptCount val="150"/>
                <c:pt idx="0">
                  <c:v>0.0149199118928</c:v>
                </c:pt>
                <c:pt idx="1">
                  <c:v>0.0169140590036</c:v>
                </c:pt>
                <c:pt idx="2">
                  <c:v>0.0191465298743</c:v>
                </c:pt>
                <c:pt idx="3">
                  <c:v>0.0216417788999</c:v>
                </c:pt>
                <c:pt idx="4">
                  <c:v>0.0244262325561</c:v>
                </c:pt>
                <c:pt idx="5">
                  <c:v>0.027528380913</c:v>
                </c:pt>
                <c:pt idx="6">
                  <c:v>0.030978864861</c:v>
                </c:pt>
                <c:pt idx="7">
                  <c:v>0.0348105576785</c:v>
                </c:pt>
                <c:pt idx="8">
                  <c:v>0.0390586394616</c:v>
                </c:pt>
                <c:pt idx="9">
                  <c:v>0.0437606628228</c:v>
                </c:pt>
                <c:pt idx="10">
                  <c:v>0.0489566081668</c:v>
                </c:pt>
                <c:pt idx="11">
                  <c:v>0.0546889267548</c:v>
                </c:pt>
                <c:pt idx="12">
                  <c:v>0.0610025696868</c:v>
                </c:pt>
                <c:pt idx="13">
                  <c:v>0.0679450008607</c:v>
                </c:pt>
                <c:pt idx="14">
                  <c:v>0.0755661919119</c:v>
                </c:pt>
                <c:pt idx="15">
                  <c:v>0.0839185971027</c:v>
                </c:pt>
                <c:pt idx="16">
                  <c:v>0.0930571061155</c:v>
                </c:pt>
                <c:pt idx="17">
                  <c:v>0.103038972711</c:v>
                </c:pt>
                <c:pt idx="18">
                  <c:v>0.11392371725</c:v>
                </c:pt>
                <c:pt idx="19">
                  <c:v>0.125773001142</c:v>
                </c:pt>
                <c:pt idx="20">
                  <c:v>0.138650471375</c:v>
                </c:pt>
                <c:pt idx="21">
                  <c:v>0.15262157341</c:v>
                </c:pt>
                <c:pt idx="22">
                  <c:v>0.167753330889</c:v>
                </c:pt>
                <c:pt idx="23">
                  <c:v>0.184114090801</c:v>
                </c:pt>
                <c:pt idx="24">
                  <c:v>0.201773232989</c:v>
                </c:pt>
                <c:pt idx="25">
                  <c:v>0.220800843141</c:v>
                </c:pt>
                <c:pt idx="26">
                  <c:v>0.241267348749</c:v>
                </c:pt>
                <c:pt idx="27">
                  <c:v>0.26324311783</c:v>
                </c:pt>
                <c:pt idx="28">
                  <c:v>0.286798020608</c:v>
                </c:pt>
                <c:pt idx="29">
                  <c:v>0.312000954776</c:v>
                </c:pt>
                <c:pt idx="30">
                  <c:v>0.338919335389</c:v>
                </c:pt>
                <c:pt idx="31">
                  <c:v>0.367618550927</c:v>
                </c:pt>
                <c:pt idx="32">
                  <c:v>0.398161387556</c:v>
                </c:pt>
                <c:pt idx="33">
                  <c:v>0.43060742415</c:v>
                </c:pt>
                <c:pt idx="34">
                  <c:v>0.465012401146</c:v>
                </c:pt>
                <c:pt idx="35">
                  <c:v>0.501427566859</c:v>
                </c:pt>
                <c:pt idx="36">
                  <c:v>0.539899005416</c:v>
                </c:pt>
                <c:pt idx="37">
                  <c:v>0.580466951011</c:v>
                </c:pt>
                <c:pt idx="38">
                  <c:v>0.623165093674</c:v>
                </c:pt>
                <c:pt idx="39">
                  <c:v>0.668019882272</c:v>
                </c:pt>
                <c:pt idx="40">
                  <c:v>0.715049830908</c:v>
                </c:pt>
                <c:pt idx="41">
                  <c:v>0.764264835299</c:v>
                </c:pt>
                <c:pt idx="42">
                  <c:v>0.8156655061</c:v>
                </c:pt>
                <c:pt idx="43">
                  <c:v>0.869242526446</c:v>
                </c:pt>
                <c:pt idx="44">
                  <c:v>0.924976041238</c:v>
                </c:pt>
                <c:pt idx="45">
                  <c:v>0.98283508588</c:v>
                </c:pt>
                <c:pt idx="46">
                  <c:v>1.04277706223</c:v>
                </c:pt>
                <c:pt idx="47">
                  <c:v>1.10474726961</c:v>
                </c:pt>
                <c:pt idx="48">
                  <c:v>1.16867849849</c:v>
                </c:pt>
                <c:pt idx="49">
                  <c:v>1.2344906945</c:v>
                </c:pt>
                <c:pt idx="50">
                  <c:v>1.3020906998</c:v>
                </c:pt>
                <c:pt idx="51">
                  <c:v>1.37137207886</c:v>
                </c:pt>
                <c:pt idx="52">
                  <c:v>1.44221503477</c:v>
                </c:pt>
                <c:pt idx="53">
                  <c:v>1.5144864219</c:v>
                </c:pt>
                <c:pt idx="54">
                  <c:v>1.5880398599</c:v>
                </c:pt>
                <c:pt idx="55">
                  <c:v>1.66271595326</c:v>
                </c:pt>
                <c:pt idx="56">
                  <c:v>1.73834261968</c:v>
                </c:pt>
                <c:pt idx="57">
                  <c:v>1.81473552959</c:v>
                </c:pt>
                <c:pt idx="58">
                  <c:v>1.8916986581</c:v>
                </c:pt>
                <c:pt idx="59">
                  <c:v>1.96902494951</c:v>
                </c:pt>
                <c:pt idx="60">
                  <c:v>2.04649709323</c:v>
                </c:pt>
                <c:pt idx="61">
                  <c:v>2.12388840906</c:v>
                </c:pt>
                <c:pt idx="62">
                  <c:v>2.20096383808</c:v>
                </c:pt>
                <c:pt idx="63">
                  <c:v>2.27748103464</c:v>
                </c:pt>
                <c:pt idx="64">
                  <c:v>2.35319155317</c:v>
                </c:pt>
                <c:pt idx="65">
                  <c:v>2.42784212297</c:v>
                </c:pt>
                <c:pt idx="66">
                  <c:v>2.50117600219</c:v>
                </c:pt>
                <c:pt idx="67">
                  <c:v>2.5729344018</c:v>
                </c:pt>
                <c:pt idx="68">
                  <c:v>2.64285796891</c:v>
                </c:pt>
                <c:pt idx="69">
                  <c:v>2.7106883179</c:v>
                </c:pt>
                <c:pt idx="70">
                  <c:v>2.7761695971</c:v>
                </c:pt>
                <c:pt idx="71">
                  <c:v>2.83905007796</c:v>
                </c:pt>
                <c:pt idx="72">
                  <c:v>2.89908375313</c:v>
                </c:pt>
                <c:pt idx="73">
                  <c:v>2.95603192935</c:v>
                </c:pt>
                <c:pt idx="74">
                  <c:v>3.00966480083</c:v>
                </c:pt>
                <c:pt idx="75">
                  <c:v>3.05976298873</c:v>
                </c:pt>
                <c:pt idx="76">
                  <c:v>3.10611903233</c:v>
                </c:pt>
                <c:pt idx="77">
                  <c:v>3.14853881774</c:v>
                </c:pt>
                <c:pt idx="78">
                  <c:v>3.18684293047</c:v>
                </c:pt>
                <c:pt idx="79">
                  <c:v>3.22086791856</c:v>
                </c:pt>
                <c:pt idx="80">
                  <c:v>3.25046745401</c:v>
                </c:pt>
                <c:pt idx="81">
                  <c:v>3.27551338077</c:v>
                </c:pt>
                <c:pt idx="82">
                  <c:v>3.29589663899</c:v>
                </c:pt>
                <c:pt idx="83">
                  <c:v>3.31152805604</c:v>
                </c:pt>
                <c:pt idx="84">
                  <c:v>3.32233899635</c:v>
                </c:pt>
                <c:pt idx="85">
                  <c:v>3.32828186349</c:v>
                </c:pt>
                <c:pt idx="86">
                  <c:v>3.32933044918</c:v>
                </c:pt>
                <c:pt idx="87">
                  <c:v>3.32548012589</c:v>
                </c:pt>
                <c:pt idx="88">
                  <c:v>3.31674788081</c:v>
                </c:pt>
                <c:pt idx="89">
                  <c:v>3.30317219104</c:v>
                </c:pt>
                <c:pt idx="90">
                  <c:v>3.28481274114</c:v>
                </c:pt>
                <c:pt idx="91">
                  <c:v>3.261749986</c:v>
                </c:pt>
                <c:pt idx="92">
                  <c:v>3.23408456356</c:v>
                </c:pt>
                <c:pt idx="93">
                  <c:v>3.20193656326</c:v>
                </c:pt>
                <c:pt idx="94">
                  <c:v>3.16544465774</c:v>
                </c:pt>
                <c:pt idx="95">
                  <c:v>3.12476510662</c:v>
                </c:pt>
                <c:pt idx="96">
                  <c:v>3.08007064222</c:v>
                </c:pt>
                <c:pt idx="97">
                  <c:v>3.03154924849</c:v>
                </c:pt>
                <c:pt idx="98">
                  <c:v>2.97940284516</c:v>
                </c:pt>
                <c:pt idx="99">
                  <c:v>2.92384588994</c:v>
                </c:pt>
                <c:pt idx="100">
                  <c:v>2.86510391239</c:v>
                </c:pt>
                <c:pt idx="101">
                  <c:v>2.80341199333</c:v>
                </c:pt>
                <c:pt idx="102">
                  <c:v>2.73901320424</c:v>
                </c:pt>
                <c:pt idx="103">
                  <c:v>2.67215702093</c:v>
                </c:pt>
                <c:pt idx="104">
                  <c:v>2.60309772593</c:v>
                </c:pt>
                <c:pt idx="105">
                  <c:v>2.53209281386</c:v>
                </c:pt>
                <c:pt idx="106">
                  <c:v>2.45940141346</c:v>
                </c:pt>
                <c:pt idx="107">
                  <c:v>2.38528273967</c:v>
                </c:pt>
                <c:pt idx="108">
                  <c:v>2.30999458842</c:v>
                </c:pt>
                <c:pt idx="109">
                  <c:v>2.23379188595</c:v>
                </c:pt>
                <c:pt idx="110">
                  <c:v>2.15692530358</c:v>
                </c:pt>
                <c:pt idx="111">
                  <c:v>2.07963994799</c:v>
                </c:pt>
                <c:pt idx="112">
                  <c:v>2.00217413577</c:v>
                </c:pt>
                <c:pt idx="113">
                  <c:v>1.92475826008</c:v>
                </c:pt>
                <c:pt idx="114">
                  <c:v>1.84761375583</c:v>
                </c:pt>
                <c:pt idx="115">
                  <c:v>1.77095216868</c:v>
                </c:pt>
                <c:pt idx="116">
                  <c:v>1.69497433201</c:v>
                </c:pt>
                <c:pt idx="117">
                  <c:v>1.61986965449</c:v>
                </c:pt>
                <c:pt idx="118">
                  <c:v>1.54581551997</c:v>
                </c:pt>
                <c:pt idx="119">
                  <c:v>1.47297679985</c:v>
                </c:pt>
                <c:pt idx="120">
                  <c:v>1.40150547745</c:v>
                </c:pt>
                <c:pt idx="121">
                  <c:v>1.33154038218</c:v>
                </c:pt>
                <c:pt idx="122">
                  <c:v>1.26320703086</c:v>
                </c:pt>
                <c:pt idx="123">
                  <c:v>1.19661757224</c:v>
                </c:pt>
                <c:pt idx="124">
                  <c:v>1.13187083013</c:v>
                </c:pt>
                <c:pt idx="125">
                  <c:v>1.06905243961</c:v>
                </c:pt>
                <c:pt idx="126">
                  <c:v>1.00823507034</c:v>
                </c:pt>
                <c:pt idx="127">
                  <c:v>0.949478730345</c:v>
                </c:pt>
                <c:pt idx="128">
                  <c:v>0.892831143081</c:v>
                </c:pt>
                <c:pt idx="129">
                  <c:v>0.838328190582</c:v>
                </c:pt>
                <c:pt idx="130">
                  <c:v>0.785994414878</c:v>
                </c:pt>
                <c:pt idx="131">
                  <c:v>0.735843570016</c:v>
                </c:pt>
                <c:pt idx="132">
                  <c:v>0.687879216836</c:v>
                </c:pt>
                <c:pt idx="133">
                  <c:v>0.642095352782</c:v>
                </c:pt>
                <c:pt idx="134">
                  <c:v>0.598477069116</c:v>
                </c:pt>
                <c:pt idx="135">
                  <c:v>0.557001228163</c:v>
                </c:pt>
                <c:pt idx="136">
                  <c:v>0.517637153467</c:v>
                </c:pt>
                <c:pt idx="137">
                  <c:v>0.480347326124</c:v>
                </c:pt>
                <c:pt idx="138">
                  <c:v>0.445088080913</c:v>
                </c:pt>
                <c:pt idx="139">
                  <c:v>0.41181029635</c:v>
                </c:pt>
                <c:pt idx="140">
                  <c:v>0.380460073204</c:v>
                </c:pt>
                <c:pt idx="141">
                  <c:v>0.350979396598</c:v>
                </c:pt>
                <c:pt idx="142">
                  <c:v>0.323306777263</c:v>
                </c:pt>
                <c:pt idx="143">
                  <c:v>0.297377868135</c:v>
                </c:pt>
                <c:pt idx="144">
                  <c:v>0.273126052942</c:v>
                </c:pt>
                <c:pt idx="145">
                  <c:v>0.250483004031</c:v>
                </c:pt>
                <c:pt idx="146">
                  <c:v>0.229379207171</c:v>
                </c:pt>
                <c:pt idx="147">
                  <c:v>0.209744451582</c:v>
                </c:pt>
                <c:pt idx="148">
                  <c:v>0.191508283939</c:v>
                </c:pt>
                <c:pt idx="149">
                  <c:v>0.17460042555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1"/>
      </c:valAx>
      <c:valAx>
        <c:axId val="48650112"/>
        <c:scaling>
          <c:orientation val="minMax"/>
          <c:max val="0.9"/>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c:v>
          </c:tx>
          <c:spPr>
            <a:solidFill xmlns:a="http://schemas.openxmlformats.org/drawingml/2006/main">
              <a:srgbClr val="999999"/>
            </a:solidFill>
            <a:ln xmlns:a="http://schemas.openxmlformats.org/drawingml/2006/main" w="0">
              <a:noFill/>
            </a:ln>
          </c:spPr>
          <c:marker>
            <c:symbol val="circle"/>
            <c:size val="5"/>
            <c:spPr>
              <a:solidFill xmlns:a="http://schemas.openxmlformats.org/drawingml/2006/main">
                <a:srgbClr val="999999"/>
              </a:solidFill>
            </c:spPr>
          </c:marker>
          <c:xVal>
            <c:numRef>
              <c:f>'Chart Data'!$A$2:$A$26</c:f>
              <c:numCache>
                <c:formatCode>General</c:formatCode>
                <c:ptCount val="25"/>
                <c:pt idx="0">
                  <c:v>0.0668</c:v>
                </c:pt>
                <c:pt idx="1">
                  <c:v>0.1794</c:v>
                </c:pt>
                <c:pt idx="2">
                  <c:v>0.292</c:v>
                </c:pt>
                <c:pt idx="3">
                  <c:v>0.4046</c:v>
                </c:pt>
                <c:pt idx="4">
                  <c:v>0.5172</c:v>
                </c:pt>
                <c:pt idx="5">
                  <c:v>0.6298</c:v>
                </c:pt>
                <c:pt idx="6">
                  <c:v>0.7424</c:v>
                </c:pt>
                <c:pt idx="7">
                  <c:v>0.855</c:v>
                </c:pt>
                <c:pt idx="8">
                  <c:v>0.9676</c:v>
                </c:pt>
                <c:pt idx="9">
                  <c:v>1.0802</c:v>
                </c:pt>
                <c:pt idx="10">
                  <c:v>1.1928</c:v>
                </c:pt>
                <c:pt idx="11">
                  <c:v>1.3054</c:v>
                </c:pt>
                <c:pt idx="12">
                  <c:v>1.418</c:v>
                </c:pt>
                <c:pt idx="13">
                  <c:v>1.5306</c:v>
                </c:pt>
                <c:pt idx="14">
                  <c:v>1.6432</c:v>
                </c:pt>
                <c:pt idx="15">
                  <c:v>1.7558</c:v>
                </c:pt>
                <c:pt idx="16">
                  <c:v>1.8684</c:v>
                </c:pt>
                <c:pt idx="17">
                  <c:v>1.981</c:v>
                </c:pt>
                <c:pt idx="18">
                  <c:v>2.0936</c:v>
                </c:pt>
                <c:pt idx="19">
                  <c:v>2.2062</c:v>
                </c:pt>
                <c:pt idx="20">
                  <c:v>2.3188</c:v>
                </c:pt>
                <c:pt idx="21">
                  <c:v>2.4314</c:v>
                </c:pt>
                <c:pt idx="22">
                  <c:v>2.544</c:v>
                </c:pt>
                <c:pt idx="23">
                  <c:v>2.6566</c:v>
                </c:pt>
                <c:pt idx="24">
                  <c:v>2.7692</c:v>
                </c:pt>
              </c:numCache>
            </c:numRef>
          </c:xVal>
          <c:yVal>
            <c:numRef>
              <c:f>'Chart Data'!$B$2:$B$26</c:f>
              <c:numCache>
                <c:formatCode>General</c:formatCode>
                <c:ptCount val="25"/>
                <c:pt idx="0">
                  <c:v>0.419993163149</c:v>
                </c:pt>
                <c:pt idx="1">
                  <c:v>0.656571590493</c:v>
                </c:pt>
                <c:pt idx="2">
                  <c:v>0.584800606917</c:v>
                </c:pt>
                <c:pt idx="3">
                  <c:v>0.691127989992</c:v>
                </c:pt>
                <c:pt idx="4">
                  <c:v>0.715051651185</c:v>
                </c:pt>
                <c:pt idx="5">
                  <c:v>0.728342574069</c:v>
                </c:pt>
                <c:pt idx="6">
                  <c:v>0.629989744724</c:v>
                </c:pt>
                <c:pt idx="7">
                  <c:v>0.768215342722</c:v>
                </c:pt>
                <c:pt idx="8">
                  <c:v>0.685811620839</c:v>
                </c:pt>
                <c:pt idx="9">
                  <c:v>0.675178882531</c:v>
                </c:pt>
                <c:pt idx="10">
                  <c:v>0.600749714378</c:v>
                </c:pt>
                <c:pt idx="11">
                  <c:v>0.483789592995</c:v>
                </c:pt>
                <c:pt idx="12">
                  <c:v>0.361513102458</c:v>
                </c:pt>
                <c:pt idx="13">
                  <c:v>0.252527534805</c:v>
                </c:pt>
                <c:pt idx="14">
                  <c:v>0.202022027844</c:v>
                </c:pt>
                <c:pt idx="15">
                  <c:v>0.162149259191</c:v>
                </c:pt>
                <c:pt idx="16">
                  <c:v>0.0637964298455</c:v>
                </c:pt>
                <c:pt idx="17">
                  <c:v>0.0664546144224</c:v>
                </c:pt>
                <c:pt idx="18">
                  <c:v>0.0451891378072</c:v>
                </c:pt>
                <c:pt idx="19">
                  <c:v>0.0372145840765</c:v>
                </c:pt>
                <c:pt idx="20">
                  <c:v>0.0159491074614</c:v>
                </c:pt>
                <c:pt idx="21">
                  <c:v>0.00797455373068</c:v>
                </c:pt>
                <c:pt idx="22">
                  <c:v>0.0186072920383</c:v>
                </c:pt>
                <c:pt idx="23">
                  <c:v>0.00265818457689</c:v>
                </c:pt>
                <c:pt idx="24">
                  <c:v>0.00531636915379</c:v>
                </c:pt>
              </c:numCache>
            </c:numRef>
          </c:yVal>
        </c:ser>
        <c:ser>
          <c:idx val="1"/>
          <c:order val="1"/>
          <c:tx>
            <c:v>Normal</c:v>
          </c:tx>
          <c:spPr>
            <a:solidFill xmlns:a="http://schemas.openxmlformats.org/drawingml/2006/main">
              <a:srgbClr val="000000"/>
            </a:solidFill>
            <a:ln xmlns:a="http://schemas.openxmlformats.org/drawingml/2006/main" w="19050">
              <a:solidFill>
                <a:srgbClr val="000000"/>
              </a:solidFill>
              <a:prstDash val="solid"/>
            </a:ln>
          </c:spPr>
          <c:marker>
            <c:symbol val="none"/>
          </c:marker>
          <c:xVal>
            <c:numRef>
              <c:f>'Chart Data'!$C$2:$C$151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Data'!$D$2:$D$151</c:f>
              <c:numCache>
                <c:formatCode>General</c:formatCode>
                <c:ptCount val="150"/>
                <c:pt idx="0">
                  <c:v>0.201206020668</c:v>
                </c:pt>
                <c:pt idx="1">
                  <c:v>0.214497945492</c:v>
                </c:pt>
                <c:pt idx="2">
                  <c:v>0.228326318357</c:v>
                </c:pt>
                <c:pt idx="3">
                  <c:v>0.24268307179</c:v>
                </c:pt>
                <c:pt idx="4">
                  <c:v>0.257557182323</c:v>
                </c:pt>
                <c:pt idx="5">
                  <c:v>0.272934552621</c:v>
                </c:pt>
                <c:pt idx="6">
                  <c:v>0.288797909946</c:v>
                </c:pt>
                <c:pt idx="7">
                  <c:v>0.305126722904</c:v>
                </c:pt>
                <c:pt idx="8">
                  <c:v>0.321897138324</c:v>
                </c:pt>
                <c:pt idx="9">
                  <c:v>0.339081940023</c:v>
                </c:pt>
                <c:pt idx="10">
                  <c:v>0.356650531069</c:v>
                </c:pt>
                <c:pt idx="11">
                  <c:v>0.374568941013</c:v>
                </c:pt>
                <c:pt idx="12">
                  <c:v>0.392799859323</c:v>
                </c:pt>
                <c:pt idx="13">
                  <c:v>0.411302696103</c:v>
                </c:pt>
                <c:pt idx="14">
                  <c:v>0.430033670891</c:v>
                </c:pt>
                <c:pt idx="15">
                  <c:v>0.448945930089</c:v>
                </c:pt>
                <c:pt idx="16">
                  <c:v>0.467989693299</c:v>
                </c:pt>
                <c:pt idx="17">
                  <c:v>0.487112428543</c:v>
                </c:pt>
                <c:pt idx="18">
                  <c:v>0.506259056027</c:v>
                </c:pt>
                <c:pt idx="19">
                  <c:v>0.525372179794</c:v>
                </c:pt>
                <c:pt idx="20">
                  <c:v>0.544392346302</c:v>
                </c:pt>
                <c:pt idx="21">
                  <c:v>0.5632583286</c:v>
                </c:pt>
                <c:pt idx="22">
                  <c:v>0.581907434503</c:v>
                </c:pt>
                <c:pt idx="23">
                  <c:v>0.600275836793</c:v>
                </c:pt>
                <c:pt idx="24">
                  <c:v>0.618298923232</c:v>
                </c:pt>
                <c:pt idx="25">
                  <c:v>0.635911663831</c:v>
                </c:pt>
                <c:pt idx="26">
                  <c:v>0.653048992593</c:v>
                </c:pt>
                <c:pt idx="27">
                  <c:v>0.669646200689</c:v>
                </c:pt>
                <c:pt idx="28">
                  <c:v>0.685639337819</c:v>
                </c:pt>
                <c:pt idx="29">
                  <c:v>0.700965618342</c:v>
                </c:pt>
                <c:pt idx="30">
                  <c:v>0.715563828607</c:v>
                </c:pt>
                <c:pt idx="31">
                  <c:v>0.729374731822</c:v>
                </c:pt>
                <c:pt idx="32">
                  <c:v>0.742341466747</c:v>
                </c:pt>
                <c:pt idx="33">
                  <c:v>0.754409936466</c:v>
                </c:pt>
                <c:pt idx="34">
                  <c:v>0.765529183531</c:v>
                </c:pt>
                <c:pt idx="35">
                  <c:v>0.775651747857</c:v>
                </c:pt>
                <c:pt idx="36">
                  <c:v>0.784734003841</c:v>
                </c:pt>
                <c:pt idx="37">
                  <c:v>0.792736473376</c:v>
                </c:pt>
                <c:pt idx="38">
                  <c:v>0.7996241116</c:v>
                </c:pt>
                <c:pt idx="39">
                  <c:v>0.805366562498</c:v>
                </c:pt>
                <c:pt idx="40">
                  <c:v>0.809938381749</c:v>
                </c:pt>
                <c:pt idx="41">
                  <c:v>0.81331922453</c:v>
                </c:pt>
                <c:pt idx="42">
                  <c:v>0.815493996324</c:v>
                </c:pt>
                <c:pt idx="43">
                  <c:v>0.816452965192</c:v>
                </c:pt>
                <c:pt idx="44">
                  <c:v>0.816191834314</c:v>
                </c:pt>
                <c:pt idx="45">
                  <c:v>0.814711774065</c:v>
                </c:pt>
                <c:pt idx="46">
                  <c:v>0.812019413271</c:v>
                </c:pt>
                <c:pt idx="47">
                  <c:v>0.80812678976</c:v>
                </c:pt>
                <c:pt idx="48">
                  <c:v>0.803051260697</c:v>
                </c:pt>
                <c:pt idx="49">
                  <c:v>0.796815373659</c:v>
                </c:pt>
                <c:pt idx="50">
                  <c:v>0.789446699779</c:v>
                </c:pt>
                <c:pt idx="51">
                  <c:v>0.780977630691</c:v>
                </c:pt>
                <c:pt idx="52">
                  <c:v>0.771445141372</c:v>
                </c:pt>
                <c:pt idx="53">
                  <c:v>0.760890521292</c:v>
                </c:pt>
                <c:pt idx="54">
                  <c:v>0.74935907664</c:v>
                </c:pt>
                <c:pt idx="55">
                  <c:v>0.736899806589</c:v>
                </c:pt>
                <c:pt idx="56">
                  <c:v>0.723565056875</c:v>
                </c:pt>
                <c:pt idx="57">
                  <c:v>0.709410154078</c:v>
                </c:pt>
                <c:pt idx="58">
                  <c:v>0.694493024196</c:v>
                </c:pt>
                <c:pt idx="59">
                  <c:v>0.678873799173</c:v>
                </c:pt>
                <c:pt idx="60">
                  <c:v>0.662614415108</c:v>
                </c:pt>
                <c:pt idx="61">
                  <c:v>0.645778205874</c:v>
                </c:pt>
                <c:pt idx="62">
                  <c:v>0.628429495863</c:v>
                </c:pt>
                <c:pt idx="63">
                  <c:v>0.610633195465</c:v>
                </c:pt>
                <c:pt idx="64">
                  <c:v>0.592454402799</c:v>
                </c:pt>
                <c:pt idx="65">
                  <c:v>0.573958015047</c:v>
                </c:pt>
                <c:pt idx="66">
                  <c:v>0.555208352543</c:v>
                </c:pt>
                <c:pt idx="67">
                  <c:v>0.536268798562</c:v>
                </c:pt>
                <c:pt idx="68">
                  <c:v>0.517201457491</c:v>
                </c:pt>
                <c:pt idx="69">
                  <c:v>0.498066833794</c:v>
                </c:pt>
                <c:pt idx="70">
                  <c:v>0.47892353389</c:v>
                </c:pt>
                <c:pt idx="71">
                  <c:v>0.459827992745</c:v>
                </c:pt>
                <c:pt idx="72">
                  <c:v>0.440834226682</c:v>
                </c:pt>
                <c:pt idx="73">
                  <c:v>0.421993613554</c:v>
                </c:pt>
                <c:pt idx="74">
                  <c:v>0.403354701136</c:v>
                </c:pt>
                <c:pt idx="75">
                  <c:v>0.384963044242</c:v>
                </c:pt>
                <c:pt idx="76">
                  <c:v>0.366861070772</c:v>
                </c:pt>
                <c:pt idx="77">
                  <c:v>0.349087976585</c:v>
                </c:pt>
                <c:pt idx="78">
                  <c:v>0.331679648798</c:v>
                </c:pt>
                <c:pt idx="79">
                  <c:v>0.314668616857</c:v>
                </c:pt>
                <c:pt idx="80">
                  <c:v>0.298084030452</c:v>
                </c:pt>
                <c:pt idx="81">
                  <c:v>0.281951663145</c:v>
                </c:pt>
                <c:pt idx="82">
                  <c:v>0.266293940343</c:v>
                </c:pt>
                <c:pt idx="83">
                  <c:v>0.251129990104</c:v>
                </c:pt>
                <c:pt idx="84">
                  <c:v>0.236475715099</c:v>
                </c:pt>
                <c:pt idx="85">
                  <c:v>0.222343883916</c:v>
                </c:pt>
                <c:pt idx="86">
                  <c:v>0.208744239831</c:v>
                </c:pt>
                <c:pt idx="87">
                  <c:v>0.195683625059</c:v>
                </c:pt>
                <c:pt idx="88">
                  <c:v>0.183166118505</c:v>
                </c:pt>
                <c:pt idx="89">
                  <c:v>0.171193184973</c:v>
                </c:pt>
                <c:pt idx="90">
                  <c:v>0.159763833843</c:v>
                </c:pt>
                <c:pt idx="91">
                  <c:v>0.148874785211</c:v>
                </c:pt>
                <c:pt idx="92">
                  <c:v>0.138520641594</c:v>
                </c:pt>
                <c:pt idx="93">
                  <c:v>0.128694063316</c:v>
                </c:pt>
                <c:pt idx="94">
                  <c:v>0.119385945826</c:v>
                </c:pt>
                <c:pt idx="95">
                  <c:v>0.110585597279</c:v>
                </c:pt>
                <c:pt idx="96">
                  <c:v>0.102280914812</c:v>
                </c:pt>
                <c:pt idx="97">
                  <c:v>0.0944585581135</c:v>
                </c:pt>
                <c:pt idx="98">
                  <c:v>0.0871041189704</c:v>
                </c:pt>
                <c:pt idx="99">
                  <c:v>0.0802022856375</c:v>
                </c:pt>
                <c:pt idx="100">
                  <c:v>0.0737370010164</c:v>
                </c:pt>
                <c:pt idx="101">
                  <c:v>0.0676916137577</c:v>
                </c:pt>
                <c:pt idx="102">
                  <c:v>0.0620490215505</c:v>
                </c:pt>
                <c:pt idx="103">
                  <c:v>0.0567918059982</c:v>
                </c:pt>
                <c:pt idx="104">
                  <c:v>0.0519023586105</c:v>
                </c:pt>
                <c:pt idx="105">
                  <c:v>0.0473629975724</c:v>
                </c:pt>
                <c:pt idx="106">
                  <c:v>0.043156075069</c:v>
                </c:pt>
                <c:pt idx="107">
                  <c:v>0.0392640750601</c:v>
                </c:pt>
                <c:pt idx="108">
                  <c:v>0.035669701502</c:v>
                </c:pt>
                <c:pt idx="109">
                  <c:v>0.0323559571106</c:v>
                </c:pt>
                <c:pt idx="110">
                  <c:v>0.0293062128432</c:v>
                </c:pt>
                <c:pt idx="111">
                  <c:v>0.0265042683576</c:v>
                </c:pt>
                <c:pt idx="112">
                  <c:v>0.0239344037674</c:v>
                </c:pt>
                <c:pt idx="113">
                  <c:v>0.0215814230735</c:v>
                </c:pt>
                <c:pt idx="114">
                  <c:v>0.0194306896963</c:v>
                </c:pt>
                <c:pt idx="115">
                  <c:v>0.0174681545725</c:v>
                </c:pt>
                <c:pt idx="116">
                  <c:v>0.015680377306</c:v>
                </c:pt>
                <c:pt idx="117">
                  <c:v>0.0140545408864</c:v>
                </c:pt>
                <c:pt idx="118">
                  <c:v>0.012578460499</c:v>
                </c:pt>
                <c:pt idx="119">
                  <c:v>0.0112405869548</c:v>
                </c:pt>
                <c:pt idx="120">
                  <c:v>0.0100300052702</c:v>
                </c:pt>
                <c:pt idx="121">
                  <c:v>0.00893642891662</c:v>
                </c:pt>
                <c:pt idx="122">
                  <c:v>0.00795019024875</c:v>
                </c:pt>
                <c:pt idx="123">
                  <c:v>0.00706222760493</c:v>
                </c:pt>
                <c:pt idx="124">
                  <c:v>0.00626406955008</c:v>
                </c:pt>
                <c:pt idx="125">
                  <c:v>0.00554781671013</c:v>
                </c:pt>
                <c:pt idx="126">
                  <c:v>0.00490612162013</c:v>
                </c:pt>
                <c:pt idx="127">
                  <c:v>0.0043321669804</c:v>
                </c:pt>
                <c:pt idx="128">
                  <c:v>0.00381964268604</c:v>
                </c:pt>
                <c:pt idx="129">
                  <c:v>0.00336272196518</c:v>
                </c:pt>
                <c:pt idx="130">
                  <c:v>0.00295603693111</c:v>
                </c:pt>
                <c:pt idx="131">
                  <c:v>0.00259465382335</c:v>
                </c:pt>
                <c:pt idx="132">
                  <c:v>0.00227404818306</c:v>
                </c:pt>
                <c:pt idx="133">
                  <c:v>0.00199008017931</c:v>
                </c:pt>
                <c:pt idx="134">
                  <c:v>0.00173897027499</c:v>
                </c:pt>
                <c:pt idx="135">
                  <c:v>0.00151727539463</c:v>
                </c:pt>
                <c:pt idx="136">
                  <c:v>0.00132186573131</c:v>
                </c:pt>
                <c:pt idx="137">
                  <c:v>0.0011499023064</c:v>
                </c:pt>
                <c:pt idx="138">
                  <c:v>0.000998815374176</c:v>
                </c:pt>
                <c:pt idx="139">
                  <c:v>0.000866283743127</c:v>
                </c:pt>
                <c:pt idx="140">
                  <c:v>0.00075021506784</c:v>
                </c:pt>
                <c:pt idx="141">
                  <c:v>0.00064872714853</c:v>
                </c:pt>
                <c:pt idx="142">
                  <c:v>0.000560130260806</c:v>
                </c:pt>
                <c:pt idx="143">
                  <c:v>0.000482910525118</c:v>
                </c:pt>
                <c:pt idx="144">
                  <c:v>0.000415714313975</c:v>
                </c:pt>
                <c:pt idx="145">
                  <c:v>0.000357333685203</c:v>
                </c:pt>
                <c:pt idx="146">
                  <c:v>0.00030669282113</c:v>
                </c:pt>
                <c:pt idx="147">
                  <c:v>0.000262835446635</c:v>
                </c:pt>
                <c:pt idx="148">
                  <c:v>0.000224913193272</c:v>
                </c:pt>
                <c:pt idx="149">
                  <c:v>0.000192174872114</c:v>
                </c:pt>
              </c:numCache>
            </c:numRef>
          </c:yVal>
        </c:ser>
        <c:ser>
          <c:idx val="2"/>
          <c:order val="2"/>
          <c:tx>
            <c:v>Lognormal</c:v>
          </c:tx>
          <c:spPr>
            <a:solidFill xmlns:a="http://schemas.openxmlformats.org/drawingml/2006/main">
              <a:srgbClr val="777777"/>
            </a:solidFill>
            <a:ln xmlns:a="http://schemas.openxmlformats.org/drawingml/2006/main" w="19050">
              <a:solidFill>
                <a:srgbClr val="777777"/>
              </a:solidFill>
              <a:prstDash val="solid"/>
            </a:ln>
          </c:spPr>
          <c:marker>
            <c:symbol val="none"/>
          </c:marker>
          <c:xVal>
            <c:numRef>
              <c:f>'Chart Data'!$E$2:$E$151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Data'!$F$2:$F$151</c:f>
              <c:numCache>
                <c:formatCode>General</c:formatCode>
                <c:ptCount val="150"/>
                <c:pt idx="0">
                  <c:v>0.00022559215607</c:v>
                </c:pt>
                <c:pt idx="1">
                  <c:v>0.0168967545411</c:v>
                </c:pt>
                <c:pt idx="2">
                  <c:v>0.0784578838669</c:v>
                </c:pt>
                <c:pt idx="3">
                  <c:v>0.178978704989</c:v>
                </c:pt>
                <c:pt idx="4">
                  <c:v>0.299747175854</c:v>
                </c:pt>
                <c:pt idx="5">
                  <c:v>0.424974425656</c:v>
                </c:pt>
                <c:pt idx="6">
                  <c:v>0.544443874996</c:v>
                </c:pt>
                <c:pt idx="7">
                  <c:v>0.652491876926</c:v>
                </c:pt>
                <c:pt idx="8">
                  <c:v>0.74653586475</c:v>
                </c:pt>
                <c:pt idx="9">
                  <c:v>0.825903178563</c:v>
                </c:pt>
                <c:pt idx="10">
                  <c:v>0.891028792462</c:v>
                </c:pt>
                <c:pt idx="11">
                  <c:v>0.942940075732</c:v>
                </c:pt>
                <c:pt idx="12">
                  <c:v>0.982938419648</c:v>
                </c:pt>
                <c:pt idx="13">
                  <c:v>1.01240892968</c:v>
                </c:pt>
                <c:pt idx="14">
                  <c:v>1.03271115142</c:v>
                </c:pt>
                <c:pt idx="15">
                  <c:v>1.04512012192</c:v>
                </c:pt>
                <c:pt idx="16">
                  <c:v>1.05079813707</c:v>
                </c:pt>
                <c:pt idx="17">
                  <c:v>1.05078486842</c:v>
                </c:pt>
                <c:pt idx="18">
                  <c:v>1.04599809898</c:v>
                </c:pt>
                <c:pt idx="19">
                  <c:v>1.03724028936</c:v>
                </c:pt>
                <c:pt idx="20">
                  <c:v>1.02520804106</c:v>
                </c:pt>
                <c:pt idx="21">
                  <c:v>1.01050269169</c:v>
                </c:pt>
                <c:pt idx="22">
                  <c:v>0.993641008089</c:v>
                </c:pt>
                <c:pt idx="23">
                  <c:v>0.975065398558</c:v>
                </c:pt>
                <c:pt idx="24">
                  <c:v>0.95515334672</c:v>
                </c:pt>
                <c:pt idx="25">
                  <c:v>0.934225940066</c:v>
                </c:pt>
                <c:pt idx="26">
                  <c:v>0.912555467639</c:v>
                </c:pt>
                <c:pt idx="27">
                  <c:v>0.890372119055</c:v>
                </c:pt>
                <c:pt idx="28">
                  <c:v>0.867869847649</c:v>
                </c:pt>
                <c:pt idx="29">
                  <c:v>0.845211474571</c:v>
                </c:pt>
                <c:pt idx="30">
                  <c:v>0.822533114646</c:v>
                </c:pt>
                <c:pt idx="31">
                  <c:v>0.799948002994</c:v>
                </c:pt>
                <c:pt idx="32">
                  <c:v>0.777549796528</c:v>
                </c:pt>
                <c:pt idx="33">
                  <c:v>0.755415417891</c:v>
                </c:pt>
                <c:pt idx="34">
                  <c:v>0.733607502463</c:v>
                </c:pt>
                <c:pt idx="35">
                  <c:v>0.712176502069</c:v>
                </c:pt>
                <c:pt idx="36">
                  <c:v>0.691162492441</c:v>
                </c:pt>
                <c:pt idx="37">
                  <c:v>0.670596725471</c:v>
                </c:pt>
                <c:pt idx="38">
                  <c:v>0.650502961838</c:v>
                </c:pt>
                <c:pt idx="39">
                  <c:v>0.630898614763</c:v>
                </c:pt>
                <c:pt idx="40">
                  <c:v>0.611795731455</c:v>
                </c:pt>
                <c:pt idx="41">
                  <c:v>0.593201835048</c:v>
                </c:pt>
                <c:pt idx="42">
                  <c:v>0.575120646706</c:v>
                </c:pt>
                <c:pt idx="43">
                  <c:v>0.557552704736</c:v>
                </c:pt>
                <c:pt idx="44">
                  <c:v>0.540495895206</c:v>
                </c:pt>
                <c:pt idx="45">
                  <c:v>0.523945906504</c:v>
                </c:pt>
                <c:pt idx="46">
                  <c:v>0.507896618501</c:v>
                </c:pt>
                <c:pt idx="47">
                  <c:v>0.492340435489</c:v>
                </c:pt>
                <c:pt idx="48">
                  <c:v>0.477268570757</c:v>
                </c:pt>
                <c:pt idx="49">
                  <c:v>0.462671289565</c:v>
                </c:pt>
                <c:pt idx="50">
                  <c:v>0.448538116324</c:v>
                </c:pt>
                <c:pt idx="51">
                  <c:v>0.434858010968</c:v>
                </c:pt>
                <c:pt idx="52">
                  <c:v>0.42161951882</c:v>
                </c:pt>
                <c:pt idx="53">
                  <c:v>0.408810897639</c:v>
                </c:pt>
                <c:pt idx="54">
                  <c:v>0.396420225036</c:v>
                </c:pt>
                <c:pt idx="55">
                  <c:v>0.384435488991</c:v>
                </c:pt>
                <c:pt idx="56">
                  <c:v>0.372844663837</c:v>
                </c:pt>
                <c:pt idx="57">
                  <c:v>0.361635773741</c:v>
                </c:pt>
                <c:pt idx="58">
                  <c:v>0.350796945448</c:v>
                </c:pt>
                <c:pt idx="59">
                  <c:v>0.340316451784</c:v>
                </c:pt>
                <c:pt idx="60">
                  <c:v>0.330182747248</c:v>
                </c:pt>
                <c:pt idx="61">
                  <c:v>0.3203844968</c:v>
                </c:pt>
                <c:pt idx="62">
                  <c:v>0.310910598836</c:v>
                </c:pt>
                <c:pt idx="63">
                  <c:v>0.301750203181</c:v>
                </c:pt>
                <c:pt idx="64">
                  <c:v>0.292892724836</c:v>
                </c:pt>
                <c:pt idx="65">
                  <c:v>0.284327854096</c:v>
                </c:pt>
                <c:pt idx="66">
                  <c:v>0.276045563594</c:v>
                </c:pt>
                <c:pt idx="67">
                  <c:v>0.268036112733</c:v>
                </c:pt>
                <c:pt idx="68">
                  <c:v>0.260290049907</c:v>
                </c:pt>
                <c:pt idx="69">
                  <c:v>0.252798212875</c:v>
                </c:pt>
                <c:pt idx="70">
                  <c:v>0.245551727567</c:v>
                </c:pt>
                <c:pt idx="71">
                  <c:v>0.238542005608</c:v>
                </c:pt>
                <c:pt idx="72">
                  <c:v>0.231760740763</c:v>
                </c:pt>
                <c:pt idx="73">
                  <c:v>0.225199904503</c:v>
                </c:pt>
                <c:pt idx="74">
                  <c:v>0.218851740867</c:v>
                </c:pt>
                <c:pt idx="75">
                  <c:v>0.212708760745</c:v>
                </c:pt>
                <c:pt idx="76">
                  <c:v>0.206763735722</c:v>
                </c:pt>
                <c:pt idx="77">
                  <c:v>0.201009691575</c:v>
                </c:pt>
                <c:pt idx="78">
                  <c:v>0.195439901517</c:v>
                </c:pt>
                <c:pt idx="79">
                  <c:v>0.190047879269</c:v>
                </c:pt>
                <c:pt idx="80">
                  <c:v>0.184827372012</c:v>
                </c:pt>
                <c:pt idx="81">
                  <c:v>0.179772353293</c:v>
                </c:pt>
                <c:pt idx="82">
                  <c:v>0.17487701591</c:v>
                </c:pt>
                <c:pt idx="83">
                  <c:v>0.170135764833</c:v>
                </c:pt>
                <c:pt idx="84">
                  <c:v>0.165543210181</c:v>
                </c:pt>
                <c:pt idx="85">
                  <c:v>0.161094160287</c:v>
                </c:pt>
                <c:pt idx="86">
                  <c:v>0.156783614876</c:v>
                </c:pt>
                <c:pt idx="87">
                  <c:v>0.15260675837</c:v>
                </c:pt>
                <c:pt idx="88">
                  <c:v>0.14855895333</c:v>
                </c:pt>
                <c:pt idx="89">
                  <c:v>0.144635734058</c:v>
                </c:pt>
                <c:pt idx="90">
                  <c:v>0.140832800355</c:v>
                </c:pt>
                <c:pt idx="91">
                  <c:v>0.137146011455</c:v>
                </c:pt>
                <c:pt idx="92">
                  <c:v>0.133571380125</c:v>
                </c:pt>
                <c:pt idx="93">
                  <c:v>0.130105066944</c:v>
                </c:pt>
                <c:pt idx="94">
                  <c:v>0.126743374758</c:v>
                </c:pt>
                <c:pt idx="95">
                  <c:v>0.123482743316</c:v>
                </c:pt>
                <c:pt idx="96">
                  <c:v>0.120319744079</c:v>
                </c:pt>
                <c:pt idx="97">
                  <c:v>0.117251075207</c:v>
                </c:pt>
                <c:pt idx="98">
                  <c:v>0.114273556719</c:v>
                </c:pt>
                <c:pt idx="99">
                  <c:v>0.111384125822</c:v>
                </c:pt>
                <c:pt idx="100">
                  <c:v>0.108579832409</c:v>
                </c:pt>
                <c:pt idx="101">
                  <c:v>0.105857834722</c:v>
                </c:pt>
                <c:pt idx="102">
                  <c:v>0.103215395173</c:v>
                </c:pt>
                <c:pt idx="103">
                  <c:v>0.100649876319</c:v>
                </c:pt>
                <c:pt idx="104">
                  <c:v>0.0981587369927</c:v>
                </c:pt>
                <c:pt idx="105">
                  <c:v>0.0957395285799</c:v>
                </c:pt>
                <c:pt idx="106">
                  <c:v>0.0933898914356</c:v>
                </c:pt>
                <c:pt idx="107">
                  <c:v>0.0911075514428</c:v>
                </c:pt>
                <c:pt idx="108">
                  <c:v>0.088890316703</c:v>
                </c:pt>
                <c:pt idx="109">
                  <c:v>0.0867360743563</c:v>
                </c:pt>
                <c:pt idx="110">
                  <c:v>0.0846427875262</c:v>
                </c:pt>
                <c:pt idx="111">
                  <c:v>0.0826084923854</c:v>
                </c:pt>
                <c:pt idx="112">
                  <c:v>0.0806312953367</c:v>
                </c:pt>
                <c:pt idx="113">
                  <c:v>0.078709370307</c:v>
                </c:pt>
                <c:pt idx="114">
                  <c:v>0.0768409561475</c:v>
                </c:pt>
                <c:pt idx="115">
                  <c:v>0.0750243541393</c:v>
                </c:pt>
                <c:pt idx="116">
                  <c:v>0.073257925597</c:v>
                </c:pt>
                <c:pt idx="117">
                  <c:v>0.0715400895692</c:v>
                </c:pt>
                <c:pt idx="118">
                  <c:v>0.0698693206307</c:v>
                </c:pt>
                <c:pt idx="119">
                  <c:v>0.0682441467638</c:v>
                </c:pt>
                <c:pt idx="120">
                  <c:v>0.0666631473232</c:v>
                </c:pt>
                <c:pt idx="121">
                  <c:v>0.0651249510846</c:v>
                </c:pt>
                <c:pt idx="122">
                  <c:v>0.0636282343694</c:v>
                </c:pt>
                <c:pt idx="123">
                  <c:v>0.0621717192465</c:v>
                </c:pt>
                <c:pt idx="124">
                  <c:v>0.0607541718053</c:v>
                </c:pt>
                <c:pt idx="125">
                  <c:v>0.0593744004975</c:v>
                </c:pt>
                <c:pt idx="126">
                  <c:v>0.0580312545469</c:v>
                </c:pt>
                <c:pt idx="127">
                  <c:v>0.0567236224209</c:v>
                </c:pt>
                <c:pt idx="128">
                  <c:v>0.0554504303647</c:v>
                </c:pt>
                <c:pt idx="129">
                  <c:v>0.0542106409928</c:v>
                </c:pt>
                <c:pt idx="130">
                  <c:v>0.053003251938</c:v>
                </c:pt>
                <c:pt idx="131">
                  <c:v>0.0518272945529</c:v>
                </c:pt>
                <c:pt idx="132">
                  <c:v>0.0506818326637</c:v>
                </c:pt>
                <c:pt idx="133">
                  <c:v>0.0495659613738</c:v>
                </c:pt>
                <c:pt idx="134">
                  <c:v>0.0484788059136</c:v>
                </c:pt>
                <c:pt idx="135">
                  <c:v>0.0474195205375</c:v>
                </c:pt>
                <c:pt idx="136">
                  <c:v>0.046387287463</c:v>
                </c:pt>
                <c:pt idx="137">
                  <c:v>0.0453813158521</c:v>
                </c:pt>
                <c:pt idx="138">
                  <c:v>0.0444008408332</c:v>
                </c:pt>
                <c:pt idx="139">
                  <c:v>0.0434451225606</c:v>
                </c:pt>
                <c:pt idx="140">
                  <c:v>0.0425134453115</c:v>
                </c:pt>
                <c:pt idx="141">
                  <c:v>0.0416051166177</c:v>
                </c:pt>
                <c:pt idx="142">
                  <c:v>0.0407194664317</c:v>
                </c:pt>
                <c:pt idx="143">
                  <c:v>0.0398558463248</c:v>
                </c:pt>
                <c:pt idx="144">
                  <c:v>0.0390136287162</c:v>
                </c:pt>
                <c:pt idx="145">
                  <c:v>0.0381922061327</c:v>
                </c:pt>
                <c:pt idx="146">
                  <c:v>0.0373909904958</c:v>
                </c:pt>
                <c:pt idx="147">
                  <c:v>0.0366094124374</c:v>
                </c:pt>
                <c:pt idx="148">
                  <c:v>0.035846920641</c:v>
                </c:pt>
                <c:pt idx="149">
                  <c:v>0.0351029812082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0.4"/>
      </c:valAx>
      <c:valAx>
        <c:axId val="48650112"/>
        <c:scaling>
          <c:orientation val="minMax"/>
          <c:max val="3"/>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Whole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Training specimens</c:v>
          </c:tx>
          <c:spPr>
            <a:solidFill xmlns:a="http://schemas.openxmlformats.org/drawingml/2006/main">
              <a:srgbClr val="777777"/>
            </a:solidFill>
            <a:ln xmlns:a="http://schemas.openxmlformats.org/drawingml/2006/main" w="0">
              <a:noFill/>
            </a:ln>
          </c:spPr>
          <c:marker>
            <c:symbol val="circle"/>
            <c:size val="5"/>
            <c:spPr>
              <a:solidFill xmlns:a="http://schemas.openxmlformats.org/drawingml/2006/main">
                <a:srgbClr val="777777"/>
              </a:solidFill>
            </c:spPr>
          </c:marker>
          <c:xVal>
            <c:numRef>
              <c:f>'Chart Data'!$A$2:$A$3342</c:f>
              <c:numCache>
                <c:formatCode>General</c:formatCode>
                <c:ptCount val="3341"/>
                <c:pt idx="0">
                  <c:v>0.255</c:v>
                </c:pt>
                <c:pt idx="1">
                  <c:v>0.2</c:v>
                </c:pt>
                <c:pt idx="2">
                  <c:v>0.1805</c:v>
                </c:pt>
                <c:pt idx="3">
                  <c:v>0.24</c:v>
                </c:pt>
                <c:pt idx="4">
                  <c:v>0.2745</c:v>
                </c:pt>
                <c:pt idx="5">
                  <c:v>0.276</c:v>
                </c:pt>
                <c:pt idx="6">
                  <c:v>0.35</c:v>
                </c:pt>
                <c:pt idx="7">
                  <c:v>0.0405</c:v>
                </c:pt>
                <c:pt idx="8">
                  <c:v>0.0855</c:v>
                </c:pt>
                <c:pt idx="9">
                  <c:v>0.325</c:v>
                </c:pt>
                <c:pt idx="10">
                  <c:v>0.056</c:v>
                </c:pt>
                <c:pt idx="11">
                  <c:v>0.0315</c:v>
                </c:pt>
                <c:pt idx="12">
                  <c:v>0.245</c:v>
                </c:pt>
                <c:pt idx="13">
                  <c:v>0.3665</c:v>
                </c:pt>
                <c:pt idx="14">
                  <c:v>0.349</c:v>
                </c:pt>
                <c:pt idx="15">
                  <c:v>0.435</c:v>
                </c:pt>
                <c:pt idx="16">
                  <c:v>0.1655</c:v>
                </c:pt>
                <c:pt idx="17">
                  <c:v>0.312</c:v>
                </c:pt>
                <c:pt idx="18">
                  <c:v>0.3725</c:v>
                </c:pt>
                <c:pt idx="19">
                  <c:v>0.0125</c:v>
                </c:pt>
                <c:pt idx="20">
                  <c:v>0.155</c:v>
                </c:pt>
                <c:pt idx="21">
                  <c:v>0.6745</c:v>
                </c:pt>
                <c:pt idx="22">
                  <c:v>0.38</c:v>
                </c:pt>
                <c:pt idx="23">
                  <c:v>0.25</c:v>
                </c:pt>
                <c:pt idx="24">
                  <c:v>0.0755</c:v>
                </c:pt>
                <c:pt idx="25">
                  <c:v>0.235</c:v>
                </c:pt>
                <c:pt idx="26">
                  <c:v>0.3695</c:v>
                </c:pt>
                <c:pt idx="27">
                  <c:v>0.45</c:v>
                </c:pt>
                <c:pt idx="28">
                  <c:v>0.148</c:v>
                </c:pt>
                <c:pt idx="29">
                  <c:v>0.286</c:v>
                </c:pt>
                <c:pt idx="30">
                  <c:v>0.31</c:v>
                </c:pt>
                <c:pt idx="31">
                  <c:v>0.15</c:v>
                </c:pt>
                <c:pt idx="32">
                  <c:v>0.0655</c:v>
                </c:pt>
                <c:pt idx="33">
                  <c:v>0.035</c:v>
                </c:pt>
                <c:pt idx="34">
                  <c:v>0.1635</c:v>
                </c:pt>
                <c:pt idx="35">
                  <c:v>0.09</c:v>
                </c:pt>
                <c:pt idx="36">
                  <c:v>0.363</c:v>
                </c:pt>
                <c:pt idx="37">
                  <c:v>0.11</c:v>
                </c:pt>
                <c:pt idx="38">
                  <c:v>0.28</c:v>
                </c:pt>
                <c:pt idx="39">
                  <c:v>0.154</c:v>
                </c:pt>
                <c:pt idx="40">
                  <c:v>0.175</c:v>
                </c:pt>
                <c:pt idx="41">
                  <c:v>0.038</c:v>
                </c:pt>
                <c:pt idx="42">
                  <c:v>0.385</c:v>
                </c:pt>
                <c:pt idx="43">
                  <c:v>0.34</c:v>
                </c:pt>
                <c:pt idx="44">
                  <c:v>0.125</c:v>
                </c:pt>
                <c:pt idx="45">
                  <c:v>0.08</c:v>
                </c:pt>
                <c:pt idx="46">
                  <c:v>0.117</c:v>
                </c:pt>
                <c:pt idx="47">
                  <c:v>0.07</c:v>
                </c:pt>
                <c:pt idx="48">
                  <c:v>0.13</c:v>
                </c:pt>
                <c:pt idx="49">
                  <c:v>0.355</c:v>
                </c:pt>
                <c:pt idx="50">
                  <c:v>0.4825</c:v>
                </c:pt>
                <c:pt idx="51">
                  <c:v>0.4</c:v>
                </c:pt>
                <c:pt idx="52">
                  <c:v>0.095</c:v>
                </c:pt>
                <c:pt idx="53">
                  <c:v>0.0135</c:v>
                </c:pt>
                <c:pt idx="54">
                  <c:v>0.265</c:v>
                </c:pt>
                <c:pt idx="55">
                  <c:v>0.39</c:v>
                </c:pt>
                <c:pt idx="56">
                  <c:v>0.049</c:v>
                </c:pt>
                <c:pt idx="57">
                  <c:v>0.213</c:v>
                </c:pt>
                <c:pt idx="58">
                  <c:v>0.25</c:v>
                </c:pt>
                <c:pt idx="59">
                  <c:v>0.355</c:v>
                </c:pt>
                <c:pt idx="60">
                  <c:v>0.293</c:v>
                </c:pt>
                <c:pt idx="61">
                  <c:v>0.36</c:v>
                </c:pt>
                <c:pt idx="62">
                  <c:v>0.056</c:v>
                </c:pt>
                <c:pt idx="63">
                  <c:v>0.075</c:v>
                </c:pt>
                <c:pt idx="64">
                  <c:v>0.159</c:v>
                </c:pt>
                <c:pt idx="65">
                  <c:v>0.315</c:v>
                </c:pt>
                <c:pt idx="66">
                  <c:v>0.18</c:v>
                </c:pt>
                <c:pt idx="67">
                  <c:v>0.05</c:v>
                </c:pt>
                <c:pt idx="68">
                  <c:v>0.027</c:v>
                </c:pt>
                <c:pt idx="69">
                  <c:v>0.215</c:v>
                </c:pt>
                <c:pt idx="70">
                  <c:v>0.122</c:v>
                </c:pt>
                <c:pt idx="71">
                  <c:v>0.285</c:v>
                </c:pt>
                <c:pt idx="72">
                  <c:v>0.503</c:v>
                </c:pt>
                <c:pt idx="73">
                  <c:v>0.353</c:v>
                </c:pt>
                <c:pt idx="74">
                  <c:v>0.381</c:v>
                </c:pt>
                <c:pt idx="75">
                  <c:v>0.29</c:v>
                </c:pt>
                <c:pt idx="76">
                  <c:v>0.34</c:v>
                </c:pt>
                <c:pt idx="77">
                  <c:v>0.053</c:v>
                </c:pt>
                <c:pt idx="78">
                  <c:v>0.308</c:v>
                </c:pt>
                <c:pt idx="79">
                  <c:v>0.205</c:v>
                </c:pt>
                <c:pt idx="80">
                  <c:v>0.0105</c:v>
                </c:pt>
                <c:pt idx="81">
                  <c:v>0.125</c:v>
                </c:pt>
                <c:pt idx="82">
                  <c:v>0.235</c:v>
                </c:pt>
                <c:pt idx="83">
                  <c:v>0.011</c:v>
                </c:pt>
                <c:pt idx="84">
                  <c:v>0.365</c:v>
                </c:pt>
                <c:pt idx="85">
                  <c:v>0.435</c:v>
                </c:pt>
                <c:pt idx="86">
                  <c:v>0.259</c:v>
                </c:pt>
                <c:pt idx="87">
                  <c:v>0.1145</c:v>
                </c:pt>
                <c:pt idx="88">
                  <c:v>0.085</c:v>
                </c:pt>
                <c:pt idx="89">
                  <c:v>0.235</c:v>
                </c:pt>
                <c:pt idx="90">
                  <c:v>0.348</c:v>
                </c:pt>
                <c:pt idx="91">
                  <c:v>0.1025</c:v>
                </c:pt>
                <c:pt idx="92">
                  <c:v>0.1755</c:v>
                </c:pt>
                <c:pt idx="93">
                  <c:v>0.21</c:v>
                </c:pt>
                <c:pt idx="94">
                  <c:v>0.251</c:v>
                </c:pt>
                <c:pt idx="95">
                  <c:v>0.103</c:v>
                </c:pt>
                <c:pt idx="96">
                  <c:v>0.1905</c:v>
                </c:pt>
                <c:pt idx="97">
                  <c:v>0.065</c:v>
                </c:pt>
                <c:pt idx="98">
                  <c:v>0.47</c:v>
                </c:pt>
                <c:pt idx="99">
                  <c:v>0.62</c:v>
                </c:pt>
                <c:pt idx="100">
                  <c:v>0.438</c:v>
                </c:pt>
                <c:pt idx="101">
                  <c:v>0.425</c:v>
                </c:pt>
                <c:pt idx="102">
                  <c:v>0.315</c:v>
                </c:pt>
                <c:pt idx="103">
                  <c:v>0.386</c:v>
                </c:pt>
                <c:pt idx="104">
                  <c:v>0.155</c:v>
                </c:pt>
                <c:pt idx="105">
                  <c:v>0.168</c:v>
                </c:pt>
                <c:pt idx="106">
                  <c:v>0.055</c:v>
                </c:pt>
                <c:pt idx="107">
                  <c:v>0.185</c:v>
                </c:pt>
                <c:pt idx="108">
                  <c:v>0.725</c:v>
                </c:pt>
                <c:pt idx="109">
                  <c:v>0.34</c:v>
                </c:pt>
                <c:pt idx="110">
                  <c:v>0.1875</c:v>
                </c:pt>
                <c:pt idx="111">
                  <c:v>0.239</c:v>
                </c:pt>
                <c:pt idx="112">
                  <c:v>0.0905</c:v>
                </c:pt>
                <c:pt idx="113">
                  <c:v>0.355</c:v>
                </c:pt>
                <c:pt idx="114">
                  <c:v>0.2</c:v>
                </c:pt>
                <c:pt idx="115">
                  <c:v>0.545</c:v>
                </c:pt>
                <c:pt idx="116">
                  <c:v>0.266</c:v>
                </c:pt>
                <c:pt idx="117">
                  <c:v>0.3315</c:v>
                </c:pt>
                <c:pt idx="118">
                  <c:v>0.3635</c:v>
                </c:pt>
                <c:pt idx="119">
                  <c:v>0.225</c:v>
                </c:pt>
                <c:pt idx="120">
                  <c:v>0.2685</c:v>
                </c:pt>
                <c:pt idx="121">
                  <c:v>0.145</c:v>
                </c:pt>
                <c:pt idx="122">
                  <c:v>0.189</c:v>
                </c:pt>
                <c:pt idx="123">
                  <c:v>0.22</c:v>
                </c:pt>
                <c:pt idx="124">
                  <c:v>0.415</c:v>
                </c:pt>
                <c:pt idx="125">
                  <c:v>0.0805</c:v>
                </c:pt>
                <c:pt idx="126">
                  <c:v>0.22</c:v>
                </c:pt>
                <c:pt idx="127">
                  <c:v>0.26</c:v>
                </c:pt>
                <c:pt idx="128">
                  <c:v>0.363</c:v>
                </c:pt>
                <c:pt idx="129">
                  <c:v>0.185</c:v>
                </c:pt>
                <c:pt idx="130">
                  <c:v>0.081</c:v>
                </c:pt>
                <c:pt idx="131">
                  <c:v>0.24</c:v>
                </c:pt>
                <c:pt idx="132">
                  <c:v>0.041</c:v>
                </c:pt>
                <c:pt idx="133">
                  <c:v>0.32</c:v>
                </c:pt>
                <c:pt idx="134">
                  <c:v>0.1</c:v>
                </c:pt>
                <c:pt idx="135">
                  <c:v>0.253</c:v>
                </c:pt>
                <c:pt idx="136">
                  <c:v>0.062</c:v>
                </c:pt>
                <c:pt idx="137">
                  <c:v>0.2425</c:v>
                </c:pt>
                <c:pt idx="138">
                  <c:v>0.3455</c:v>
                </c:pt>
                <c:pt idx="139">
                  <c:v>0.435</c:v>
                </c:pt>
                <c:pt idx="140">
                  <c:v>0.48</c:v>
                </c:pt>
                <c:pt idx="141">
                  <c:v>0.14</c:v>
                </c:pt>
                <c:pt idx="142">
                  <c:v>0.1465</c:v>
                </c:pt>
                <c:pt idx="143">
                  <c:v>0.215</c:v>
                </c:pt>
                <c:pt idx="144">
                  <c:v>0.125</c:v>
                </c:pt>
                <c:pt idx="145">
                  <c:v>0.165</c:v>
                </c:pt>
                <c:pt idx="146">
                  <c:v>0.2575</c:v>
                </c:pt>
                <c:pt idx="147">
                  <c:v>0.285</c:v>
                </c:pt>
                <c:pt idx="148">
                  <c:v>0.2435</c:v>
                </c:pt>
                <c:pt idx="149">
                  <c:v>0.0595</c:v>
                </c:pt>
                <c:pt idx="150">
                  <c:v>0.166</c:v>
                </c:pt>
                <c:pt idx="151">
                  <c:v>0.372</c:v>
                </c:pt>
                <c:pt idx="152">
                  <c:v>0.48</c:v>
                </c:pt>
                <c:pt idx="153">
                  <c:v>0.278</c:v>
                </c:pt>
                <c:pt idx="154">
                  <c:v>0.18</c:v>
                </c:pt>
                <c:pt idx="155">
                  <c:v>0.154</c:v>
                </c:pt>
                <c:pt idx="156">
                  <c:v>0.32</c:v>
                </c:pt>
                <c:pt idx="157">
                  <c:v>0.21</c:v>
                </c:pt>
                <c:pt idx="158">
                  <c:v>0.345</c:v>
                </c:pt>
                <c:pt idx="159">
                  <c:v>0.1465</c:v>
                </c:pt>
                <c:pt idx="160">
                  <c:v>0.23</c:v>
                </c:pt>
                <c:pt idx="161">
                  <c:v>0.4735</c:v>
                </c:pt>
                <c:pt idx="162">
                  <c:v>0.341</c:v>
                </c:pt>
                <c:pt idx="163">
                  <c:v>0.26</c:v>
                </c:pt>
                <c:pt idx="164">
                  <c:v>0.352</c:v>
                </c:pt>
                <c:pt idx="165">
                  <c:v>0.21</c:v>
                </c:pt>
                <c:pt idx="166">
                  <c:v>0.367</c:v>
                </c:pt>
                <c:pt idx="167">
                  <c:v>0.25</c:v>
                </c:pt>
                <c:pt idx="168">
                  <c:v>0.075</c:v>
                </c:pt>
                <c:pt idx="169">
                  <c:v>0.07</c:v>
                </c:pt>
                <c:pt idx="170">
                  <c:v>0.345</c:v>
                </c:pt>
                <c:pt idx="171">
                  <c:v>0.475</c:v>
                </c:pt>
                <c:pt idx="172">
                  <c:v>0.0625</c:v>
                </c:pt>
                <c:pt idx="173">
                  <c:v>0.4535</c:v>
                </c:pt>
                <c:pt idx="174">
                  <c:v>0.294</c:v>
                </c:pt>
                <c:pt idx="175">
                  <c:v>0.1125</c:v>
                </c:pt>
                <c:pt idx="176">
                  <c:v>0.225</c:v>
                </c:pt>
                <c:pt idx="177">
                  <c:v>0.405</c:v>
                </c:pt>
                <c:pt idx="178">
                  <c:v>0.1635</c:v>
                </c:pt>
                <c:pt idx="179">
                  <c:v>0.185</c:v>
                </c:pt>
                <c:pt idx="180">
                  <c:v>0.39</c:v>
                </c:pt>
                <c:pt idx="181">
                  <c:v>0.233</c:v>
                </c:pt>
                <c:pt idx="182">
                  <c:v>0.29</c:v>
                </c:pt>
                <c:pt idx="183">
                  <c:v>0.25</c:v>
                </c:pt>
                <c:pt idx="184">
                  <c:v>0.1</c:v>
                </c:pt>
                <c:pt idx="185">
                  <c:v>0.231</c:v>
                </c:pt>
                <c:pt idx="186">
                  <c:v>0.08</c:v>
                </c:pt>
                <c:pt idx="187">
                  <c:v>0.2785</c:v>
                </c:pt>
                <c:pt idx="188">
                  <c:v>0.325</c:v>
                </c:pt>
                <c:pt idx="189">
                  <c:v>0.315</c:v>
                </c:pt>
                <c:pt idx="190">
                  <c:v>0.0415</c:v>
                </c:pt>
                <c:pt idx="191">
                  <c:v>0.205</c:v>
                </c:pt>
                <c:pt idx="192">
                  <c:v>0.11</c:v>
                </c:pt>
                <c:pt idx="193">
                  <c:v>0.4525</c:v>
                </c:pt>
                <c:pt idx="194">
                  <c:v>0.19</c:v>
                </c:pt>
                <c:pt idx="195">
                  <c:v>0.216</c:v>
                </c:pt>
                <c:pt idx="196">
                  <c:v>0.2875</c:v>
                </c:pt>
                <c:pt idx="197">
                  <c:v>0.2325</c:v>
                </c:pt>
                <c:pt idx="198">
                  <c:v>0.315</c:v>
                </c:pt>
                <c:pt idx="199">
                  <c:v>0.255</c:v>
                </c:pt>
                <c:pt idx="200">
                  <c:v>0.13</c:v>
                </c:pt>
                <c:pt idx="201">
                  <c:v>0.335</c:v>
                </c:pt>
                <c:pt idx="202">
                  <c:v>0.265</c:v>
                </c:pt>
                <c:pt idx="203">
                  <c:v>0.03</c:v>
                </c:pt>
                <c:pt idx="204">
                  <c:v>0.323</c:v>
                </c:pt>
                <c:pt idx="205">
                  <c:v>0.156</c:v>
                </c:pt>
                <c:pt idx="206">
                  <c:v>0.035</c:v>
                </c:pt>
                <c:pt idx="207">
                  <c:v>0.321</c:v>
                </c:pt>
                <c:pt idx="208">
                  <c:v>0.37</c:v>
                </c:pt>
                <c:pt idx="209">
                  <c:v>0.1575</c:v>
                </c:pt>
                <c:pt idx="210">
                  <c:v>0.0585</c:v>
                </c:pt>
                <c:pt idx="211">
                  <c:v>0.277</c:v>
                </c:pt>
                <c:pt idx="212">
                  <c:v>0.245</c:v>
                </c:pt>
                <c:pt idx="213">
                  <c:v>0.185</c:v>
                </c:pt>
                <c:pt idx="214">
                  <c:v>0.1245</c:v>
                </c:pt>
                <c:pt idx="215">
                  <c:v>0.15</c:v>
                </c:pt>
                <c:pt idx="216">
                  <c:v>0.405</c:v>
                </c:pt>
                <c:pt idx="217">
                  <c:v>0.2645</c:v>
                </c:pt>
                <c:pt idx="218">
                  <c:v>0.208</c:v>
                </c:pt>
                <c:pt idx="219">
                  <c:v>0.4625</c:v>
                </c:pt>
                <c:pt idx="220">
                  <c:v>0.255</c:v>
                </c:pt>
                <c:pt idx="221">
                  <c:v>0.14</c:v>
                </c:pt>
                <c:pt idx="222">
                  <c:v>0.096</c:v>
                </c:pt>
                <c:pt idx="223">
                  <c:v>0.52</c:v>
                </c:pt>
                <c:pt idx="224">
                  <c:v>0.4285</c:v>
                </c:pt>
                <c:pt idx="225">
                  <c:v>0.31</c:v>
                </c:pt>
                <c:pt idx="226">
                  <c:v>0.4425</c:v>
                </c:pt>
                <c:pt idx="227">
                  <c:v>0.468</c:v>
                </c:pt>
                <c:pt idx="228">
                  <c:v>0.16</c:v>
                </c:pt>
                <c:pt idx="229">
                  <c:v>0.35</c:v>
                </c:pt>
                <c:pt idx="230">
                  <c:v>0.18</c:v>
                </c:pt>
                <c:pt idx="231">
                  <c:v>0.095</c:v>
                </c:pt>
                <c:pt idx="232">
                  <c:v>0.158</c:v>
                </c:pt>
                <c:pt idx="233">
                  <c:v>0.365</c:v>
                </c:pt>
                <c:pt idx="234">
                  <c:v>0.394</c:v>
                </c:pt>
                <c:pt idx="235">
                  <c:v>0.445</c:v>
                </c:pt>
                <c:pt idx="236">
                  <c:v>0.4755</c:v>
                </c:pt>
                <c:pt idx="237">
                  <c:v>0.2845</c:v>
                </c:pt>
                <c:pt idx="238">
                  <c:v>0.336</c:v>
                </c:pt>
                <c:pt idx="239">
                  <c:v>0.095</c:v>
                </c:pt>
                <c:pt idx="240">
                  <c:v>0.3325</c:v>
                </c:pt>
                <c:pt idx="241">
                  <c:v>0.245</c:v>
                </c:pt>
                <c:pt idx="242">
                  <c:v>0.24</c:v>
                </c:pt>
                <c:pt idx="243">
                  <c:v>0.1955</c:v>
                </c:pt>
                <c:pt idx="244">
                  <c:v>0.475</c:v>
                </c:pt>
                <c:pt idx="245">
                  <c:v>0.26</c:v>
                </c:pt>
                <c:pt idx="246">
                  <c:v>0.384</c:v>
                </c:pt>
                <c:pt idx="247">
                  <c:v>0.213</c:v>
                </c:pt>
                <c:pt idx="248">
                  <c:v>0.335</c:v>
                </c:pt>
                <c:pt idx="249">
                  <c:v>0.105</c:v>
                </c:pt>
                <c:pt idx="250">
                  <c:v>0.271</c:v>
                </c:pt>
                <c:pt idx="251">
                  <c:v>0.27</c:v>
                </c:pt>
                <c:pt idx="252">
                  <c:v>0.15</c:v>
                </c:pt>
                <c:pt idx="253">
                  <c:v>0.155</c:v>
                </c:pt>
                <c:pt idx="254">
                  <c:v>0.351</c:v>
                </c:pt>
                <c:pt idx="255">
                  <c:v>0.0255</c:v>
                </c:pt>
                <c:pt idx="256">
                  <c:v>0.379</c:v>
                </c:pt>
                <c:pt idx="257">
                  <c:v>0.465</c:v>
                </c:pt>
                <c:pt idx="258">
                  <c:v>0.405</c:v>
                </c:pt>
                <c:pt idx="259">
                  <c:v>0.255</c:v>
                </c:pt>
                <c:pt idx="260">
                  <c:v>0.018</c:v>
                </c:pt>
                <c:pt idx="261">
                  <c:v>0.09</c:v>
                </c:pt>
                <c:pt idx="262">
                  <c:v>0.355</c:v>
                </c:pt>
                <c:pt idx="263">
                  <c:v>0.145</c:v>
                </c:pt>
                <c:pt idx="264">
                  <c:v>0.2245</c:v>
                </c:pt>
                <c:pt idx="265">
                  <c:v>0.06</c:v>
                </c:pt>
                <c:pt idx="266">
                  <c:v>0.319</c:v>
                </c:pt>
                <c:pt idx="267">
                  <c:v>0.13</c:v>
                </c:pt>
                <c:pt idx="268">
                  <c:v>0.57</c:v>
                </c:pt>
                <c:pt idx="269">
                  <c:v>0.315</c:v>
                </c:pt>
                <c:pt idx="270">
                  <c:v>0.045</c:v>
                </c:pt>
                <c:pt idx="271">
                  <c:v>0.12</c:v>
                </c:pt>
                <c:pt idx="272">
                  <c:v>0.204</c:v>
                </c:pt>
                <c:pt idx="273">
                  <c:v>0.4355</c:v>
                </c:pt>
                <c:pt idx="274">
                  <c:v>0.2515</c:v>
                </c:pt>
                <c:pt idx="275">
                  <c:v>0.086</c:v>
                </c:pt>
                <c:pt idx="276">
                  <c:v>0.19</c:v>
                </c:pt>
                <c:pt idx="277">
                  <c:v>0.275</c:v>
                </c:pt>
                <c:pt idx="278">
                  <c:v>0.0935</c:v>
                </c:pt>
                <c:pt idx="279">
                  <c:v>0.205</c:v>
                </c:pt>
                <c:pt idx="280">
                  <c:v>0.1355</c:v>
                </c:pt>
                <c:pt idx="281">
                  <c:v>0.155</c:v>
                </c:pt>
                <c:pt idx="282">
                  <c:v>0.11</c:v>
                </c:pt>
                <c:pt idx="283">
                  <c:v>0.3115</c:v>
                </c:pt>
                <c:pt idx="284">
                  <c:v>0.455</c:v>
                </c:pt>
                <c:pt idx="285">
                  <c:v>0.058</c:v>
                </c:pt>
                <c:pt idx="286">
                  <c:v>0.445</c:v>
                </c:pt>
                <c:pt idx="287">
                  <c:v>0.245</c:v>
                </c:pt>
                <c:pt idx="288">
                  <c:v>0.285</c:v>
                </c:pt>
                <c:pt idx="289">
                  <c:v>0.077</c:v>
                </c:pt>
                <c:pt idx="290">
                  <c:v>0.25</c:v>
                </c:pt>
                <c:pt idx="291">
                  <c:v>0.37</c:v>
                </c:pt>
                <c:pt idx="292">
                  <c:v>0.435</c:v>
                </c:pt>
                <c:pt idx="293">
                  <c:v>0.344</c:v>
                </c:pt>
                <c:pt idx="294">
                  <c:v>0.11</c:v>
                </c:pt>
                <c:pt idx="295">
                  <c:v>0.502</c:v>
                </c:pt>
                <c:pt idx="296">
                  <c:v>0.16</c:v>
                </c:pt>
                <c:pt idx="297">
                  <c:v>0.24</c:v>
                </c:pt>
                <c:pt idx="298">
                  <c:v>0.059</c:v>
                </c:pt>
                <c:pt idx="299">
                  <c:v>0.52</c:v>
                </c:pt>
                <c:pt idx="300">
                  <c:v>0.325</c:v>
                </c:pt>
                <c:pt idx="301">
                  <c:v>0.035</c:v>
                </c:pt>
                <c:pt idx="302">
                  <c:v>0.375</c:v>
                </c:pt>
                <c:pt idx="303">
                  <c:v>0.066</c:v>
                </c:pt>
                <c:pt idx="304">
                  <c:v>0.37</c:v>
                </c:pt>
                <c:pt idx="305">
                  <c:v>0.14</c:v>
                </c:pt>
                <c:pt idx="306">
                  <c:v>0.169</c:v>
                </c:pt>
                <c:pt idx="307">
                  <c:v>0.725</c:v>
                </c:pt>
                <c:pt idx="308">
                  <c:v>0.17</c:v>
                </c:pt>
                <c:pt idx="309">
                  <c:v>0.045</c:v>
                </c:pt>
                <c:pt idx="310">
                  <c:v>0.375</c:v>
                </c:pt>
                <c:pt idx="311">
                  <c:v>0.19</c:v>
                </c:pt>
                <c:pt idx="312">
                  <c:v>0.4075</c:v>
                </c:pt>
                <c:pt idx="313">
                  <c:v>0.3165</c:v>
                </c:pt>
                <c:pt idx="314">
                  <c:v>0.315</c:v>
                </c:pt>
                <c:pt idx="315">
                  <c:v>0.31</c:v>
                </c:pt>
                <c:pt idx="316">
                  <c:v>0.2795</c:v>
                </c:pt>
                <c:pt idx="317">
                  <c:v>0.2505</c:v>
                </c:pt>
                <c:pt idx="318">
                  <c:v>0.015</c:v>
                </c:pt>
                <c:pt idx="319">
                  <c:v>0.6</c:v>
                </c:pt>
                <c:pt idx="320">
                  <c:v>0.25</c:v>
                </c:pt>
                <c:pt idx="321">
                  <c:v>0.265</c:v>
                </c:pt>
                <c:pt idx="322">
                  <c:v>0.22</c:v>
                </c:pt>
                <c:pt idx="323">
                  <c:v>0.2675</c:v>
                </c:pt>
                <c:pt idx="324">
                  <c:v>0.01</c:v>
                </c:pt>
                <c:pt idx="325">
                  <c:v>0.335</c:v>
                </c:pt>
                <c:pt idx="326">
                  <c:v>0.365</c:v>
                </c:pt>
                <c:pt idx="327">
                  <c:v>0.2</c:v>
                </c:pt>
                <c:pt idx="328">
                  <c:v>0.168</c:v>
                </c:pt>
                <c:pt idx="329">
                  <c:v>0.228</c:v>
                </c:pt>
                <c:pt idx="330">
                  <c:v>0.0425</c:v>
                </c:pt>
                <c:pt idx="331">
                  <c:v>0.2565</c:v>
                </c:pt>
                <c:pt idx="332">
                  <c:v>0.1845</c:v>
                </c:pt>
                <c:pt idx="333">
                  <c:v>0.185</c:v>
                </c:pt>
                <c:pt idx="334">
                  <c:v>0.36</c:v>
                </c:pt>
                <c:pt idx="335">
                  <c:v>0.25</c:v>
                </c:pt>
                <c:pt idx="336">
                  <c:v>0.31</c:v>
                </c:pt>
                <c:pt idx="337">
                  <c:v>0.055</c:v>
                </c:pt>
                <c:pt idx="338">
                  <c:v>0.074</c:v>
                </c:pt>
                <c:pt idx="339">
                  <c:v>0.239</c:v>
                </c:pt>
                <c:pt idx="340">
                  <c:v>0.3745</c:v>
                </c:pt>
                <c:pt idx="341">
                  <c:v>0.485</c:v>
                </c:pt>
                <c:pt idx="342">
                  <c:v>0.4505</c:v>
                </c:pt>
                <c:pt idx="343">
                  <c:v>0.325</c:v>
                </c:pt>
                <c:pt idx="344">
                  <c:v>0.175</c:v>
                </c:pt>
                <c:pt idx="345">
                  <c:v>0.195</c:v>
                </c:pt>
                <c:pt idx="346">
                  <c:v>0.04</c:v>
                </c:pt>
                <c:pt idx="347">
                  <c:v>0.068</c:v>
                </c:pt>
                <c:pt idx="348">
                  <c:v>0.415</c:v>
                </c:pt>
                <c:pt idx="349">
                  <c:v>0.133</c:v>
                </c:pt>
                <c:pt idx="350">
                  <c:v>0.57</c:v>
                </c:pt>
                <c:pt idx="351">
                  <c:v>0.345</c:v>
                </c:pt>
                <c:pt idx="352">
                  <c:v>0.316</c:v>
                </c:pt>
                <c:pt idx="353">
                  <c:v>0.125</c:v>
                </c:pt>
                <c:pt idx="354">
                  <c:v>0.28</c:v>
                </c:pt>
                <c:pt idx="355">
                  <c:v>0.238</c:v>
                </c:pt>
                <c:pt idx="356">
                  <c:v>0.03</c:v>
                </c:pt>
                <c:pt idx="357">
                  <c:v>0.302</c:v>
                </c:pt>
                <c:pt idx="358">
                  <c:v>0.075</c:v>
                </c:pt>
                <c:pt idx="359">
                  <c:v>0.038</c:v>
                </c:pt>
                <c:pt idx="360">
                  <c:v>0.044</c:v>
                </c:pt>
                <c:pt idx="361">
                  <c:v>0.265</c:v>
                </c:pt>
                <c:pt idx="362">
                  <c:v>0.275</c:v>
                </c:pt>
                <c:pt idx="363">
                  <c:v>0.289</c:v>
                </c:pt>
                <c:pt idx="364">
                  <c:v>0.0215</c:v>
                </c:pt>
                <c:pt idx="365">
                  <c:v>0.245</c:v>
                </c:pt>
                <c:pt idx="366">
                  <c:v>0.166</c:v>
                </c:pt>
                <c:pt idx="367">
                  <c:v>0.175</c:v>
                </c:pt>
                <c:pt idx="368">
                  <c:v>0.253</c:v>
                </c:pt>
                <c:pt idx="369">
                  <c:v>0.125</c:v>
                </c:pt>
                <c:pt idx="370">
                  <c:v>0.2945</c:v>
                </c:pt>
                <c:pt idx="371">
                  <c:v>0.305</c:v>
                </c:pt>
                <c:pt idx="372">
                  <c:v>0.476</c:v>
                </c:pt>
                <c:pt idx="373">
                  <c:v>0.27</c:v>
                </c:pt>
                <c:pt idx="374">
                  <c:v>0.0355</c:v>
                </c:pt>
                <c:pt idx="375">
                  <c:v>0.12</c:v>
                </c:pt>
                <c:pt idx="376">
                  <c:v>0.12</c:v>
                </c:pt>
                <c:pt idx="377">
                  <c:v>0.15</c:v>
                </c:pt>
                <c:pt idx="378">
                  <c:v>0.08</c:v>
                </c:pt>
                <c:pt idx="379">
                  <c:v>0.2105</c:v>
                </c:pt>
                <c:pt idx="380">
                  <c:v>0.175</c:v>
                </c:pt>
                <c:pt idx="381">
                  <c:v>0.3045</c:v>
                </c:pt>
                <c:pt idx="382">
                  <c:v>0.126</c:v>
                </c:pt>
                <c:pt idx="383">
                  <c:v>0.43</c:v>
                </c:pt>
                <c:pt idx="384">
                  <c:v>0.19</c:v>
                </c:pt>
                <c:pt idx="385">
                  <c:v>0.38</c:v>
                </c:pt>
                <c:pt idx="386">
                  <c:v>0.1915</c:v>
                </c:pt>
                <c:pt idx="387">
                  <c:v>0.165</c:v>
                </c:pt>
                <c:pt idx="388">
                  <c:v>0.2515</c:v>
                </c:pt>
                <c:pt idx="389">
                  <c:v>0.235</c:v>
                </c:pt>
                <c:pt idx="390">
                  <c:v>0.305</c:v>
                </c:pt>
                <c:pt idx="391">
                  <c:v>0.055</c:v>
                </c:pt>
                <c:pt idx="392">
                  <c:v>0.22</c:v>
                </c:pt>
                <c:pt idx="393">
                  <c:v>0.0695</c:v>
                </c:pt>
                <c:pt idx="394">
                  <c:v>0.3055</c:v>
                </c:pt>
                <c:pt idx="395">
                  <c:v>0.3035</c:v>
                </c:pt>
                <c:pt idx="396">
                  <c:v>0.275</c:v>
                </c:pt>
                <c:pt idx="397">
                  <c:v>0.29</c:v>
                </c:pt>
                <c:pt idx="398">
                  <c:v>0.1365</c:v>
                </c:pt>
                <c:pt idx="399">
                  <c:v>0.244</c:v>
                </c:pt>
                <c:pt idx="400">
                  <c:v>0.378</c:v>
                </c:pt>
                <c:pt idx="401">
                  <c:v>0.292</c:v>
                </c:pt>
                <c:pt idx="402">
                  <c:v>0.4155</c:v>
                </c:pt>
                <c:pt idx="403">
                  <c:v>0.025</c:v>
                </c:pt>
                <c:pt idx="404">
                  <c:v>0.215</c:v>
                </c:pt>
                <c:pt idx="405">
                  <c:v>0.192</c:v>
                </c:pt>
                <c:pt idx="406">
                  <c:v>0.263</c:v>
                </c:pt>
                <c:pt idx="407">
                  <c:v>0.126</c:v>
                </c:pt>
                <c:pt idx="408">
                  <c:v>0.02</c:v>
                </c:pt>
                <c:pt idx="409">
                  <c:v>0.115</c:v>
                </c:pt>
                <c:pt idx="410">
                  <c:v>0.545</c:v>
                </c:pt>
                <c:pt idx="411">
                  <c:v>0.4</c:v>
                </c:pt>
                <c:pt idx="412">
                  <c:v>0.48</c:v>
                </c:pt>
                <c:pt idx="413">
                  <c:v>0.106</c:v>
                </c:pt>
                <c:pt idx="414">
                  <c:v>0.5965</c:v>
                </c:pt>
                <c:pt idx="415">
                  <c:v>0.136</c:v>
                </c:pt>
                <c:pt idx="416">
                  <c:v>0.23</c:v>
                </c:pt>
                <c:pt idx="417">
                  <c:v>0.345</c:v>
                </c:pt>
                <c:pt idx="418">
                  <c:v>0.05</c:v>
                </c:pt>
                <c:pt idx="419">
                  <c:v>0.31</c:v>
                </c:pt>
                <c:pt idx="420">
                  <c:v>0.07</c:v>
                </c:pt>
                <c:pt idx="421">
                  <c:v>0.1195</c:v>
                </c:pt>
                <c:pt idx="422">
                  <c:v>0.234</c:v>
                </c:pt>
                <c:pt idx="423">
                  <c:v>0.4715</c:v>
                </c:pt>
                <c:pt idx="424">
                  <c:v>0.215</c:v>
                </c:pt>
                <c:pt idx="425">
                  <c:v>0.224</c:v>
                </c:pt>
                <c:pt idx="426">
                  <c:v>0.2835</c:v>
                </c:pt>
                <c:pt idx="427">
                  <c:v>0.292</c:v>
                </c:pt>
                <c:pt idx="428">
                  <c:v>0.11</c:v>
                </c:pt>
                <c:pt idx="429">
                  <c:v>0.0825</c:v>
                </c:pt>
                <c:pt idx="430">
                  <c:v>0.19</c:v>
                </c:pt>
                <c:pt idx="431">
                  <c:v>0.283</c:v>
                </c:pt>
                <c:pt idx="432">
                  <c:v>0.17</c:v>
                </c:pt>
                <c:pt idx="433">
                  <c:v>0.58</c:v>
                </c:pt>
                <c:pt idx="434">
                  <c:v>0.115</c:v>
                </c:pt>
                <c:pt idx="435">
                  <c:v>0.1</c:v>
                </c:pt>
                <c:pt idx="436">
                  <c:v>0.2985</c:v>
                </c:pt>
                <c:pt idx="437">
                  <c:v>0.17</c:v>
                </c:pt>
                <c:pt idx="438">
                  <c:v>0.215</c:v>
                </c:pt>
                <c:pt idx="439">
                  <c:v>0.225</c:v>
                </c:pt>
                <c:pt idx="440">
                  <c:v>0.325</c:v>
                </c:pt>
                <c:pt idx="441">
                  <c:v>0.095</c:v>
                </c:pt>
                <c:pt idx="442">
                  <c:v>0.375</c:v>
                </c:pt>
                <c:pt idx="443">
                  <c:v>0.1315</c:v>
                </c:pt>
                <c:pt idx="444">
                  <c:v>0.349</c:v>
                </c:pt>
                <c:pt idx="445">
                  <c:v>0.657</c:v>
                </c:pt>
                <c:pt idx="446">
                  <c:v>0.304</c:v>
                </c:pt>
                <c:pt idx="447">
                  <c:v>0.295</c:v>
                </c:pt>
                <c:pt idx="448">
                  <c:v>0.135</c:v>
                </c:pt>
                <c:pt idx="449">
                  <c:v>0.491</c:v>
                </c:pt>
                <c:pt idx="450">
                  <c:v>0.435</c:v>
                </c:pt>
                <c:pt idx="451">
                  <c:v>0.01</c:v>
                </c:pt>
                <c:pt idx="452">
                  <c:v>0.18</c:v>
                </c:pt>
                <c:pt idx="453">
                  <c:v>0.33</c:v>
                </c:pt>
                <c:pt idx="454">
                  <c:v>0.273</c:v>
                </c:pt>
                <c:pt idx="455">
                  <c:v>0.5235</c:v>
                </c:pt>
                <c:pt idx="456">
                  <c:v>0.22</c:v>
                </c:pt>
                <c:pt idx="457">
                  <c:v>0.4295</c:v>
                </c:pt>
                <c:pt idx="458">
                  <c:v>0.1075</c:v>
                </c:pt>
                <c:pt idx="459">
                  <c:v>0.129</c:v>
                </c:pt>
                <c:pt idx="460">
                  <c:v>0.215</c:v>
                </c:pt>
                <c:pt idx="461">
                  <c:v>0.32</c:v>
                </c:pt>
                <c:pt idx="462">
                  <c:v>0.11</c:v>
                </c:pt>
                <c:pt idx="463">
                  <c:v>0.265</c:v>
                </c:pt>
                <c:pt idx="464">
                  <c:v>0.3095</c:v>
                </c:pt>
                <c:pt idx="465">
                  <c:v>0.1455</c:v>
                </c:pt>
                <c:pt idx="466">
                  <c:v>0.2045</c:v>
                </c:pt>
                <c:pt idx="467">
                  <c:v>0.09</c:v>
                </c:pt>
                <c:pt idx="468">
                  <c:v>0.262</c:v>
                </c:pt>
                <c:pt idx="469">
                  <c:v>0.17</c:v>
                </c:pt>
                <c:pt idx="470">
                  <c:v>0.0245</c:v>
                </c:pt>
                <c:pt idx="471">
                  <c:v>0.403</c:v>
                </c:pt>
                <c:pt idx="472">
                  <c:v>0.0485</c:v>
                </c:pt>
                <c:pt idx="473">
                  <c:v>0.5215</c:v>
                </c:pt>
                <c:pt idx="474">
                  <c:v>0.2215</c:v>
                </c:pt>
                <c:pt idx="475">
                  <c:v>0.2425</c:v>
                </c:pt>
                <c:pt idx="476">
                  <c:v>0.3315</c:v>
                </c:pt>
                <c:pt idx="477">
                  <c:v>0.41</c:v>
                </c:pt>
                <c:pt idx="478">
                  <c:v>0.0095</c:v>
                </c:pt>
                <c:pt idx="479">
                  <c:v>0.08</c:v>
                </c:pt>
                <c:pt idx="480">
                  <c:v>0.2315</c:v>
                </c:pt>
                <c:pt idx="481">
                  <c:v>0.37</c:v>
                </c:pt>
                <c:pt idx="482">
                  <c:v>0.2925</c:v>
                </c:pt>
                <c:pt idx="483">
                  <c:v>0.495</c:v>
                </c:pt>
                <c:pt idx="484">
                  <c:v>0.166</c:v>
                </c:pt>
                <c:pt idx="485">
                  <c:v>0.441</c:v>
                </c:pt>
                <c:pt idx="486">
                  <c:v>0.495</c:v>
                </c:pt>
                <c:pt idx="487">
                  <c:v>0.245</c:v>
                </c:pt>
                <c:pt idx="488">
                  <c:v>0.16</c:v>
                </c:pt>
                <c:pt idx="489">
                  <c:v>0.062</c:v>
                </c:pt>
                <c:pt idx="490">
                  <c:v>0.24</c:v>
                </c:pt>
                <c:pt idx="491">
                  <c:v>0.216</c:v>
                </c:pt>
                <c:pt idx="492">
                  <c:v>0.0645</c:v>
                </c:pt>
                <c:pt idx="493">
                  <c:v>0.223</c:v>
                </c:pt>
                <c:pt idx="494">
                  <c:v>0.131</c:v>
                </c:pt>
                <c:pt idx="495">
                  <c:v>0.175</c:v>
                </c:pt>
                <c:pt idx="496">
                  <c:v>0.008</c:v>
                </c:pt>
                <c:pt idx="497">
                  <c:v>0.065</c:v>
                </c:pt>
                <c:pt idx="498">
                  <c:v>0.265</c:v>
                </c:pt>
                <c:pt idx="499">
                  <c:v>0.072</c:v>
                </c:pt>
                <c:pt idx="500">
                  <c:v>0.131</c:v>
                </c:pt>
                <c:pt idx="501">
                  <c:v>0.239</c:v>
                </c:pt>
                <c:pt idx="502">
                  <c:v>0.04</c:v>
                </c:pt>
                <c:pt idx="503">
                  <c:v>0.165</c:v>
                </c:pt>
                <c:pt idx="504">
                  <c:v>0.2685</c:v>
                </c:pt>
                <c:pt idx="505">
                  <c:v>0.19</c:v>
                </c:pt>
                <c:pt idx="506">
                  <c:v>0.05</c:v>
                </c:pt>
                <c:pt idx="507">
                  <c:v>0.355</c:v>
                </c:pt>
                <c:pt idx="508">
                  <c:v>0.11</c:v>
                </c:pt>
                <c:pt idx="509">
                  <c:v>0.315</c:v>
                </c:pt>
                <c:pt idx="510">
                  <c:v>0.3005</c:v>
                </c:pt>
                <c:pt idx="511">
                  <c:v>0.054</c:v>
                </c:pt>
                <c:pt idx="512">
                  <c:v>0.05</c:v>
                </c:pt>
                <c:pt idx="513">
                  <c:v>0.109</c:v>
                </c:pt>
                <c:pt idx="514">
                  <c:v>0.18</c:v>
                </c:pt>
                <c:pt idx="515">
                  <c:v>0.168</c:v>
                </c:pt>
                <c:pt idx="516">
                  <c:v>0.3745</c:v>
                </c:pt>
                <c:pt idx="517">
                  <c:v>0.1955</c:v>
                </c:pt>
                <c:pt idx="518">
                  <c:v>0.411</c:v>
                </c:pt>
                <c:pt idx="519">
                  <c:v>0.315</c:v>
                </c:pt>
                <c:pt idx="520">
                  <c:v>0.295</c:v>
                </c:pt>
                <c:pt idx="521">
                  <c:v>0.0065</c:v>
                </c:pt>
                <c:pt idx="522">
                  <c:v>0.365</c:v>
                </c:pt>
                <c:pt idx="523">
                  <c:v>0.2</c:v>
                </c:pt>
                <c:pt idx="524">
                  <c:v>0.355</c:v>
                </c:pt>
                <c:pt idx="525">
                  <c:v>0.0495</c:v>
                </c:pt>
                <c:pt idx="526">
                  <c:v>0.3735</c:v>
                </c:pt>
                <c:pt idx="527">
                  <c:v>0.055</c:v>
                </c:pt>
                <c:pt idx="528">
                  <c:v>0.305</c:v>
                </c:pt>
                <c:pt idx="529">
                  <c:v>0.18</c:v>
                </c:pt>
                <c:pt idx="530">
                  <c:v>0.3</c:v>
                </c:pt>
                <c:pt idx="531">
                  <c:v>0.85</c:v>
                </c:pt>
                <c:pt idx="532">
                  <c:v>0.0455</c:v>
                </c:pt>
                <c:pt idx="533">
                  <c:v>0.378</c:v>
                </c:pt>
                <c:pt idx="534">
                  <c:v>0.34</c:v>
                </c:pt>
                <c:pt idx="535">
                  <c:v>0.26</c:v>
                </c:pt>
                <c:pt idx="536">
                  <c:v>0.3</c:v>
                </c:pt>
                <c:pt idx="537">
                  <c:v>0.22</c:v>
                </c:pt>
                <c:pt idx="538">
                  <c:v>0.1945</c:v>
                </c:pt>
                <c:pt idx="539">
                  <c:v>0.104</c:v>
                </c:pt>
                <c:pt idx="540">
                  <c:v>0.58</c:v>
                </c:pt>
                <c:pt idx="541">
                  <c:v>0.48</c:v>
                </c:pt>
                <c:pt idx="542">
                  <c:v>0.1</c:v>
                </c:pt>
                <c:pt idx="543">
                  <c:v>0.285</c:v>
                </c:pt>
                <c:pt idx="544">
                  <c:v>0.265</c:v>
                </c:pt>
                <c:pt idx="545">
                  <c:v>0.3235</c:v>
                </c:pt>
                <c:pt idx="546">
                  <c:v>0.125</c:v>
                </c:pt>
                <c:pt idx="547">
                  <c:v>0.2</c:v>
                </c:pt>
                <c:pt idx="548">
                  <c:v>0.164</c:v>
                </c:pt>
                <c:pt idx="549">
                  <c:v>0.27</c:v>
                </c:pt>
                <c:pt idx="550">
                  <c:v>0.075</c:v>
                </c:pt>
                <c:pt idx="551">
                  <c:v>0.255</c:v>
                </c:pt>
                <c:pt idx="552">
                  <c:v>0.1105</c:v>
                </c:pt>
                <c:pt idx="553">
                  <c:v>0.23</c:v>
                </c:pt>
                <c:pt idx="554">
                  <c:v>0.2265</c:v>
                </c:pt>
                <c:pt idx="555">
                  <c:v>0.06</c:v>
                </c:pt>
                <c:pt idx="556">
                  <c:v>0.043</c:v>
                </c:pt>
                <c:pt idx="557">
                  <c:v>0.3535</c:v>
                </c:pt>
                <c:pt idx="558">
                  <c:v>0.085</c:v>
                </c:pt>
                <c:pt idx="559">
                  <c:v>0.062</c:v>
                </c:pt>
                <c:pt idx="560">
                  <c:v>0.295</c:v>
                </c:pt>
                <c:pt idx="561">
                  <c:v>0.385</c:v>
                </c:pt>
                <c:pt idx="562">
                  <c:v>0.345</c:v>
                </c:pt>
                <c:pt idx="563">
                  <c:v>0.345</c:v>
                </c:pt>
                <c:pt idx="564">
                  <c:v>0.33</c:v>
                </c:pt>
                <c:pt idx="565">
                  <c:v>0.439</c:v>
                </c:pt>
                <c:pt idx="566">
                  <c:v>0.32</c:v>
                </c:pt>
                <c:pt idx="567">
                  <c:v>0.19</c:v>
                </c:pt>
                <c:pt idx="568">
                  <c:v>0.275</c:v>
                </c:pt>
                <c:pt idx="569">
                  <c:v>0.444</c:v>
                </c:pt>
                <c:pt idx="570">
                  <c:v>0.085</c:v>
                </c:pt>
                <c:pt idx="571">
                  <c:v>0.477</c:v>
                </c:pt>
                <c:pt idx="572">
                  <c:v>0.21</c:v>
                </c:pt>
                <c:pt idx="573">
                  <c:v>0.1935</c:v>
                </c:pt>
                <c:pt idx="574">
                  <c:v>0.195</c:v>
                </c:pt>
                <c:pt idx="575">
                  <c:v>0.38</c:v>
                </c:pt>
                <c:pt idx="576">
                  <c:v>0.265</c:v>
                </c:pt>
                <c:pt idx="577">
                  <c:v>0.0495</c:v>
                </c:pt>
                <c:pt idx="578">
                  <c:v>0.399</c:v>
                </c:pt>
                <c:pt idx="579">
                  <c:v>0.175</c:v>
                </c:pt>
                <c:pt idx="580">
                  <c:v>0.275</c:v>
                </c:pt>
                <c:pt idx="581">
                  <c:v>0.034</c:v>
                </c:pt>
                <c:pt idx="582">
                  <c:v>0.41</c:v>
                </c:pt>
                <c:pt idx="583">
                  <c:v>0.31</c:v>
                </c:pt>
                <c:pt idx="584">
                  <c:v>0.155</c:v>
                </c:pt>
                <c:pt idx="585">
                  <c:v>0.291</c:v>
                </c:pt>
                <c:pt idx="586">
                  <c:v>0.231</c:v>
                </c:pt>
                <c:pt idx="587">
                  <c:v>0.0405</c:v>
                </c:pt>
                <c:pt idx="588">
                  <c:v>0.1555</c:v>
                </c:pt>
                <c:pt idx="589">
                  <c:v>0.101</c:v>
                </c:pt>
                <c:pt idx="590">
                  <c:v>0.2915</c:v>
                </c:pt>
                <c:pt idx="591">
                  <c:v>0.1495</c:v>
                </c:pt>
                <c:pt idx="592">
                  <c:v>0.585</c:v>
                </c:pt>
                <c:pt idx="593">
                  <c:v>0.0835</c:v>
                </c:pt>
                <c:pt idx="594">
                  <c:v>0.1</c:v>
                </c:pt>
                <c:pt idx="595">
                  <c:v>0.36</c:v>
                </c:pt>
                <c:pt idx="596">
                  <c:v>0.185</c:v>
                </c:pt>
                <c:pt idx="597">
                  <c:v>0.3</c:v>
                </c:pt>
                <c:pt idx="598">
                  <c:v>0.3005</c:v>
                </c:pt>
                <c:pt idx="599">
                  <c:v>0.0575</c:v>
                </c:pt>
                <c:pt idx="600">
                  <c:v>0.431</c:v>
                </c:pt>
                <c:pt idx="601">
                  <c:v>0.13</c:v>
                </c:pt>
                <c:pt idx="602">
                  <c:v>0.1425</c:v>
                </c:pt>
                <c:pt idx="603">
                  <c:v>0.03</c:v>
                </c:pt>
                <c:pt idx="604">
                  <c:v>0.265</c:v>
                </c:pt>
                <c:pt idx="605">
                  <c:v>0.065</c:v>
                </c:pt>
                <c:pt idx="606">
                  <c:v>0.25</c:v>
                </c:pt>
                <c:pt idx="607">
                  <c:v>0.253</c:v>
                </c:pt>
                <c:pt idx="608">
                  <c:v>0.3</c:v>
                </c:pt>
                <c:pt idx="609">
                  <c:v>0.22</c:v>
                </c:pt>
                <c:pt idx="610">
                  <c:v>0.04</c:v>
                </c:pt>
                <c:pt idx="611">
                  <c:v>0.39</c:v>
                </c:pt>
                <c:pt idx="612">
                  <c:v>0.31</c:v>
                </c:pt>
                <c:pt idx="613">
                  <c:v>0.045</c:v>
                </c:pt>
                <c:pt idx="614">
                  <c:v>0.185</c:v>
                </c:pt>
                <c:pt idx="615">
                  <c:v>0.265</c:v>
                </c:pt>
                <c:pt idx="616">
                  <c:v>0.14</c:v>
                </c:pt>
                <c:pt idx="617">
                  <c:v>0.205</c:v>
                </c:pt>
                <c:pt idx="618">
                  <c:v>0.341</c:v>
                </c:pt>
                <c:pt idx="619">
                  <c:v>0.1195</c:v>
                </c:pt>
                <c:pt idx="620">
                  <c:v>0.265</c:v>
                </c:pt>
                <c:pt idx="621">
                  <c:v>0.055</c:v>
                </c:pt>
                <c:pt idx="622">
                  <c:v>0.5335</c:v>
                </c:pt>
                <c:pt idx="623">
                  <c:v>0.1535</c:v>
                </c:pt>
                <c:pt idx="624">
                  <c:v>0.1535</c:v>
                </c:pt>
                <c:pt idx="625">
                  <c:v>0.135</c:v>
                </c:pt>
                <c:pt idx="626">
                  <c:v>0.2255</c:v>
                </c:pt>
                <c:pt idx="627">
                  <c:v>0.11</c:v>
                </c:pt>
                <c:pt idx="628">
                  <c:v>0.4535</c:v>
                </c:pt>
                <c:pt idx="629">
                  <c:v>0.02</c:v>
                </c:pt>
                <c:pt idx="630">
                  <c:v>0.05</c:v>
                </c:pt>
                <c:pt idx="631">
                  <c:v>0.135</c:v>
                </c:pt>
                <c:pt idx="632">
                  <c:v>0.311</c:v>
                </c:pt>
                <c:pt idx="633">
                  <c:v>0.285</c:v>
                </c:pt>
                <c:pt idx="634">
                  <c:v>0.1375</c:v>
                </c:pt>
                <c:pt idx="635">
                  <c:v>0.2645</c:v>
                </c:pt>
                <c:pt idx="636">
                  <c:v>0.03</c:v>
                </c:pt>
                <c:pt idx="637">
                  <c:v>0.3985</c:v>
                </c:pt>
                <c:pt idx="638">
                  <c:v>0.205</c:v>
                </c:pt>
                <c:pt idx="639">
                  <c:v>0.169</c:v>
                </c:pt>
                <c:pt idx="640">
                  <c:v>0.374</c:v>
                </c:pt>
                <c:pt idx="641">
                  <c:v>0.462</c:v>
                </c:pt>
                <c:pt idx="642">
                  <c:v>0.465</c:v>
                </c:pt>
                <c:pt idx="643">
                  <c:v>0.004</c:v>
                </c:pt>
                <c:pt idx="644">
                  <c:v>0.275</c:v>
                </c:pt>
                <c:pt idx="645">
                  <c:v>0.295</c:v>
                </c:pt>
                <c:pt idx="646">
                  <c:v>0.09</c:v>
                </c:pt>
                <c:pt idx="647">
                  <c:v>0.265</c:v>
                </c:pt>
                <c:pt idx="648">
                  <c:v>0.405</c:v>
                </c:pt>
                <c:pt idx="649">
                  <c:v>0.365</c:v>
                </c:pt>
                <c:pt idx="650">
                  <c:v>0.105</c:v>
                </c:pt>
                <c:pt idx="651">
                  <c:v>0.095</c:v>
                </c:pt>
                <c:pt idx="652">
                  <c:v>0.278</c:v>
                </c:pt>
                <c:pt idx="653">
                  <c:v>0.295</c:v>
                </c:pt>
                <c:pt idx="654">
                  <c:v>0.217</c:v>
                </c:pt>
                <c:pt idx="655">
                  <c:v>0.4</c:v>
                </c:pt>
                <c:pt idx="656">
                  <c:v>0.044</c:v>
                </c:pt>
                <c:pt idx="657">
                  <c:v>0.255</c:v>
                </c:pt>
                <c:pt idx="658">
                  <c:v>0.142</c:v>
                </c:pt>
                <c:pt idx="659">
                  <c:v>0.41</c:v>
                </c:pt>
                <c:pt idx="660">
                  <c:v>0.11</c:v>
                </c:pt>
                <c:pt idx="661">
                  <c:v>0.21</c:v>
                </c:pt>
                <c:pt idx="662">
                  <c:v>0.3145</c:v>
                </c:pt>
                <c:pt idx="663">
                  <c:v>0.245</c:v>
                </c:pt>
                <c:pt idx="664">
                  <c:v>0.1045</c:v>
                </c:pt>
                <c:pt idx="665">
                  <c:v>0.2735</c:v>
                </c:pt>
                <c:pt idx="666">
                  <c:v>0.78</c:v>
                </c:pt>
                <c:pt idx="667">
                  <c:v>0.245</c:v>
                </c:pt>
                <c:pt idx="668">
                  <c:v>0.58</c:v>
                </c:pt>
                <c:pt idx="669">
                  <c:v>0.125</c:v>
                </c:pt>
                <c:pt idx="670">
                  <c:v>0.225</c:v>
                </c:pt>
                <c:pt idx="671">
                  <c:v>0.094</c:v>
                </c:pt>
                <c:pt idx="672">
                  <c:v>0.275</c:v>
                </c:pt>
                <c:pt idx="673">
                  <c:v>0.278</c:v>
                </c:pt>
                <c:pt idx="674">
                  <c:v>0.0225</c:v>
                </c:pt>
                <c:pt idx="675">
                  <c:v>0.2505</c:v>
                </c:pt>
                <c:pt idx="676">
                  <c:v>0.205</c:v>
                </c:pt>
                <c:pt idx="677">
                  <c:v>0.176</c:v>
                </c:pt>
                <c:pt idx="678">
                  <c:v>0.325</c:v>
                </c:pt>
                <c:pt idx="679">
                  <c:v>0.425</c:v>
                </c:pt>
                <c:pt idx="680">
                  <c:v>0.3</c:v>
                </c:pt>
                <c:pt idx="681">
                  <c:v>0.4375</c:v>
                </c:pt>
                <c:pt idx="682">
                  <c:v>0.011</c:v>
                </c:pt>
                <c:pt idx="683">
                  <c:v>0.215</c:v>
                </c:pt>
                <c:pt idx="684">
                  <c:v>0.137</c:v>
                </c:pt>
                <c:pt idx="685">
                  <c:v>0.185</c:v>
                </c:pt>
                <c:pt idx="686">
                  <c:v>0.344</c:v>
                </c:pt>
                <c:pt idx="687">
                  <c:v>0.1485</c:v>
                </c:pt>
                <c:pt idx="688">
                  <c:v>0.44</c:v>
                </c:pt>
                <c:pt idx="689">
                  <c:v>0.058</c:v>
                </c:pt>
                <c:pt idx="690">
                  <c:v>0.075</c:v>
                </c:pt>
                <c:pt idx="691">
                  <c:v>0.35</c:v>
                </c:pt>
                <c:pt idx="692">
                  <c:v>0.205</c:v>
                </c:pt>
                <c:pt idx="693">
                  <c:v>0.547</c:v>
                </c:pt>
                <c:pt idx="694">
                  <c:v>0.3825</c:v>
                </c:pt>
                <c:pt idx="695">
                  <c:v>0.1</c:v>
                </c:pt>
                <c:pt idx="696">
                  <c:v>0.205</c:v>
                </c:pt>
                <c:pt idx="697">
                  <c:v>0.3995</c:v>
                </c:pt>
                <c:pt idx="698">
                  <c:v>0.355</c:v>
                </c:pt>
                <c:pt idx="699">
                  <c:v>0.175</c:v>
                </c:pt>
                <c:pt idx="700">
                  <c:v>0.273</c:v>
                </c:pt>
                <c:pt idx="701">
                  <c:v>0.005</c:v>
                </c:pt>
                <c:pt idx="702">
                  <c:v>0.12</c:v>
                </c:pt>
                <c:pt idx="703">
                  <c:v>0.235</c:v>
                </c:pt>
                <c:pt idx="704">
                  <c:v>0.395</c:v>
                </c:pt>
                <c:pt idx="705">
                  <c:v>0.275</c:v>
                </c:pt>
                <c:pt idx="706">
                  <c:v>0.5175</c:v>
                </c:pt>
                <c:pt idx="707">
                  <c:v>0.0945</c:v>
                </c:pt>
                <c:pt idx="708">
                  <c:v>0.298</c:v>
                </c:pt>
                <c:pt idx="709">
                  <c:v>0.435</c:v>
                </c:pt>
                <c:pt idx="710">
                  <c:v>0.085</c:v>
                </c:pt>
                <c:pt idx="711">
                  <c:v>0.321</c:v>
                </c:pt>
                <c:pt idx="712">
                  <c:v>0.2915</c:v>
                </c:pt>
                <c:pt idx="713">
                  <c:v>0.196</c:v>
                </c:pt>
                <c:pt idx="714">
                  <c:v>0.301</c:v>
                </c:pt>
                <c:pt idx="715">
                  <c:v>0.28</c:v>
                </c:pt>
                <c:pt idx="716">
                  <c:v>0.095</c:v>
                </c:pt>
                <c:pt idx="717">
                  <c:v>0.193</c:v>
                </c:pt>
                <c:pt idx="718">
                  <c:v>0.54</c:v>
                </c:pt>
                <c:pt idx="719">
                  <c:v>0.1</c:v>
                </c:pt>
                <c:pt idx="720">
                  <c:v>0.0335</c:v>
                </c:pt>
                <c:pt idx="721">
                  <c:v>0.345</c:v>
                </c:pt>
                <c:pt idx="722">
                  <c:v>0.161</c:v>
                </c:pt>
                <c:pt idx="723">
                  <c:v>0.17</c:v>
                </c:pt>
                <c:pt idx="724">
                  <c:v>0.182</c:v>
                </c:pt>
                <c:pt idx="725">
                  <c:v>0.625</c:v>
                </c:pt>
                <c:pt idx="726">
                  <c:v>0.2065</c:v>
                </c:pt>
                <c:pt idx="727">
                  <c:v>0.355</c:v>
                </c:pt>
                <c:pt idx="728">
                  <c:v>0.1945</c:v>
                </c:pt>
                <c:pt idx="729">
                  <c:v>0.315</c:v>
                </c:pt>
                <c:pt idx="730">
                  <c:v>0.313</c:v>
                </c:pt>
                <c:pt idx="731">
                  <c:v>0.236</c:v>
                </c:pt>
                <c:pt idx="732">
                  <c:v>0.195</c:v>
                </c:pt>
                <c:pt idx="733">
                  <c:v>0.274</c:v>
                </c:pt>
                <c:pt idx="734">
                  <c:v>0.145</c:v>
                </c:pt>
                <c:pt idx="735">
                  <c:v>0.255</c:v>
                </c:pt>
                <c:pt idx="736">
                  <c:v>0.5</c:v>
                </c:pt>
                <c:pt idx="737">
                  <c:v>0.15</c:v>
                </c:pt>
                <c:pt idx="738">
                  <c:v>0.1035</c:v>
                </c:pt>
                <c:pt idx="739">
                  <c:v>0.335</c:v>
                </c:pt>
                <c:pt idx="740">
                  <c:v>0.287</c:v>
                </c:pt>
                <c:pt idx="741">
                  <c:v>0.148</c:v>
                </c:pt>
                <c:pt idx="742">
                  <c:v>0.285</c:v>
                </c:pt>
                <c:pt idx="743">
                  <c:v>0.225</c:v>
                </c:pt>
                <c:pt idx="744">
                  <c:v>0.12</c:v>
                </c:pt>
                <c:pt idx="745">
                  <c:v>0.085</c:v>
                </c:pt>
                <c:pt idx="746">
                  <c:v>0.316</c:v>
                </c:pt>
                <c:pt idx="747">
                  <c:v>0.03</c:v>
                </c:pt>
                <c:pt idx="748">
                  <c:v>0.091</c:v>
                </c:pt>
                <c:pt idx="749">
                  <c:v>0.396</c:v>
                </c:pt>
                <c:pt idx="750">
                  <c:v>0.01</c:v>
                </c:pt>
                <c:pt idx="751">
                  <c:v>0.175</c:v>
                </c:pt>
                <c:pt idx="752">
                  <c:v>0.3</c:v>
                </c:pt>
                <c:pt idx="753">
                  <c:v>0.185</c:v>
                </c:pt>
                <c:pt idx="754">
                  <c:v>0.2705</c:v>
                </c:pt>
                <c:pt idx="755">
                  <c:v>0.23</c:v>
                </c:pt>
                <c:pt idx="756">
                  <c:v>0.177</c:v>
                </c:pt>
                <c:pt idx="757">
                  <c:v>0.28</c:v>
                </c:pt>
                <c:pt idx="758">
                  <c:v>0.225</c:v>
                </c:pt>
                <c:pt idx="759">
                  <c:v>0.386</c:v>
                </c:pt>
                <c:pt idx="760">
                  <c:v>0.03</c:v>
                </c:pt>
                <c:pt idx="761">
                  <c:v>0.155</c:v>
                </c:pt>
                <c:pt idx="762">
                  <c:v>0.343</c:v>
                </c:pt>
                <c:pt idx="763">
                  <c:v>0.095</c:v>
                </c:pt>
                <c:pt idx="764">
                  <c:v>0.325</c:v>
                </c:pt>
                <c:pt idx="765">
                  <c:v>0.235</c:v>
                </c:pt>
                <c:pt idx="766">
                  <c:v>0.35</c:v>
                </c:pt>
                <c:pt idx="767">
                  <c:v>0.16</c:v>
                </c:pt>
                <c:pt idx="768">
                  <c:v>0.165</c:v>
                </c:pt>
                <c:pt idx="769">
                  <c:v>0.32</c:v>
                </c:pt>
                <c:pt idx="770">
                  <c:v>0.322</c:v>
                </c:pt>
                <c:pt idx="771">
                  <c:v>0.07</c:v>
                </c:pt>
                <c:pt idx="772">
                  <c:v>0.275</c:v>
                </c:pt>
                <c:pt idx="773">
                  <c:v>0.375</c:v>
                </c:pt>
                <c:pt idx="774">
                  <c:v>0.155</c:v>
                </c:pt>
                <c:pt idx="775">
                  <c:v>0.05</c:v>
                </c:pt>
                <c:pt idx="776">
                  <c:v>0.034</c:v>
                </c:pt>
                <c:pt idx="777">
                  <c:v>0.175</c:v>
                </c:pt>
                <c:pt idx="778">
                  <c:v>0.0335</c:v>
                </c:pt>
                <c:pt idx="779">
                  <c:v>0.35</c:v>
                </c:pt>
                <c:pt idx="780">
                  <c:v>0.46</c:v>
                </c:pt>
                <c:pt idx="781">
                  <c:v>0.025</c:v>
                </c:pt>
                <c:pt idx="782">
                  <c:v>0.455</c:v>
                </c:pt>
                <c:pt idx="783">
                  <c:v>0.275</c:v>
                </c:pt>
                <c:pt idx="784">
                  <c:v>0.416</c:v>
                </c:pt>
                <c:pt idx="785">
                  <c:v>0.13</c:v>
                </c:pt>
                <c:pt idx="786">
                  <c:v>0.383</c:v>
                </c:pt>
                <c:pt idx="787">
                  <c:v>0.2365</c:v>
                </c:pt>
                <c:pt idx="788">
                  <c:v>0.025</c:v>
                </c:pt>
                <c:pt idx="789">
                  <c:v>0.14</c:v>
                </c:pt>
                <c:pt idx="790">
                  <c:v>0.145</c:v>
                </c:pt>
                <c:pt idx="791">
                  <c:v>0.029</c:v>
                </c:pt>
                <c:pt idx="792">
                  <c:v>0.26</c:v>
                </c:pt>
                <c:pt idx="793">
                  <c:v>0.295</c:v>
                </c:pt>
                <c:pt idx="794">
                  <c:v>0.27</c:v>
                </c:pt>
                <c:pt idx="795">
                  <c:v>0.1945</c:v>
                </c:pt>
                <c:pt idx="796">
                  <c:v>0.25</c:v>
                </c:pt>
                <c:pt idx="797">
                  <c:v>0.21</c:v>
                </c:pt>
                <c:pt idx="798">
                  <c:v>0.44</c:v>
                </c:pt>
                <c:pt idx="799">
                  <c:v>0.1375</c:v>
                </c:pt>
                <c:pt idx="800">
                  <c:v>0.22</c:v>
                </c:pt>
                <c:pt idx="801">
                  <c:v>0.2925</c:v>
                </c:pt>
                <c:pt idx="802">
                  <c:v>0.235</c:v>
                </c:pt>
                <c:pt idx="803">
                  <c:v>0.112</c:v>
                </c:pt>
                <c:pt idx="804">
                  <c:v>0.06</c:v>
                </c:pt>
                <c:pt idx="805">
                  <c:v>0.46</c:v>
                </c:pt>
                <c:pt idx="806">
                  <c:v>0.249</c:v>
                </c:pt>
                <c:pt idx="807">
                  <c:v>0.15</c:v>
                </c:pt>
                <c:pt idx="808">
                  <c:v>0.235</c:v>
                </c:pt>
                <c:pt idx="809">
                  <c:v>0.04</c:v>
                </c:pt>
                <c:pt idx="810">
                  <c:v>0.185</c:v>
                </c:pt>
                <c:pt idx="811">
                  <c:v>0.17</c:v>
                </c:pt>
                <c:pt idx="812">
                  <c:v>0.29</c:v>
                </c:pt>
                <c:pt idx="813">
                  <c:v>0.157</c:v>
                </c:pt>
                <c:pt idx="814">
                  <c:v>0.219</c:v>
                </c:pt>
                <c:pt idx="815">
                  <c:v>0.082</c:v>
                </c:pt>
                <c:pt idx="816">
                  <c:v>0.345</c:v>
                </c:pt>
                <c:pt idx="817">
                  <c:v>0.14</c:v>
                </c:pt>
                <c:pt idx="818">
                  <c:v>0.079</c:v>
                </c:pt>
                <c:pt idx="819">
                  <c:v>0.174</c:v>
                </c:pt>
                <c:pt idx="820">
                  <c:v>0.295</c:v>
                </c:pt>
                <c:pt idx="821">
                  <c:v>0.435</c:v>
                </c:pt>
                <c:pt idx="822">
                  <c:v>0.16</c:v>
                </c:pt>
                <c:pt idx="823">
                  <c:v>0.207</c:v>
                </c:pt>
                <c:pt idx="824">
                  <c:v>0.3245</c:v>
                </c:pt>
                <c:pt idx="825">
                  <c:v>0.4045</c:v>
                </c:pt>
                <c:pt idx="826">
                  <c:v>0.17</c:v>
                </c:pt>
                <c:pt idx="827">
                  <c:v>0.0975</c:v>
                </c:pt>
                <c:pt idx="828">
                  <c:v>0.41</c:v>
                </c:pt>
                <c:pt idx="829">
                  <c:v>0.185</c:v>
                </c:pt>
                <c:pt idx="830">
                  <c:v>0.285</c:v>
                </c:pt>
                <c:pt idx="831">
                  <c:v>0.345</c:v>
                </c:pt>
                <c:pt idx="832">
                  <c:v>0.325</c:v>
                </c:pt>
                <c:pt idx="833">
                  <c:v>0.095</c:v>
                </c:pt>
                <c:pt idx="834">
                  <c:v>0.075</c:v>
                </c:pt>
                <c:pt idx="835">
                  <c:v>0.195</c:v>
                </c:pt>
                <c:pt idx="836">
                  <c:v>0.25</c:v>
                </c:pt>
                <c:pt idx="837">
                  <c:v>0.135</c:v>
                </c:pt>
                <c:pt idx="838">
                  <c:v>0.134</c:v>
                </c:pt>
                <c:pt idx="839">
                  <c:v>0.46</c:v>
                </c:pt>
                <c:pt idx="840">
                  <c:v>0.317</c:v>
                </c:pt>
                <c:pt idx="841">
                  <c:v>0.1775</c:v>
                </c:pt>
                <c:pt idx="842">
                  <c:v>0.079</c:v>
                </c:pt>
                <c:pt idx="843">
                  <c:v>0.185</c:v>
                </c:pt>
                <c:pt idx="844">
                  <c:v>0.305</c:v>
                </c:pt>
                <c:pt idx="845">
                  <c:v>0.253</c:v>
                </c:pt>
                <c:pt idx="846">
                  <c:v>0.355</c:v>
                </c:pt>
                <c:pt idx="847">
                  <c:v>0.398</c:v>
                </c:pt>
                <c:pt idx="848">
                  <c:v>0.1125</c:v>
                </c:pt>
                <c:pt idx="849">
                  <c:v>0.145</c:v>
                </c:pt>
                <c:pt idx="850">
                  <c:v>0.08</c:v>
                </c:pt>
                <c:pt idx="851">
                  <c:v>0.76</c:v>
                </c:pt>
                <c:pt idx="852">
                  <c:v>0.3</c:v>
                </c:pt>
                <c:pt idx="853">
                  <c:v>0.505</c:v>
                </c:pt>
                <c:pt idx="854">
                  <c:v>0.5315</c:v>
                </c:pt>
                <c:pt idx="855">
                  <c:v>0.3535</c:v>
                </c:pt>
                <c:pt idx="856">
                  <c:v>0.26</c:v>
                </c:pt>
                <c:pt idx="857">
                  <c:v>0.479</c:v>
                </c:pt>
                <c:pt idx="858">
                  <c:v>0.295</c:v>
                </c:pt>
                <c:pt idx="859">
                  <c:v>0.485</c:v>
                </c:pt>
                <c:pt idx="860">
                  <c:v>0.4</c:v>
                </c:pt>
                <c:pt idx="861">
                  <c:v>0.29</c:v>
                </c:pt>
                <c:pt idx="862">
                  <c:v>0.2985</c:v>
                </c:pt>
                <c:pt idx="863">
                  <c:v>0.1855</c:v>
                </c:pt>
                <c:pt idx="864">
                  <c:v>0.455</c:v>
                </c:pt>
                <c:pt idx="865">
                  <c:v>0.035</c:v>
                </c:pt>
                <c:pt idx="866">
                  <c:v>0.35</c:v>
                </c:pt>
                <c:pt idx="867">
                  <c:v>0.415</c:v>
                </c:pt>
                <c:pt idx="868">
                  <c:v>0.255</c:v>
                </c:pt>
                <c:pt idx="869">
                  <c:v>0.3105</c:v>
                </c:pt>
                <c:pt idx="870">
                  <c:v>0.1825</c:v>
                </c:pt>
                <c:pt idx="871">
                  <c:v>0.117</c:v>
                </c:pt>
                <c:pt idx="872">
                  <c:v>0.186</c:v>
                </c:pt>
                <c:pt idx="873">
                  <c:v>0.005</c:v>
                </c:pt>
                <c:pt idx="874">
                  <c:v>0.1345</c:v>
                </c:pt>
                <c:pt idx="875">
                  <c:v>0.262</c:v>
                </c:pt>
                <c:pt idx="876">
                  <c:v>0.115</c:v>
                </c:pt>
                <c:pt idx="877">
                  <c:v>0.12</c:v>
                </c:pt>
                <c:pt idx="878">
                  <c:v>0.14</c:v>
                </c:pt>
                <c:pt idx="879">
                  <c:v>0.2</c:v>
                </c:pt>
                <c:pt idx="880">
                  <c:v>0.116</c:v>
                </c:pt>
                <c:pt idx="881">
                  <c:v>0.027</c:v>
                </c:pt>
                <c:pt idx="882">
                  <c:v>0.1345</c:v>
                </c:pt>
                <c:pt idx="883">
                  <c:v>0.0755</c:v>
                </c:pt>
                <c:pt idx="884">
                  <c:v>0.53</c:v>
                </c:pt>
                <c:pt idx="885">
                  <c:v>0.2905</c:v>
                </c:pt>
                <c:pt idx="886">
                  <c:v>0.2615</c:v>
                </c:pt>
                <c:pt idx="887">
                  <c:v>0.1525</c:v>
                </c:pt>
                <c:pt idx="888">
                  <c:v>0.4325</c:v>
                </c:pt>
                <c:pt idx="889">
                  <c:v>0.1185</c:v>
                </c:pt>
                <c:pt idx="890">
                  <c:v>0.325</c:v>
                </c:pt>
                <c:pt idx="891">
                  <c:v>0.063</c:v>
                </c:pt>
                <c:pt idx="892">
                  <c:v>0.22</c:v>
                </c:pt>
                <c:pt idx="893">
                  <c:v>0.385</c:v>
                </c:pt>
                <c:pt idx="894">
                  <c:v>0.27</c:v>
                </c:pt>
                <c:pt idx="895">
                  <c:v>0.07</c:v>
                </c:pt>
                <c:pt idx="896">
                  <c:v>0.06</c:v>
                </c:pt>
                <c:pt idx="897">
                  <c:v>0.159</c:v>
                </c:pt>
                <c:pt idx="898">
                  <c:v>0.115</c:v>
                </c:pt>
                <c:pt idx="899">
                  <c:v>0.15</c:v>
                </c:pt>
                <c:pt idx="900">
                  <c:v>0.512</c:v>
                </c:pt>
                <c:pt idx="901">
                  <c:v>0.165</c:v>
                </c:pt>
                <c:pt idx="902">
                  <c:v>0.482</c:v>
                </c:pt>
                <c:pt idx="903">
                  <c:v>0.42</c:v>
                </c:pt>
                <c:pt idx="904">
                  <c:v>0.076</c:v>
                </c:pt>
                <c:pt idx="905">
                  <c:v>0.012</c:v>
                </c:pt>
                <c:pt idx="906">
                  <c:v>0.0955</c:v>
                </c:pt>
                <c:pt idx="907">
                  <c:v>0.32</c:v>
                </c:pt>
                <c:pt idx="908">
                  <c:v>0.505</c:v>
                </c:pt>
                <c:pt idx="909">
                  <c:v>0.3</c:v>
                </c:pt>
                <c:pt idx="910">
                  <c:v>0.115</c:v>
                </c:pt>
                <c:pt idx="911">
                  <c:v>0.0825</c:v>
                </c:pt>
                <c:pt idx="912">
                  <c:v>0.4025</c:v>
                </c:pt>
                <c:pt idx="913">
                  <c:v>0.225</c:v>
                </c:pt>
                <c:pt idx="914">
                  <c:v>0.1275</c:v>
                </c:pt>
                <c:pt idx="915">
                  <c:v>0.215</c:v>
                </c:pt>
                <c:pt idx="916">
                  <c:v>0.37</c:v>
                </c:pt>
                <c:pt idx="917">
                  <c:v>0.225</c:v>
                </c:pt>
                <c:pt idx="918">
                  <c:v>0.263</c:v>
                </c:pt>
                <c:pt idx="919">
                  <c:v>0.045</c:v>
                </c:pt>
                <c:pt idx="920">
                  <c:v>0.275</c:v>
                </c:pt>
                <c:pt idx="921">
                  <c:v>0.32</c:v>
                </c:pt>
                <c:pt idx="922">
                  <c:v>0.03</c:v>
                </c:pt>
                <c:pt idx="923">
                  <c:v>0.16</c:v>
                </c:pt>
                <c:pt idx="924">
                  <c:v>0.155</c:v>
                </c:pt>
                <c:pt idx="925">
                  <c:v>0.15</c:v>
                </c:pt>
                <c:pt idx="926">
                  <c:v>0.5675</c:v>
                </c:pt>
                <c:pt idx="927">
                  <c:v>0.209</c:v>
                </c:pt>
                <c:pt idx="928">
                  <c:v>0.31</c:v>
                </c:pt>
                <c:pt idx="929">
                  <c:v>0.11</c:v>
                </c:pt>
                <c:pt idx="930">
                  <c:v>0.2695</c:v>
                </c:pt>
                <c:pt idx="931">
                  <c:v>0.4</c:v>
                </c:pt>
                <c:pt idx="932">
                  <c:v>0.395</c:v>
                </c:pt>
                <c:pt idx="933">
                  <c:v>0.309</c:v>
                </c:pt>
                <c:pt idx="934">
                  <c:v>0.26</c:v>
                </c:pt>
                <c:pt idx="935">
                  <c:v>0.27</c:v>
                </c:pt>
                <c:pt idx="936">
                  <c:v>0.098</c:v>
                </c:pt>
                <c:pt idx="937">
                  <c:v>0.36</c:v>
                </c:pt>
                <c:pt idx="938">
                  <c:v>0.1365</c:v>
                </c:pt>
                <c:pt idx="939">
                  <c:v>0.44</c:v>
                </c:pt>
                <c:pt idx="940">
                  <c:v>0.075</c:v>
                </c:pt>
                <c:pt idx="941">
                  <c:v>0.245</c:v>
                </c:pt>
                <c:pt idx="942">
                  <c:v>0.195</c:v>
                </c:pt>
                <c:pt idx="943">
                  <c:v>0.16</c:v>
                </c:pt>
                <c:pt idx="944">
                  <c:v>0.33</c:v>
                </c:pt>
                <c:pt idx="945">
                  <c:v>0.245</c:v>
                </c:pt>
                <c:pt idx="946">
                  <c:v>0.125</c:v>
                </c:pt>
                <c:pt idx="947">
                  <c:v>0.08</c:v>
                </c:pt>
                <c:pt idx="948">
                  <c:v>0.225</c:v>
                </c:pt>
                <c:pt idx="949">
                  <c:v>0.325</c:v>
                </c:pt>
                <c:pt idx="950">
                  <c:v>0.0465</c:v>
                </c:pt>
                <c:pt idx="951">
                  <c:v>0.355</c:v>
                </c:pt>
                <c:pt idx="952">
                  <c:v>0.269</c:v>
                </c:pt>
                <c:pt idx="953">
                  <c:v>0.1435</c:v>
                </c:pt>
                <c:pt idx="954">
                  <c:v>0.25</c:v>
                </c:pt>
                <c:pt idx="955">
                  <c:v>0.3965</c:v>
                </c:pt>
                <c:pt idx="956">
                  <c:v>0.12</c:v>
                </c:pt>
                <c:pt idx="957">
                  <c:v>0.27</c:v>
                </c:pt>
                <c:pt idx="958">
                  <c:v>0.58</c:v>
                </c:pt>
                <c:pt idx="959">
                  <c:v>0.6585</c:v>
                </c:pt>
                <c:pt idx="960">
                  <c:v>0.288</c:v>
                </c:pt>
                <c:pt idx="961">
                  <c:v>0.16</c:v>
                </c:pt>
                <c:pt idx="962">
                  <c:v>0.09</c:v>
                </c:pt>
                <c:pt idx="963">
                  <c:v>0.046</c:v>
                </c:pt>
                <c:pt idx="964">
                  <c:v>0.17</c:v>
                </c:pt>
                <c:pt idx="965">
                  <c:v>0.26</c:v>
                </c:pt>
                <c:pt idx="966">
                  <c:v>0.2655</c:v>
                </c:pt>
                <c:pt idx="967">
                  <c:v>0.5</c:v>
                </c:pt>
                <c:pt idx="968">
                  <c:v>0.186</c:v>
                </c:pt>
                <c:pt idx="969">
                  <c:v>0.2625</c:v>
                </c:pt>
                <c:pt idx="970">
                  <c:v>0.255</c:v>
                </c:pt>
                <c:pt idx="971">
                  <c:v>0.097</c:v>
                </c:pt>
                <c:pt idx="972">
                  <c:v>0.065</c:v>
                </c:pt>
                <c:pt idx="973">
                  <c:v>0.1845</c:v>
                </c:pt>
                <c:pt idx="974">
                  <c:v>0.418</c:v>
                </c:pt>
                <c:pt idx="975">
                  <c:v>0.1725</c:v>
                </c:pt>
                <c:pt idx="976">
                  <c:v>0.0795</c:v>
                </c:pt>
                <c:pt idx="977">
                  <c:v>0.146</c:v>
                </c:pt>
                <c:pt idx="978">
                  <c:v>0.2</c:v>
                </c:pt>
                <c:pt idx="979">
                  <c:v>0.164</c:v>
                </c:pt>
                <c:pt idx="980">
                  <c:v>0.214</c:v>
                </c:pt>
                <c:pt idx="981">
                  <c:v>0.1965</c:v>
                </c:pt>
                <c:pt idx="982">
                  <c:v>0.23</c:v>
                </c:pt>
                <c:pt idx="983">
                  <c:v>0.3205</c:v>
                </c:pt>
                <c:pt idx="984">
                  <c:v>0.075</c:v>
                </c:pt>
                <c:pt idx="985">
                  <c:v>0.196</c:v>
                </c:pt>
                <c:pt idx="986">
                  <c:v>0.167</c:v>
                </c:pt>
                <c:pt idx="987">
                  <c:v>0.1325</c:v>
                </c:pt>
                <c:pt idx="988">
                  <c:v>0.185</c:v>
                </c:pt>
                <c:pt idx="989">
                  <c:v>0.315</c:v>
                </c:pt>
                <c:pt idx="990">
                  <c:v>0.03</c:v>
                </c:pt>
                <c:pt idx="991">
                  <c:v>0.06</c:v>
                </c:pt>
                <c:pt idx="992">
                  <c:v>0.36</c:v>
                </c:pt>
                <c:pt idx="993">
                  <c:v>0.157</c:v>
                </c:pt>
                <c:pt idx="994">
                  <c:v>0.095</c:v>
                </c:pt>
                <c:pt idx="995">
                  <c:v>0.355</c:v>
                </c:pt>
                <c:pt idx="996">
                  <c:v>0.33</c:v>
                </c:pt>
                <c:pt idx="997">
                  <c:v>0.22</c:v>
                </c:pt>
                <c:pt idx="998">
                  <c:v>0.19</c:v>
                </c:pt>
                <c:pt idx="999">
                  <c:v>0.32</c:v>
                </c:pt>
                <c:pt idx="1000">
                  <c:v>0.028</c:v>
                </c:pt>
                <c:pt idx="1001">
                  <c:v>0.135</c:v>
                </c:pt>
                <c:pt idx="1002">
                  <c:v>0.37</c:v>
                </c:pt>
                <c:pt idx="1003">
                  <c:v>0.3985</c:v>
                </c:pt>
                <c:pt idx="1004">
                  <c:v>0.22</c:v>
                </c:pt>
                <c:pt idx="1005">
                  <c:v>0.065</c:v>
                </c:pt>
                <c:pt idx="1006">
                  <c:v>0.3525</c:v>
                </c:pt>
                <c:pt idx="1007">
                  <c:v>0.455</c:v>
                </c:pt>
                <c:pt idx="1008">
                  <c:v>0.21</c:v>
                </c:pt>
                <c:pt idx="1009">
                  <c:v>0.341</c:v>
                </c:pt>
                <c:pt idx="1010">
                  <c:v>0.123</c:v>
                </c:pt>
                <c:pt idx="1011">
                  <c:v>0.172</c:v>
                </c:pt>
                <c:pt idx="1012">
                  <c:v>0.19</c:v>
                </c:pt>
                <c:pt idx="1013">
                  <c:v>0.42</c:v>
                </c:pt>
                <c:pt idx="1014">
                  <c:v>0.015</c:v>
                </c:pt>
                <c:pt idx="1015">
                  <c:v>0.1695</c:v>
                </c:pt>
                <c:pt idx="1016">
                  <c:v>0.235</c:v>
                </c:pt>
                <c:pt idx="1017">
                  <c:v>0.206</c:v>
                </c:pt>
                <c:pt idx="1018">
                  <c:v>0.39</c:v>
                </c:pt>
                <c:pt idx="1019">
                  <c:v>0.13</c:v>
                </c:pt>
                <c:pt idx="1020">
                  <c:v>0.077</c:v>
                </c:pt>
                <c:pt idx="1021">
                  <c:v>0.36</c:v>
                </c:pt>
                <c:pt idx="1022">
                  <c:v>0.3345</c:v>
                </c:pt>
                <c:pt idx="1023">
                  <c:v>0.1185</c:v>
                </c:pt>
                <c:pt idx="1024">
                  <c:v>0.09</c:v>
                </c:pt>
                <c:pt idx="1025">
                  <c:v>0.5085</c:v>
                </c:pt>
                <c:pt idx="1026">
                  <c:v>0.308</c:v>
                </c:pt>
                <c:pt idx="1027">
                  <c:v>0.2665</c:v>
                </c:pt>
                <c:pt idx="1028">
                  <c:v>0.29</c:v>
                </c:pt>
                <c:pt idx="1029">
                  <c:v>0.35</c:v>
                </c:pt>
                <c:pt idx="1030">
                  <c:v>0.11</c:v>
                </c:pt>
                <c:pt idx="1031">
                  <c:v>0.638</c:v>
                </c:pt>
                <c:pt idx="1032">
                  <c:v>0.325</c:v>
                </c:pt>
                <c:pt idx="1033">
                  <c:v>0.195</c:v>
                </c:pt>
                <c:pt idx="1034">
                  <c:v>0.184</c:v>
                </c:pt>
                <c:pt idx="1035">
                  <c:v>0.165</c:v>
                </c:pt>
                <c:pt idx="1036">
                  <c:v>0.0035</c:v>
                </c:pt>
                <c:pt idx="1037">
                  <c:v>0.175</c:v>
                </c:pt>
                <c:pt idx="1038">
                  <c:v>0.355</c:v>
                </c:pt>
                <c:pt idx="1039">
                  <c:v>0.24</c:v>
                </c:pt>
                <c:pt idx="1040">
                  <c:v>0.08</c:v>
                </c:pt>
                <c:pt idx="1041">
                  <c:v>0.512</c:v>
                </c:pt>
                <c:pt idx="1042">
                  <c:v>0.25</c:v>
                </c:pt>
                <c:pt idx="1043">
                  <c:v>0.011</c:v>
                </c:pt>
                <c:pt idx="1044">
                  <c:v>0.088</c:v>
                </c:pt>
                <c:pt idx="1045">
                  <c:v>0.0425</c:v>
                </c:pt>
                <c:pt idx="1046">
                  <c:v>0.488</c:v>
                </c:pt>
                <c:pt idx="1047">
                  <c:v>0.2065</c:v>
                </c:pt>
                <c:pt idx="1048">
                  <c:v>0.4395</c:v>
                </c:pt>
                <c:pt idx="1049">
                  <c:v>0.295</c:v>
                </c:pt>
                <c:pt idx="1050">
                  <c:v>0.3345</c:v>
                </c:pt>
                <c:pt idx="1051">
                  <c:v>0.465</c:v>
                </c:pt>
                <c:pt idx="1052">
                  <c:v>0.2595</c:v>
                </c:pt>
                <c:pt idx="1053">
                  <c:v>0.12</c:v>
                </c:pt>
                <c:pt idx="1054">
                  <c:v>0.371</c:v>
                </c:pt>
                <c:pt idx="1055">
                  <c:v>0.145</c:v>
                </c:pt>
                <c:pt idx="1056">
                  <c:v>0.474</c:v>
                </c:pt>
                <c:pt idx="1057">
                  <c:v>0.325</c:v>
                </c:pt>
                <c:pt idx="1058">
                  <c:v>0.275</c:v>
                </c:pt>
                <c:pt idx="1059">
                  <c:v>0.1985</c:v>
                </c:pt>
                <c:pt idx="1060">
                  <c:v>0.155</c:v>
                </c:pt>
                <c:pt idx="1061">
                  <c:v>0.354</c:v>
                </c:pt>
                <c:pt idx="1062">
                  <c:v>0.39</c:v>
                </c:pt>
                <c:pt idx="1063">
                  <c:v>0.15</c:v>
                </c:pt>
                <c:pt idx="1064">
                  <c:v>0.264</c:v>
                </c:pt>
                <c:pt idx="1065">
                  <c:v>0.255</c:v>
                </c:pt>
                <c:pt idx="1066">
                  <c:v>0.25</c:v>
                </c:pt>
                <c:pt idx="1067">
                  <c:v>0.2505</c:v>
                </c:pt>
                <c:pt idx="1068">
                  <c:v>0.54</c:v>
                </c:pt>
                <c:pt idx="1069">
                  <c:v>0.248</c:v>
                </c:pt>
                <c:pt idx="1070">
                  <c:v>0.235</c:v>
                </c:pt>
                <c:pt idx="1071">
                  <c:v>0.005</c:v>
                </c:pt>
                <c:pt idx="1072">
                  <c:v>0.225</c:v>
                </c:pt>
                <c:pt idx="1073">
                  <c:v>0.23</c:v>
                </c:pt>
                <c:pt idx="1074">
                  <c:v>0.3595</c:v>
                </c:pt>
                <c:pt idx="1075">
                  <c:v>0.538</c:v>
                </c:pt>
                <c:pt idx="1076">
                  <c:v>0.2765</c:v>
                </c:pt>
                <c:pt idx="1077">
                  <c:v>0.14</c:v>
                </c:pt>
                <c:pt idx="1078">
                  <c:v>0.084</c:v>
                </c:pt>
                <c:pt idx="1079">
                  <c:v>0.185</c:v>
                </c:pt>
                <c:pt idx="1080">
                  <c:v>0.2725</c:v>
                </c:pt>
                <c:pt idx="1081">
                  <c:v>0.32</c:v>
                </c:pt>
                <c:pt idx="1082">
                  <c:v>0.035</c:v>
                </c:pt>
                <c:pt idx="1083">
                  <c:v>0.309</c:v>
                </c:pt>
                <c:pt idx="1084">
                  <c:v>0.0735</c:v>
                </c:pt>
                <c:pt idx="1085">
                  <c:v>0.19</c:v>
                </c:pt>
                <c:pt idx="1086">
                  <c:v>0.1345</c:v>
                </c:pt>
                <c:pt idx="1087">
                  <c:v>0.15</c:v>
                </c:pt>
                <c:pt idx="1088">
                  <c:v>0.33</c:v>
                </c:pt>
                <c:pt idx="1089">
                  <c:v>0.263</c:v>
                </c:pt>
                <c:pt idx="1090">
                  <c:v>0.213</c:v>
                </c:pt>
                <c:pt idx="1091">
                  <c:v>0.22</c:v>
                </c:pt>
                <c:pt idx="1092">
                  <c:v>0.0345</c:v>
                </c:pt>
                <c:pt idx="1093">
                  <c:v>0.2</c:v>
                </c:pt>
                <c:pt idx="1094">
                  <c:v>0.37</c:v>
                </c:pt>
                <c:pt idx="1095">
                  <c:v>0.135</c:v>
                </c:pt>
                <c:pt idx="1096">
                  <c:v>0.265</c:v>
                </c:pt>
                <c:pt idx="1097">
                  <c:v>0.235</c:v>
                </c:pt>
                <c:pt idx="1098">
                  <c:v>0.35</c:v>
                </c:pt>
                <c:pt idx="1099">
                  <c:v>0.2015</c:v>
                </c:pt>
                <c:pt idx="1100">
                  <c:v>0.24</c:v>
                </c:pt>
                <c:pt idx="1101">
                  <c:v>0.2775</c:v>
                </c:pt>
                <c:pt idx="1102">
                  <c:v>0.11</c:v>
                </c:pt>
                <c:pt idx="1103">
                  <c:v>0.036</c:v>
                </c:pt>
                <c:pt idx="1104">
                  <c:v>0.1345</c:v>
                </c:pt>
                <c:pt idx="1105">
                  <c:v>0.26</c:v>
                </c:pt>
                <c:pt idx="1106">
                  <c:v>0.27</c:v>
                </c:pt>
                <c:pt idx="1107">
                  <c:v>0.5015</c:v>
                </c:pt>
                <c:pt idx="1108">
                  <c:v>0.47</c:v>
                </c:pt>
                <c:pt idx="1109">
                  <c:v>0.285</c:v>
                </c:pt>
                <c:pt idx="1110">
                  <c:v>0.245</c:v>
                </c:pt>
                <c:pt idx="1111">
                  <c:v>0.2645</c:v>
                </c:pt>
                <c:pt idx="1112">
                  <c:v>0.298</c:v>
                </c:pt>
                <c:pt idx="1113">
                  <c:v>0.12</c:v>
                </c:pt>
                <c:pt idx="1114">
                  <c:v>0.31</c:v>
                </c:pt>
                <c:pt idx="1115">
                  <c:v>0.305</c:v>
                </c:pt>
                <c:pt idx="1116">
                  <c:v>0.305</c:v>
                </c:pt>
                <c:pt idx="1117">
                  <c:v>0.1135</c:v>
                </c:pt>
                <c:pt idx="1118">
                  <c:v>0.29</c:v>
                </c:pt>
                <c:pt idx="1119">
                  <c:v>0.2075</c:v>
                </c:pt>
                <c:pt idx="1120">
                  <c:v>0.06</c:v>
                </c:pt>
                <c:pt idx="1121">
                  <c:v>0.172</c:v>
                </c:pt>
                <c:pt idx="1122">
                  <c:v>0.285</c:v>
                </c:pt>
                <c:pt idx="1123">
                  <c:v>0.235</c:v>
                </c:pt>
                <c:pt idx="1124">
                  <c:v>0.039</c:v>
                </c:pt>
                <c:pt idx="1125">
                  <c:v>0.5</c:v>
                </c:pt>
                <c:pt idx="1126">
                  <c:v>0.06</c:v>
                </c:pt>
                <c:pt idx="1127">
                  <c:v>0.563</c:v>
                </c:pt>
                <c:pt idx="1128">
                  <c:v>0.1505</c:v>
                </c:pt>
                <c:pt idx="1129">
                  <c:v>0.42</c:v>
                </c:pt>
                <c:pt idx="1130">
                  <c:v>0.462</c:v>
                </c:pt>
                <c:pt idx="1131">
                  <c:v>0.47</c:v>
                </c:pt>
                <c:pt idx="1132">
                  <c:v>0.25</c:v>
                </c:pt>
                <c:pt idx="1133">
                  <c:v>0.168</c:v>
                </c:pt>
                <c:pt idx="1134">
                  <c:v>0.13</c:v>
                </c:pt>
                <c:pt idx="1135">
                  <c:v>0.075</c:v>
                </c:pt>
                <c:pt idx="1136">
                  <c:v>0.365</c:v>
                </c:pt>
                <c:pt idx="1137">
                  <c:v>0.175</c:v>
                </c:pt>
                <c:pt idx="1138">
                  <c:v>0.167</c:v>
                </c:pt>
                <c:pt idx="1139">
                  <c:v>0.105</c:v>
                </c:pt>
                <c:pt idx="1140">
                  <c:v>0.1</c:v>
                </c:pt>
                <c:pt idx="1141">
                  <c:v>0.069</c:v>
                </c:pt>
                <c:pt idx="1142">
                  <c:v>0.173</c:v>
                </c:pt>
                <c:pt idx="1143">
                  <c:v>0.123</c:v>
                </c:pt>
                <c:pt idx="1144">
                  <c:v>0.63</c:v>
                </c:pt>
                <c:pt idx="1145">
                  <c:v>0.307</c:v>
                </c:pt>
                <c:pt idx="1146">
                  <c:v>0.03</c:v>
                </c:pt>
                <c:pt idx="1147">
                  <c:v>0.145</c:v>
                </c:pt>
                <c:pt idx="1148">
                  <c:v>0.49</c:v>
                </c:pt>
                <c:pt idx="1149">
                  <c:v>0.0935</c:v>
                </c:pt>
                <c:pt idx="1150">
                  <c:v>0.045</c:v>
                </c:pt>
                <c:pt idx="1151">
                  <c:v>0.238</c:v>
                </c:pt>
                <c:pt idx="1152">
                  <c:v>0.325</c:v>
                </c:pt>
                <c:pt idx="1153">
                  <c:v>0.165</c:v>
                </c:pt>
                <c:pt idx="1154">
                  <c:v>0.0445</c:v>
                </c:pt>
                <c:pt idx="1155">
                  <c:v>0.235</c:v>
                </c:pt>
                <c:pt idx="1156">
                  <c:v>0.18</c:v>
                </c:pt>
                <c:pt idx="1157">
                  <c:v>0.125</c:v>
                </c:pt>
                <c:pt idx="1158">
                  <c:v>0.177</c:v>
                </c:pt>
                <c:pt idx="1159">
                  <c:v>0.357</c:v>
                </c:pt>
                <c:pt idx="1160">
                  <c:v>0.29</c:v>
                </c:pt>
                <c:pt idx="1161">
                  <c:v>0.61</c:v>
                </c:pt>
                <c:pt idx="1162">
                  <c:v>0.6195</c:v>
                </c:pt>
                <c:pt idx="1163">
                  <c:v>0.2385</c:v>
                </c:pt>
                <c:pt idx="1164">
                  <c:v>0.17</c:v>
                </c:pt>
                <c:pt idx="1165">
                  <c:v>0.009</c:v>
                </c:pt>
                <c:pt idx="1166">
                  <c:v>0.203</c:v>
                </c:pt>
                <c:pt idx="1167">
                  <c:v>0.37</c:v>
                </c:pt>
                <c:pt idx="1168">
                  <c:v>0.07</c:v>
                </c:pt>
                <c:pt idx="1169">
                  <c:v>0.1395</c:v>
                </c:pt>
                <c:pt idx="1170">
                  <c:v>0.055</c:v>
                </c:pt>
                <c:pt idx="1171">
                  <c:v>0.3445</c:v>
                </c:pt>
                <c:pt idx="1172">
                  <c:v>0.11</c:v>
                </c:pt>
                <c:pt idx="1173">
                  <c:v>0.34</c:v>
                </c:pt>
                <c:pt idx="1174">
                  <c:v>0.1275</c:v>
                </c:pt>
                <c:pt idx="1175">
                  <c:v>0.5365</c:v>
                </c:pt>
                <c:pt idx="1176">
                  <c:v>0.54</c:v>
                </c:pt>
                <c:pt idx="1177">
                  <c:v>0.152</c:v>
                </c:pt>
                <c:pt idx="1178">
                  <c:v>0.25</c:v>
                </c:pt>
                <c:pt idx="1179">
                  <c:v>0.045</c:v>
                </c:pt>
                <c:pt idx="1180">
                  <c:v>0.1765</c:v>
                </c:pt>
                <c:pt idx="1181">
                  <c:v>0.465</c:v>
                </c:pt>
                <c:pt idx="1182">
                  <c:v>0.375</c:v>
                </c:pt>
                <c:pt idx="1183">
                  <c:v>0.287</c:v>
                </c:pt>
                <c:pt idx="1184">
                  <c:v>0.229</c:v>
                </c:pt>
                <c:pt idx="1185">
                  <c:v>0.087</c:v>
                </c:pt>
                <c:pt idx="1186">
                  <c:v>0.3055</c:v>
                </c:pt>
                <c:pt idx="1187">
                  <c:v>0.405</c:v>
                </c:pt>
                <c:pt idx="1188">
                  <c:v>0.13</c:v>
                </c:pt>
                <c:pt idx="1189">
                  <c:v>0.35</c:v>
                </c:pt>
                <c:pt idx="1190">
                  <c:v>0.139</c:v>
                </c:pt>
                <c:pt idx="1191">
                  <c:v>0.1155</c:v>
                </c:pt>
                <c:pt idx="1192">
                  <c:v>0.195</c:v>
                </c:pt>
                <c:pt idx="1193">
                  <c:v>0.215</c:v>
                </c:pt>
                <c:pt idx="1194">
                  <c:v>0.384</c:v>
                </c:pt>
                <c:pt idx="1195">
                  <c:v>0.19</c:v>
                </c:pt>
                <c:pt idx="1196">
                  <c:v>0.2</c:v>
                </c:pt>
                <c:pt idx="1197">
                  <c:v>0.2</c:v>
                </c:pt>
                <c:pt idx="1198">
                  <c:v>0.215</c:v>
                </c:pt>
                <c:pt idx="1199">
                  <c:v>0.0655</c:v>
                </c:pt>
                <c:pt idx="1200">
                  <c:v>0.3645</c:v>
                </c:pt>
                <c:pt idx="1201">
                  <c:v>0.2</c:v>
                </c:pt>
                <c:pt idx="1202">
                  <c:v>0.2515</c:v>
                </c:pt>
                <c:pt idx="1203">
                  <c:v>0.143</c:v>
                </c:pt>
                <c:pt idx="1204">
                  <c:v>0.47</c:v>
                </c:pt>
                <c:pt idx="1205">
                  <c:v>0.0815</c:v>
                </c:pt>
                <c:pt idx="1206">
                  <c:v>0.328</c:v>
                </c:pt>
                <c:pt idx="1207">
                  <c:v>0.115</c:v>
                </c:pt>
                <c:pt idx="1208">
                  <c:v>0.105</c:v>
                </c:pt>
                <c:pt idx="1209">
                  <c:v>0.3385</c:v>
                </c:pt>
                <c:pt idx="1210">
                  <c:v>0.115</c:v>
                </c:pt>
                <c:pt idx="1211">
                  <c:v>0.215</c:v>
                </c:pt>
                <c:pt idx="1212">
                  <c:v>0.019</c:v>
                </c:pt>
                <c:pt idx="1213">
                  <c:v>0.3275</c:v>
                </c:pt>
                <c:pt idx="1214">
                  <c:v>0.305</c:v>
                </c:pt>
                <c:pt idx="1215">
                  <c:v>0.6</c:v>
                </c:pt>
                <c:pt idx="1216">
                  <c:v>0.53</c:v>
                </c:pt>
                <c:pt idx="1217">
                  <c:v>0.3095</c:v>
                </c:pt>
                <c:pt idx="1218">
                  <c:v>0.25</c:v>
                </c:pt>
                <c:pt idx="1219">
                  <c:v>0.1025</c:v>
                </c:pt>
                <c:pt idx="1220">
                  <c:v>0.45</c:v>
                </c:pt>
                <c:pt idx="1221">
                  <c:v>0.247</c:v>
                </c:pt>
                <c:pt idx="1222">
                  <c:v>0.345</c:v>
                </c:pt>
                <c:pt idx="1223">
                  <c:v>0.055</c:v>
                </c:pt>
                <c:pt idx="1224">
                  <c:v>0.37</c:v>
                </c:pt>
                <c:pt idx="1225">
                  <c:v>0.031</c:v>
                </c:pt>
                <c:pt idx="1226">
                  <c:v>0.065</c:v>
                </c:pt>
                <c:pt idx="1227">
                  <c:v>0.23</c:v>
                </c:pt>
                <c:pt idx="1228">
                  <c:v>0.4245</c:v>
                </c:pt>
                <c:pt idx="1229">
                  <c:v>0.275</c:v>
                </c:pt>
                <c:pt idx="1230">
                  <c:v>0.3015</c:v>
                </c:pt>
                <c:pt idx="1231">
                  <c:v>0.498</c:v>
                </c:pt>
                <c:pt idx="1232">
                  <c:v>0.4</c:v>
                </c:pt>
                <c:pt idx="1233">
                  <c:v>0.24</c:v>
                </c:pt>
                <c:pt idx="1234">
                  <c:v>0.22</c:v>
                </c:pt>
                <c:pt idx="1235">
                  <c:v>0.0885</c:v>
                </c:pt>
                <c:pt idx="1236">
                  <c:v>0.24</c:v>
                </c:pt>
                <c:pt idx="1237">
                  <c:v>0.28</c:v>
                </c:pt>
                <c:pt idx="1238">
                  <c:v>0.18</c:v>
                </c:pt>
                <c:pt idx="1239">
                  <c:v>0.32</c:v>
                </c:pt>
                <c:pt idx="1240">
                  <c:v>0.064</c:v>
                </c:pt>
                <c:pt idx="1241">
                  <c:v>0.235</c:v>
                </c:pt>
                <c:pt idx="1242">
                  <c:v>0.256</c:v>
                </c:pt>
                <c:pt idx="1243">
                  <c:v>0.435</c:v>
                </c:pt>
                <c:pt idx="1244">
                  <c:v>0.405</c:v>
                </c:pt>
                <c:pt idx="1245">
                  <c:v>0.3</c:v>
                </c:pt>
                <c:pt idx="1246">
                  <c:v>0.135</c:v>
                </c:pt>
                <c:pt idx="1247">
                  <c:v>0.1165</c:v>
                </c:pt>
                <c:pt idx="1248">
                  <c:v>0.335</c:v>
                </c:pt>
                <c:pt idx="1249">
                  <c:v>0.32</c:v>
                </c:pt>
                <c:pt idx="1250">
                  <c:v>0.499</c:v>
                </c:pt>
                <c:pt idx="1251">
                  <c:v>0.23</c:v>
                </c:pt>
                <c:pt idx="1252">
                  <c:v>0.315</c:v>
                </c:pt>
                <c:pt idx="1253">
                  <c:v>0.4115</c:v>
                </c:pt>
                <c:pt idx="1254">
                  <c:v>0.13</c:v>
                </c:pt>
                <c:pt idx="1255">
                  <c:v>0.285</c:v>
                </c:pt>
                <c:pt idx="1256">
                  <c:v>0.175</c:v>
                </c:pt>
                <c:pt idx="1257">
                  <c:v>0.4</c:v>
                </c:pt>
                <c:pt idx="1258">
                  <c:v>0.175</c:v>
                </c:pt>
                <c:pt idx="1259">
                  <c:v>0.1455</c:v>
                </c:pt>
                <c:pt idx="1260">
                  <c:v>0.31</c:v>
                </c:pt>
                <c:pt idx="1261">
                  <c:v>0.306</c:v>
                </c:pt>
                <c:pt idx="1262">
                  <c:v>0.279</c:v>
                </c:pt>
                <c:pt idx="1263">
                  <c:v>0.225</c:v>
                </c:pt>
                <c:pt idx="1264">
                  <c:v>0.43</c:v>
                </c:pt>
                <c:pt idx="1265">
                  <c:v>0.08</c:v>
                </c:pt>
                <c:pt idx="1266">
                  <c:v>0.475</c:v>
                </c:pt>
                <c:pt idx="1267">
                  <c:v>0.245</c:v>
                </c:pt>
                <c:pt idx="1268">
                  <c:v>0.48</c:v>
                </c:pt>
                <c:pt idx="1269">
                  <c:v>0.3995</c:v>
                </c:pt>
                <c:pt idx="1270">
                  <c:v>0.17</c:v>
                </c:pt>
                <c:pt idx="1271">
                  <c:v>0.19</c:v>
                </c:pt>
                <c:pt idx="1272">
                  <c:v>0.26</c:v>
                </c:pt>
                <c:pt idx="1273">
                  <c:v>0.01</c:v>
                </c:pt>
                <c:pt idx="1274">
                  <c:v>0.36</c:v>
                </c:pt>
                <c:pt idx="1275">
                  <c:v>0.085</c:v>
                </c:pt>
                <c:pt idx="1276">
                  <c:v>0.355</c:v>
                </c:pt>
                <c:pt idx="1277">
                  <c:v>0.09</c:v>
                </c:pt>
                <c:pt idx="1278">
                  <c:v>0.31</c:v>
                </c:pt>
                <c:pt idx="1279">
                  <c:v>0.06</c:v>
                </c:pt>
                <c:pt idx="1280">
                  <c:v>0.1895</c:v>
                </c:pt>
                <c:pt idx="1281">
                  <c:v>0.215</c:v>
                </c:pt>
                <c:pt idx="1282">
                  <c:v>0.105</c:v>
                </c:pt>
                <c:pt idx="1283">
                  <c:v>0.5075</c:v>
                </c:pt>
                <c:pt idx="1284">
                  <c:v>0.18</c:v>
                </c:pt>
                <c:pt idx="1285">
                  <c:v>0.041</c:v>
                </c:pt>
                <c:pt idx="1286">
                  <c:v>0.175</c:v>
                </c:pt>
                <c:pt idx="1287">
                  <c:v>0.37</c:v>
                </c:pt>
                <c:pt idx="1288">
                  <c:v>0.41</c:v>
                </c:pt>
                <c:pt idx="1289">
                  <c:v>0.295</c:v>
                </c:pt>
                <c:pt idx="1290">
                  <c:v>0.405</c:v>
                </c:pt>
                <c:pt idx="1291">
                  <c:v>0.41</c:v>
                </c:pt>
                <c:pt idx="1292">
                  <c:v>0.1465</c:v>
                </c:pt>
                <c:pt idx="1293">
                  <c:v>0.295</c:v>
                </c:pt>
                <c:pt idx="1294">
                  <c:v>0.1305</c:v>
                </c:pt>
                <c:pt idx="1295">
                  <c:v>0.25</c:v>
                </c:pt>
                <c:pt idx="1296">
                  <c:v>0.28</c:v>
                </c:pt>
                <c:pt idx="1297">
                  <c:v>0.06</c:v>
                </c:pt>
                <c:pt idx="1298">
                  <c:v>0.7975</c:v>
                </c:pt>
                <c:pt idx="1299">
                  <c:v>0.0885</c:v>
                </c:pt>
                <c:pt idx="1300">
                  <c:v>0.162</c:v>
                </c:pt>
                <c:pt idx="1301">
                  <c:v>0.168</c:v>
                </c:pt>
                <c:pt idx="1302">
                  <c:v>0.155</c:v>
                </c:pt>
                <c:pt idx="1303">
                  <c:v>0.145</c:v>
                </c:pt>
                <c:pt idx="1304">
                  <c:v>0.501</c:v>
                </c:pt>
                <c:pt idx="1305">
                  <c:v>0.014</c:v>
                </c:pt>
                <c:pt idx="1306">
                  <c:v>0.035</c:v>
                </c:pt>
                <c:pt idx="1307">
                  <c:v>0.345</c:v>
                </c:pt>
                <c:pt idx="1308">
                  <c:v>0.1405</c:v>
                </c:pt>
                <c:pt idx="1309">
                  <c:v>0.28</c:v>
                </c:pt>
                <c:pt idx="1310">
                  <c:v>0.1125</c:v>
                </c:pt>
                <c:pt idx="1311">
                  <c:v>0.09</c:v>
                </c:pt>
                <c:pt idx="1312">
                  <c:v>0.207</c:v>
                </c:pt>
                <c:pt idx="1313">
                  <c:v>0.055</c:v>
                </c:pt>
                <c:pt idx="1314">
                  <c:v>0.0835</c:v>
                </c:pt>
                <c:pt idx="1315">
                  <c:v>0.095</c:v>
                </c:pt>
                <c:pt idx="1316">
                  <c:v>0.28</c:v>
                </c:pt>
                <c:pt idx="1317">
                  <c:v>0.16</c:v>
                </c:pt>
                <c:pt idx="1318">
                  <c:v>0.31</c:v>
                </c:pt>
                <c:pt idx="1319">
                  <c:v>0.1845</c:v>
                </c:pt>
                <c:pt idx="1320">
                  <c:v>0.145</c:v>
                </c:pt>
                <c:pt idx="1321">
                  <c:v>0.06</c:v>
                </c:pt>
                <c:pt idx="1322">
                  <c:v>0.445</c:v>
                </c:pt>
                <c:pt idx="1323">
                  <c:v>0.155</c:v>
                </c:pt>
                <c:pt idx="1324">
                  <c:v>0.2</c:v>
                </c:pt>
                <c:pt idx="1325">
                  <c:v>0.175</c:v>
                </c:pt>
                <c:pt idx="1326">
                  <c:v>0.365</c:v>
                </c:pt>
                <c:pt idx="1327">
                  <c:v>0.058</c:v>
                </c:pt>
                <c:pt idx="1328">
                  <c:v>0.055</c:v>
                </c:pt>
                <c:pt idx="1329">
                  <c:v>0.28</c:v>
                </c:pt>
                <c:pt idx="1330">
                  <c:v>0.21</c:v>
                </c:pt>
                <c:pt idx="1331">
                  <c:v>0.47</c:v>
                </c:pt>
                <c:pt idx="1332">
                  <c:v>0.055</c:v>
                </c:pt>
                <c:pt idx="1333">
                  <c:v>0.3605</c:v>
                </c:pt>
                <c:pt idx="1334">
                  <c:v>0.265</c:v>
                </c:pt>
                <c:pt idx="1335">
                  <c:v>0.162</c:v>
                </c:pt>
                <c:pt idx="1336">
                  <c:v>0.3605</c:v>
                </c:pt>
                <c:pt idx="1337">
                  <c:v>0.347</c:v>
                </c:pt>
                <c:pt idx="1338">
                  <c:v>0.155</c:v>
                </c:pt>
                <c:pt idx="1339">
                  <c:v>0.2835</c:v>
                </c:pt>
                <c:pt idx="1340">
                  <c:v>0.3</c:v>
                </c:pt>
                <c:pt idx="1341">
                  <c:v>0.275</c:v>
                </c:pt>
                <c:pt idx="1342">
                  <c:v>0.095</c:v>
                </c:pt>
                <c:pt idx="1343">
                  <c:v>0.4325</c:v>
                </c:pt>
                <c:pt idx="1344">
                  <c:v>0.143</c:v>
                </c:pt>
                <c:pt idx="1345">
                  <c:v>0.2445</c:v>
                </c:pt>
                <c:pt idx="1346">
                  <c:v>0.15</c:v>
                </c:pt>
                <c:pt idx="1347">
                  <c:v>0.23</c:v>
                </c:pt>
                <c:pt idx="1348">
                  <c:v>0.3775</c:v>
                </c:pt>
                <c:pt idx="1349">
                  <c:v>0.119</c:v>
                </c:pt>
                <c:pt idx="1350">
                  <c:v>0.319</c:v>
                </c:pt>
                <c:pt idx="1351">
                  <c:v>0.3195</c:v>
                </c:pt>
                <c:pt idx="1352">
                  <c:v>0.52</c:v>
                </c:pt>
                <c:pt idx="1353">
                  <c:v>0.184</c:v>
                </c:pt>
                <c:pt idx="1354">
                  <c:v>0.374</c:v>
                </c:pt>
                <c:pt idx="1355">
                  <c:v>0.1305</c:v>
                </c:pt>
                <c:pt idx="1356">
                  <c:v>0.0615</c:v>
                </c:pt>
                <c:pt idx="1357">
                  <c:v>0.0495</c:v>
                </c:pt>
                <c:pt idx="1358">
                  <c:v>0.17</c:v>
                </c:pt>
                <c:pt idx="1359">
                  <c:v>0.185</c:v>
                </c:pt>
                <c:pt idx="1360">
                  <c:v>0.12</c:v>
                </c:pt>
                <c:pt idx="1361">
                  <c:v>0.238</c:v>
                </c:pt>
                <c:pt idx="1362">
                  <c:v>0.18</c:v>
                </c:pt>
                <c:pt idx="1363">
                  <c:v>0.37</c:v>
                </c:pt>
                <c:pt idx="1364">
                  <c:v>0.0855</c:v>
                </c:pt>
                <c:pt idx="1365">
                  <c:v>0.405</c:v>
                </c:pt>
                <c:pt idx="1366">
                  <c:v>0.06</c:v>
                </c:pt>
                <c:pt idx="1367">
                  <c:v>0.2475</c:v>
                </c:pt>
                <c:pt idx="1368">
                  <c:v>0.353</c:v>
                </c:pt>
                <c:pt idx="1369">
                  <c:v>0.405</c:v>
                </c:pt>
                <c:pt idx="1370">
                  <c:v>0.043</c:v>
                </c:pt>
                <c:pt idx="1371">
                  <c:v>0.036</c:v>
                </c:pt>
                <c:pt idx="1372">
                  <c:v>0.135</c:v>
                </c:pt>
                <c:pt idx="1373">
                  <c:v>0.32</c:v>
                </c:pt>
                <c:pt idx="1374">
                  <c:v>0.218</c:v>
                </c:pt>
                <c:pt idx="1375">
                  <c:v>0.385</c:v>
                </c:pt>
                <c:pt idx="1376">
                  <c:v>0.185</c:v>
                </c:pt>
                <c:pt idx="1377">
                  <c:v>0.175</c:v>
                </c:pt>
                <c:pt idx="1378">
                  <c:v>0.11</c:v>
                </c:pt>
                <c:pt idx="1379">
                  <c:v>0.1465</c:v>
                </c:pt>
                <c:pt idx="1380">
                  <c:v>0.3</c:v>
                </c:pt>
                <c:pt idx="1381">
                  <c:v>0.13</c:v>
                </c:pt>
                <c:pt idx="1382">
                  <c:v>0.195</c:v>
                </c:pt>
                <c:pt idx="1383">
                  <c:v>0.431</c:v>
                </c:pt>
                <c:pt idx="1384">
                  <c:v>0.117</c:v>
                </c:pt>
                <c:pt idx="1385">
                  <c:v>0.253</c:v>
                </c:pt>
                <c:pt idx="1386">
                  <c:v>0.285</c:v>
                </c:pt>
                <c:pt idx="1387">
                  <c:v>0.335</c:v>
                </c:pt>
                <c:pt idx="1388">
                  <c:v>0.595</c:v>
                </c:pt>
                <c:pt idx="1389">
                  <c:v>0.105</c:v>
                </c:pt>
                <c:pt idx="1390">
                  <c:v>0.17</c:v>
                </c:pt>
                <c:pt idx="1391">
                  <c:v>0.33</c:v>
                </c:pt>
                <c:pt idx="1392">
                  <c:v>0.169</c:v>
                </c:pt>
                <c:pt idx="1393">
                  <c:v>0.24</c:v>
                </c:pt>
                <c:pt idx="1394">
                  <c:v>0.4675</c:v>
                </c:pt>
                <c:pt idx="1395">
                  <c:v>0.0225</c:v>
                </c:pt>
                <c:pt idx="1396">
                  <c:v>0.354</c:v>
                </c:pt>
                <c:pt idx="1397">
                  <c:v>0.12</c:v>
                </c:pt>
                <c:pt idx="1398">
                  <c:v>0.6855</c:v>
                </c:pt>
                <c:pt idx="1399">
                  <c:v>0.289</c:v>
                </c:pt>
                <c:pt idx="1400">
                  <c:v>0.153</c:v>
                </c:pt>
                <c:pt idx="1401">
                  <c:v>0.495</c:v>
                </c:pt>
                <c:pt idx="1402">
                  <c:v>0.035</c:v>
                </c:pt>
                <c:pt idx="1403">
                  <c:v>0.29</c:v>
                </c:pt>
                <c:pt idx="1404">
                  <c:v>0.202</c:v>
                </c:pt>
                <c:pt idx="1405">
                  <c:v>0.2215</c:v>
                </c:pt>
                <c:pt idx="1406">
                  <c:v>0.3885</c:v>
                </c:pt>
                <c:pt idx="1407">
                  <c:v>0.174</c:v>
                </c:pt>
                <c:pt idx="1408">
                  <c:v>0.11</c:v>
                </c:pt>
                <c:pt idx="1409">
                  <c:v>0.135</c:v>
                </c:pt>
                <c:pt idx="1410">
                  <c:v>0.075</c:v>
                </c:pt>
                <c:pt idx="1411">
                  <c:v>0.0825</c:v>
                </c:pt>
                <c:pt idx="1412">
                  <c:v>0.355</c:v>
                </c:pt>
                <c:pt idx="1413">
                  <c:v>0.235</c:v>
                </c:pt>
                <c:pt idx="1414">
                  <c:v>0.18</c:v>
                </c:pt>
                <c:pt idx="1415">
                  <c:v>0.255</c:v>
                </c:pt>
                <c:pt idx="1416">
                  <c:v>0.08</c:v>
                </c:pt>
                <c:pt idx="1417">
                  <c:v>0.078</c:v>
                </c:pt>
                <c:pt idx="1418">
                  <c:v>0.214</c:v>
                </c:pt>
                <c:pt idx="1419">
                  <c:v>0.049</c:v>
                </c:pt>
                <c:pt idx="1420">
                  <c:v>0.125</c:v>
                </c:pt>
                <c:pt idx="1421">
                  <c:v>0.145</c:v>
                </c:pt>
                <c:pt idx="1422">
                  <c:v>0.255</c:v>
                </c:pt>
                <c:pt idx="1423">
                  <c:v>0.265</c:v>
                </c:pt>
                <c:pt idx="1424">
                  <c:v>0.39</c:v>
                </c:pt>
                <c:pt idx="1425">
                  <c:v>0.045</c:v>
                </c:pt>
                <c:pt idx="1426">
                  <c:v>0.1185</c:v>
                </c:pt>
                <c:pt idx="1427">
                  <c:v>0.21</c:v>
                </c:pt>
                <c:pt idx="1428">
                  <c:v>0.41</c:v>
                </c:pt>
                <c:pt idx="1429">
                  <c:v>0.14</c:v>
                </c:pt>
                <c:pt idx="1430">
                  <c:v>0.18</c:v>
                </c:pt>
                <c:pt idx="1431">
                  <c:v>0.885</c:v>
                </c:pt>
                <c:pt idx="1432">
                  <c:v>0.5385</c:v>
                </c:pt>
                <c:pt idx="1433">
                  <c:v>0.285</c:v>
                </c:pt>
                <c:pt idx="1434">
                  <c:v>0.1325</c:v>
                </c:pt>
                <c:pt idx="1435">
                  <c:v>1.005</c:v>
                </c:pt>
                <c:pt idx="1436">
                  <c:v>0.065</c:v>
                </c:pt>
                <c:pt idx="1437">
                  <c:v>0.265</c:v>
                </c:pt>
                <c:pt idx="1438">
                  <c:v>0.36</c:v>
                </c:pt>
                <c:pt idx="1439">
                  <c:v>0.055</c:v>
                </c:pt>
                <c:pt idx="1440">
                  <c:v>0.391</c:v>
                </c:pt>
                <c:pt idx="1441">
                  <c:v>0.1295</c:v>
                </c:pt>
                <c:pt idx="1442">
                  <c:v>0.2</c:v>
                </c:pt>
                <c:pt idx="1443">
                  <c:v>0.201</c:v>
                </c:pt>
                <c:pt idx="1444">
                  <c:v>0.19</c:v>
                </c:pt>
                <c:pt idx="1445">
                  <c:v>0.5055</c:v>
                </c:pt>
                <c:pt idx="1446">
                  <c:v>0.1505</c:v>
                </c:pt>
                <c:pt idx="1447">
                  <c:v>0.315</c:v>
                </c:pt>
                <c:pt idx="1448">
                  <c:v>0.34</c:v>
                </c:pt>
                <c:pt idx="1449">
                  <c:v>0.1805</c:v>
                </c:pt>
                <c:pt idx="1450">
                  <c:v>0.175</c:v>
                </c:pt>
                <c:pt idx="1451">
                  <c:v>0.355</c:v>
                </c:pt>
                <c:pt idx="1452">
                  <c:v>0.375</c:v>
                </c:pt>
                <c:pt idx="1453">
                  <c:v>0.24</c:v>
                </c:pt>
                <c:pt idx="1454">
                  <c:v>0.3965</c:v>
                </c:pt>
                <c:pt idx="1455">
                  <c:v>0.177</c:v>
                </c:pt>
                <c:pt idx="1456">
                  <c:v>0.27</c:v>
                </c:pt>
                <c:pt idx="1457">
                  <c:v>0.135</c:v>
                </c:pt>
                <c:pt idx="1458">
                  <c:v>0.1325</c:v>
                </c:pt>
                <c:pt idx="1459">
                  <c:v>0.32</c:v>
                </c:pt>
                <c:pt idx="1460">
                  <c:v>0.295</c:v>
                </c:pt>
                <c:pt idx="1461">
                  <c:v>0.317</c:v>
                </c:pt>
                <c:pt idx="1462">
                  <c:v>0.1585</c:v>
                </c:pt>
                <c:pt idx="1463">
                  <c:v>0.365</c:v>
                </c:pt>
                <c:pt idx="1464">
                  <c:v>0.2</c:v>
                </c:pt>
                <c:pt idx="1465">
                  <c:v>0.1</c:v>
                </c:pt>
                <c:pt idx="1466">
                  <c:v>0.17</c:v>
                </c:pt>
                <c:pt idx="1467">
                  <c:v>0.274</c:v>
                </c:pt>
                <c:pt idx="1468">
                  <c:v>0.304</c:v>
                </c:pt>
                <c:pt idx="1469">
                  <c:v>0.236</c:v>
                </c:pt>
                <c:pt idx="1470">
                  <c:v>0.275</c:v>
                </c:pt>
                <c:pt idx="1471">
                  <c:v>0.295</c:v>
                </c:pt>
                <c:pt idx="1472">
                  <c:v>0.1</c:v>
                </c:pt>
                <c:pt idx="1473">
                  <c:v>0.355</c:v>
                </c:pt>
                <c:pt idx="1474">
                  <c:v>0.09</c:v>
                </c:pt>
                <c:pt idx="1475">
                  <c:v>0.2</c:v>
                </c:pt>
                <c:pt idx="1476">
                  <c:v>0.009</c:v>
                </c:pt>
                <c:pt idx="1477">
                  <c:v>0.0805</c:v>
                </c:pt>
                <c:pt idx="1478">
                  <c:v>0.139</c:v>
                </c:pt>
                <c:pt idx="1479">
                  <c:v>0.295</c:v>
                </c:pt>
                <c:pt idx="1480">
                  <c:v>0.345</c:v>
                </c:pt>
                <c:pt idx="1481">
                  <c:v>0.2485</c:v>
                </c:pt>
                <c:pt idx="1482">
                  <c:v>0.123</c:v>
                </c:pt>
                <c:pt idx="1483">
                  <c:v>0.007</c:v>
                </c:pt>
                <c:pt idx="1484">
                  <c:v>0.211</c:v>
                </c:pt>
                <c:pt idx="1485">
                  <c:v>0.29</c:v>
                </c:pt>
                <c:pt idx="1486">
                  <c:v>0.69</c:v>
                </c:pt>
                <c:pt idx="1487">
                  <c:v>0.275</c:v>
                </c:pt>
                <c:pt idx="1488">
                  <c:v>0.29</c:v>
                </c:pt>
                <c:pt idx="1489">
                  <c:v>0.33</c:v>
                </c:pt>
                <c:pt idx="1490">
                  <c:v>0.41</c:v>
                </c:pt>
                <c:pt idx="1491">
                  <c:v>0.6785</c:v>
                </c:pt>
                <c:pt idx="1492">
                  <c:v>0.135</c:v>
                </c:pt>
                <c:pt idx="1493">
                  <c:v>0.315</c:v>
                </c:pt>
                <c:pt idx="1494">
                  <c:v>0.3245</c:v>
                </c:pt>
                <c:pt idx="1495">
                  <c:v>0.218</c:v>
                </c:pt>
                <c:pt idx="1496">
                  <c:v>0.276</c:v>
                </c:pt>
                <c:pt idx="1497">
                  <c:v>0.3825</c:v>
                </c:pt>
                <c:pt idx="1498">
                  <c:v>0.322</c:v>
                </c:pt>
                <c:pt idx="1499">
                  <c:v>0.063</c:v>
                </c:pt>
                <c:pt idx="1500">
                  <c:v>0.078</c:v>
                </c:pt>
                <c:pt idx="1501">
                  <c:v>0.08</c:v>
                </c:pt>
                <c:pt idx="1502">
                  <c:v>0.235</c:v>
                </c:pt>
                <c:pt idx="1503">
                  <c:v>0.081</c:v>
                </c:pt>
                <c:pt idx="1504">
                  <c:v>0.46</c:v>
                </c:pt>
                <c:pt idx="1505">
                  <c:v>0.0215</c:v>
                </c:pt>
                <c:pt idx="1506">
                  <c:v>0.143</c:v>
                </c:pt>
                <c:pt idx="1507">
                  <c:v>0.369</c:v>
                </c:pt>
                <c:pt idx="1508">
                  <c:v>0.395</c:v>
                </c:pt>
                <c:pt idx="1509">
                  <c:v>0.027</c:v>
                </c:pt>
                <c:pt idx="1510">
                  <c:v>0.7</c:v>
                </c:pt>
                <c:pt idx="1511">
                  <c:v>0.088</c:v>
                </c:pt>
                <c:pt idx="1512">
                  <c:v>0.315</c:v>
                </c:pt>
                <c:pt idx="1513">
                  <c:v>0.345</c:v>
                </c:pt>
                <c:pt idx="1514">
                  <c:v>0.315</c:v>
                </c:pt>
                <c:pt idx="1515">
                  <c:v>0.3135</c:v>
                </c:pt>
                <c:pt idx="1516">
                  <c:v>0.39</c:v>
                </c:pt>
                <c:pt idx="1517">
                  <c:v>0.145</c:v>
                </c:pt>
                <c:pt idx="1518">
                  <c:v>0.135</c:v>
                </c:pt>
                <c:pt idx="1519">
                  <c:v>0.0415</c:v>
                </c:pt>
                <c:pt idx="1520">
                  <c:v>0.145</c:v>
                </c:pt>
                <c:pt idx="1521">
                  <c:v>0.016</c:v>
                </c:pt>
                <c:pt idx="1522">
                  <c:v>0.21</c:v>
                </c:pt>
                <c:pt idx="1523">
                  <c:v>0.355</c:v>
                </c:pt>
                <c:pt idx="1524">
                  <c:v>0.035</c:v>
                </c:pt>
                <c:pt idx="1525">
                  <c:v>0.155</c:v>
                </c:pt>
                <c:pt idx="1526">
                  <c:v>0.267</c:v>
                </c:pt>
                <c:pt idx="1527">
                  <c:v>0.265</c:v>
                </c:pt>
                <c:pt idx="1528">
                  <c:v>0.089</c:v>
                </c:pt>
                <c:pt idx="1529">
                  <c:v>0.305</c:v>
                </c:pt>
                <c:pt idx="1530">
                  <c:v>0.47</c:v>
                </c:pt>
                <c:pt idx="1531">
                  <c:v>0.119</c:v>
                </c:pt>
                <c:pt idx="1532">
                  <c:v>0.43</c:v>
                </c:pt>
                <c:pt idx="1533">
                  <c:v>0.004</c:v>
                </c:pt>
                <c:pt idx="1534">
                  <c:v>0.34</c:v>
                </c:pt>
                <c:pt idx="1535">
                  <c:v>0.335</c:v>
                </c:pt>
                <c:pt idx="1536">
                  <c:v>0.2825</c:v>
                </c:pt>
                <c:pt idx="1537">
                  <c:v>0.335</c:v>
                </c:pt>
                <c:pt idx="1538">
                  <c:v>0.395</c:v>
                </c:pt>
                <c:pt idx="1539">
                  <c:v>0.31</c:v>
                </c:pt>
                <c:pt idx="1540">
                  <c:v>0.0975</c:v>
                </c:pt>
                <c:pt idx="1541">
                  <c:v>0.085</c:v>
                </c:pt>
                <c:pt idx="1542">
                  <c:v>0.3855</c:v>
                </c:pt>
                <c:pt idx="1543">
                  <c:v>0.208</c:v>
                </c:pt>
                <c:pt idx="1544">
                  <c:v>0.2315</c:v>
                </c:pt>
                <c:pt idx="1545">
                  <c:v>0.235</c:v>
                </c:pt>
                <c:pt idx="1546">
                  <c:v>0.4245</c:v>
                </c:pt>
                <c:pt idx="1547">
                  <c:v>0.09</c:v>
                </c:pt>
                <c:pt idx="1548">
                  <c:v>0.2895</c:v>
                </c:pt>
                <c:pt idx="1549">
                  <c:v>0.34</c:v>
                </c:pt>
                <c:pt idx="1550">
                  <c:v>0.146</c:v>
                </c:pt>
                <c:pt idx="1551">
                  <c:v>0.2125</c:v>
                </c:pt>
                <c:pt idx="1552">
                  <c:v>0.1505</c:v>
                </c:pt>
                <c:pt idx="1553">
                  <c:v>0.048</c:v>
                </c:pt>
                <c:pt idx="1554">
                  <c:v>0.371</c:v>
                </c:pt>
                <c:pt idx="1555">
                  <c:v>0.3725</c:v>
                </c:pt>
                <c:pt idx="1556">
                  <c:v>0.1525</c:v>
                </c:pt>
                <c:pt idx="1557">
                  <c:v>0.031</c:v>
                </c:pt>
                <c:pt idx="1558">
                  <c:v>0.1545</c:v>
                </c:pt>
                <c:pt idx="1559">
                  <c:v>0.195</c:v>
                </c:pt>
                <c:pt idx="1560">
                  <c:v>0.239</c:v>
                </c:pt>
                <c:pt idx="1561">
                  <c:v>0.335</c:v>
                </c:pt>
                <c:pt idx="1562">
                  <c:v>0.005</c:v>
                </c:pt>
                <c:pt idx="1563">
                  <c:v>0.115</c:v>
                </c:pt>
                <c:pt idx="1564">
                  <c:v>0.22</c:v>
                </c:pt>
                <c:pt idx="1565">
                  <c:v>0.06</c:v>
                </c:pt>
                <c:pt idx="1566">
                  <c:v>0.091</c:v>
                </c:pt>
                <c:pt idx="1567">
                  <c:v>0.25</c:v>
                </c:pt>
                <c:pt idx="1568">
                  <c:v>0.3465</c:v>
                </c:pt>
                <c:pt idx="1569">
                  <c:v>0.3725</c:v>
                </c:pt>
                <c:pt idx="1570">
                  <c:v>0.163</c:v>
                </c:pt>
                <c:pt idx="1571">
                  <c:v>0.083</c:v>
                </c:pt>
                <c:pt idx="1572">
                  <c:v>0.35</c:v>
                </c:pt>
                <c:pt idx="1573">
                  <c:v>0.22</c:v>
                </c:pt>
                <c:pt idx="1574">
                  <c:v>0.02</c:v>
                </c:pt>
                <c:pt idx="1575">
                  <c:v>0.0735</c:v>
                </c:pt>
                <c:pt idx="1576">
                  <c:v>0.198</c:v>
                </c:pt>
                <c:pt idx="1577">
                  <c:v>0.0675</c:v>
                </c:pt>
                <c:pt idx="1578">
                  <c:v>0.103</c:v>
                </c:pt>
                <c:pt idx="1579">
                  <c:v>0.167</c:v>
                </c:pt>
                <c:pt idx="1580">
                  <c:v>0.2425</c:v>
                </c:pt>
                <c:pt idx="1581">
                  <c:v>0.36</c:v>
                </c:pt>
                <c:pt idx="1582">
                  <c:v>0.1205</c:v>
                </c:pt>
                <c:pt idx="1583">
                  <c:v>0.2185</c:v>
                </c:pt>
                <c:pt idx="1584">
                  <c:v>0.07</c:v>
                </c:pt>
                <c:pt idx="1585">
                  <c:v>0.3205</c:v>
                </c:pt>
                <c:pt idx="1586">
                  <c:v>0.41</c:v>
                </c:pt>
                <c:pt idx="1587">
                  <c:v>0.335</c:v>
                </c:pt>
                <c:pt idx="1588">
                  <c:v>0.195</c:v>
                </c:pt>
                <c:pt idx="1589">
                  <c:v>0.46</c:v>
                </c:pt>
                <c:pt idx="1590">
                  <c:v>0.265</c:v>
                </c:pt>
                <c:pt idx="1591">
                  <c:v>0.275</c:v>
                </c:pt>
                <c:pt idx="1592">
                  <c:v>0.151</c:v>
                </c:pt>
                <c:pt idx="1593">
                  <c:v>0.159</c:v>
                </c:pt>
                <c:pt idx="1594">
                  <c:v>0.14</c:v>
                </c:pt>
                <c:pt idx="1595">
                  <c:v>0.0745</c:v>
                </c:pt>
                <c:pt idx="1596">
                  <c:v>0.135</c:v>
                </c:pt>
                <c:pt idx="1597">
                  <c:v>0.206</c:v>
                </c:pt>
                <c:pt idx="1598">
                  <c:v>0.37</c:v>
                </c:pt>
                <c:pt idx="1599">
                  <c:v>0.335</c:v>
                </c:pt>
                <c:pt idx="1600">
                  <c:v>0.35</c:v>
                </c:pt>
                <c:pt idx="1601">
                  <c:v>0.046</c:v>
                </c:pt>
                <c:pt idx="1602">
                  <c:v>0.387</c:v>
                </c:pt>
                <c:pt idx="1603">
                  <c:v>0.595</c:v>
                </c:pt>
                <c:pt idx="1604">
                  <c:v>0.38</c:v>
                </c:pt>
                <c:pt idx="1605">
                  <c:v>0.3</c:v>
                </c:pt>
                <c:pt idx="1606">
                  <c:v>0.371</c:v>
                </c:pt>
                <c:pt idx="1607">
                  <c:v>0.3</c:v>
                </c:pt>
                <c:pt idx="1608">
                  <c:v>0.255</c:v>
                </c:pt>
                <c:pt idx="1609">
                  <c:v>0.195</c:v>
                </c:pt>
                <c:pt idx="1610">
                  <c:v>0.25</c:v>
                </c:pt>
                <c:pt idx="1611">
                  <c:v>0.1135</c:v>
                </c:pt>
                <c:pt idx="1612">
                  <c:v>0.26</c:v>
                </c:pt>
                <c:pt idx="1613">
                  <c:v>0.285</c:v>
                </c:pt>
                <c:pt idx="1614">
                  <c:v>0.121</c:v>
                </c:pt>
                <c:pt idx="1615">
                  <c:v>0.068</c:v>
                </c:pt>
                <c:pt idx="1616">
                  <c:v>0.114</c:v>
                </c:pt>
                <c:pt idx="1617">
                  <c:v>0.098</c:v>
                </c:pt>
                <c:pt idx="1618">
                  <c:v>0.34</c:v>
                </c:pt>
                <c:pt idx="1619">
                  <c:v>0.225</c:v>
                </c:pt>
                <c:pt idx="1620">
                  <c:v>0.49</c:v>
                </c:pt>
                <c:pt idx="1621">
                  <c:v>0.02</c:v>
                </c:pt>
                <c:pt idx="1622">
                  <c:v>0.18</c:v>
                </c:pt>
                <c:pt idx="1623">
                  <c:v>0.348</c:v>
                </c:pt>
                <c:pt idx="1624">
                  <c:v>0.008</c:v>
                </c:pt>
                <c:pt idx="1625">
                  <c:v>0.11</c:v>
                </c:pt>
                <c:pt idx="1626">
                  <c:v>0.345</c:v>
                </c:pt>
                <c:pt idx="1627">
                  <c:v>0.3305</c:v>
                </c:pt>
                <c:pt idx="1628">
                  <c:v>0.295</c:v>
                </c:pt>
                <c:pt idx="1629">
                  <c:v>0.1</c:v>
                </c:pt>
                <c:pt idx="1630">
                  <c:v>0.067</c:v>
                </c:pt>
                <c:pt idx="1631">
                  <c:v>0.275</c:v>
                </c:pt>
                <c:pt idx="1632">
                  <c:v>0.28</c:v>
                </c:pt>
                <c:pt idx="1633">
                  <c:v>0.409</c:v>
                </c:pt>
                <c:pt idx="1634">
                  <c:v>0.409</c:v>
                </c:pt>
                <c:pt idx="1635">
                  <c:v>0.17</c:v>
                </c:pt>
                <c:pt idx="1636">
                  <c:v>0.3</c:v>
                </c:pt>
                <c:pt idx="1637">
                  <c:v>0.223</c:v>
                </c:pt>
                <c:pt idx="1638">
                  <c:v>0.24</c:v>
                </c:pt>
                <c:pt idx="1639">
                  <c:v>0.16</c:v>
                </c:pt>
                <c:pt idx="1640">
                  <c:v>0.4265</c:v>
                </c:pt>
                <c:pt idx="1641">
                  <c:v>0.023</c:v>
                </c:pt>
                <c:pt idx="1642">
                  <c:v>0.42</c:v>
                </c:pt>
                <c:pt idx="1643">
                  <c:v>0.321</c:v>
                </c:pt>
                <c:pt idx="1644">
                  <c:v>0.39</c:v>
                </c:pt>
                <c:pt idx="1645">
                  <c:v>0.245</c:v>
                </c:pt>
                <c:pt idx="1646">
                  <c:v>0.29</c:v>
                </c:pt>
                <c:pt idx="1647">
                  <c:v>0.235</c:v>
                </c:pt>
                <c:pt idx="1648">
                  <c:v>0.335</c:v>
                </c:pt>
                <c:pt idx="1649">
                  <c:v>0.155</c:v>
                </c:pt>
                <c:pt idx="1650">
                  <c:v>0.309</c:v>
                </c:pt>
                <c:pt idx="1651">
                  <c:v>0.235</c:v>
                </c:pt>
                <c:pt idx="1652">
                  <c:v>0.245</c:v>
                </c:pt>
                <c:pt idx="1653">
                  <c:v>0.3615</c:v>
                </c:pt>
                <c:pt idx="1654">
                  <c:v>0.389</c:v>
                </c:pt>
                <c:pt idx="1655">
                  <c:v>0.21</c:v>
                </c:pt>
                <c:pt idx="1656">
                  <c:v>0.047</c:v>
                </c:pt>
                <c:pt idx="1657">
                  <c:v>0.0345</c:v>
                </c:pt>
                <c:pt idx="1658">
                  <c:v>0.27</c:v>
                </c:pt>
                <c:pt idx="1659">
                  <c:v>0.274</c:v>
                </c:pt>
                <c:pt idx="1660">
                  <c:v>0.183</c:v>
                </c:pt>
                <c:pt idx="1661">
                  <c:v>0.08</c:v>
                </c:pt>
                <c:pt idx="1662">
                  <c:v>0.27</c:v>
                </c:pt>
                <c:pt idx="1663">
                  <c:v>0.165</c:v>
                </c:pt>
                <c:pt idx="1664">
                  <c:v>0.345</c:v>
                </c:pt>
                <c:pt idx="1665">
                  <c:v>0.33</c:v>
                </c:pt>
                <c:pt idx="1666">
                  <c:v>0.085</c:v>
                </c:pt>
                <c:pt idx="1667">
                  <c:v>0.285</c:v>
                </c:pt>
                <c:pt idx="1668">
                  <c:v>0.225</c:v>
                </c:pt>
                <c:pt idx="1669">
                  <c:v>0.19</c:v>
                </c:pt>
                <c:pt idx="1670">
                  <c:v>0.009</c:v>
                </c:pt>
                <c:pt idx="1671">
                  <c:v>0.013</c:v>
                </c:pt>
                <c:pt idx="1672">
                  <c:v>0.1565</c:v>
                </c:pt>
                <c:pt idx="1673">
                  <c:v>0.125</c:v>
                </c:pt>
                <c:pt idx="1674">
                  <c:v>0.147</c:v>
                </c:pt>
                <c:pt idx="1675">
                  <c:v>0.3745</c:v>
                </c:pt>
                <c:pt idx="1676">
                  <c:v>0.025</c:v>
                </c:pt>
                <c:pt idx="1677">
                  <c:v>0.075</c:v>
                </c:pt>
                <c:pt idx="1678">
                  <c:v>0.005</c:v>
                </c:pt>
                <c:pt idx="1679">
                  <c:v>0.04</c:v>
                </c:pt>
                <c:pt idx="1680">
                  <c:v>0.0575</c:v>
                </c:pt>
                <c:pt idx="1681">
                  <c:v>0.152</c:v>
                </c:pt>
                <c:pt idx="1682">
                  <c:v>0.445</c:v>
                </c:pt>
                <c:pt idx="1683">
                  <c:v>0.258</c:v>
                </c:pt>
                <c:pt idx="1684">
                  <c:v>0.375</c:v>
                </c:pt>
                <c:pt idx="1685">
                  <c:v>0.07</c:v>
                </c:pt>
                <c:pt idx="1686">
                  <c:v>0.26</c:v>
                </c:pt>
                <c:pt idx="1687">
                  <c:v>0.14</c:v>
                </c:pt>
                <c:pt idx="1688">
                  <c:v>0.4195</c:v>
                </c:pt>
                <c:pt idx="1689">
                  <c:v>0.1895</c:v>
                </c:pt>
                <c:pt idx="1690">
                  <c:v>0.26</c:v>
                </c:pt>
                <c:pt idx="1691">
                  <c:v>0.39</c:v>
                </c:pt>
                <c:pt idx="1692">
                  <c:v>0.37</c:v>
                </c:pt>
                <c:pt idx="1693">
                  <c:v>0.1785</c:v>
                </c:pt>
                <c:pt idx="1694">
                  <c:v>0.13</c:v>
                </c:pt>
                <c:pt idx="1695">
                  <c:v>0.083</c:v>
                </c:pt>
                <c:pt idx="1696">
                  <c:v>0.1</c:v>
                </c:pt>
                <c:pt idx="1697">
                  <c:v>0.032</c:v>
                </c:pt>
                <c:pt idx="1698">
                  <c:v>0.285</c:v>
                </c:pt>
                <c:pt idx="1699">
                  <c:v>0.34</c:v>
                </c:pt>
                <c:pt idx="1700">
                  <c:v>0.3</c:v>
                </c:pt>
                <c:pt idx="1701">
                  <c:v>0.355</c:v>
                </c:pt>
                <c:pt idx="1702">
                  <c:v>0.01</c:v>
                </c:pt>
                <c:pt idx="1703">
                  <c:v>0.0575</c:v>
                </c:pt>
                <c:pt idx="1704">
                  <c:v>0.3225</c:v>
                </c:pt>
                <c:pt idx="1705">
                  <c:v>0.194</c:v>
                </c:pt>
                <c:pt idx="1706">
                  <c:v>0.2925</c:v>
                </c:pt>
                <c:pt idx="1707">
                  <c:v>0.12</c:v>
                </c:pt>
                <c:pt idx="1708">
                  <c:v>0.305</c:v>
                </c:pt>
                <c:pt idx="1709">
                  <c:v>0.15</c:v>
                </c:pt>
                <c:pt idx="1710">
                  <c:v>0.27</c:v>
                </c:pt>
                <c:pt idx="1711">
                  <c:v>0.105</c:v>
                </c:pt>
                <c:pt idx="1712">
                  <c:v>0.384</c:v>
                </c:pt>
                <c:pt idx="1713">
                  <c:v>0.239</c:v>
                </c:pt>
                <c:pt idx="1714">
                  <c:v>0.335</c:v>
                </c:pt>
                <c:pt idx="1715">
                  <c:v>0.077</c:v>
                </c:pt>
                <c:pt idx="1716">
                  <c:v>0.255</c:v>
                </c:pt>
                <c:pt idx="1717">
                  <c:v>0.6095</c:v>
                </c:pt>
                <c:pt idx="1718">
                  <c:v>0.0445</c:v>
                </c:pt>
                <c:pt idx="1719">
                  <c:v>0.26</c:v>
                </c:pt>
                <c:pt idx="1720">
                  <c:v>0.175</c:v>
                </c:pt>
                <c:pt idx="1721">
                  <c:v>0.16</c:v>
                </c:pt>
                <c:pt idx="1722">
                  <c:v>0.165</c:v>
                </c:pt>
                <c:pt idx="1723">
                  <c:v>0.2095</c:v>
                </c:pt>
                <c:pt idx="1724">
                  <c:v>0.02</c:v>
                </c:pt>
                <c:pt idx="1725">
                  <c:v>0.01</c:v>
                </c:pt>
                <c:pt idx="1726">
                  <c:v>0.354</c:v>
                </c:pt>
                <c:pt idx="1727">
                  <c:v>0.3005</c:v>
                </c:pt>
                <c:pt idx="1728">
                  <c:v>0.2925</c:v>
                </c:pt>
                <c:pt idx="1729">
                  <c:v>0.106</c:v>
                </c:pt>
                <c:pt idx="1730">
                  <c:v>0.435</c:v>
                </c:pt>
                <c:pt idx="1731">
                  <c:v>0.24</c:v>
                </c:pt>
                <c:pt idx="1732">
                  <c:v>0.053</c:v>
                </c:pt>
                <c:pt idx="1733">
                  <c:v>0.225</c:v>
                </c:pt>
                <c:pt idx="1734">
                  <c:v>0.2565</c:v>
                </c:pt>
                <c:pt idx="1735">
                  <c:v>0.305</c:v>
                </c:pt>
                <c:pt idx="1736">
                  <c:v>0.106</c:v>
                </c:pt>
                <c:pt idx="1737">
                  <c:v>0.314</c:v>
                </c:pt>
                <c:pt idx="1738">
                  <c:v>0.054</c:v>
                </c:pt>
                <c:pt idx="1739">
                  <c:v>0.265</c:v>
                </c:pt>
                <c:pt idx="1740">
                  <c:v>0.275</c:v>
                </c:pt>
                <c:pt idx="1741">
                  <c:v>0.1885</c:v>
                </c:pt>
                <c:pt idx="1742">
                  <c:v>0.32</c:v>
                </c:pt>
                <c:pt idx="1743">
                  <c:v>0.1175</c:v>
                </c:pt>
                <c:pt idx="1744">
                  <c:v>0.255</c:v>
                </c:pt>
                <c:pt idx="1745">
                  <c:v>0.24</c:v>
                </c:pt>
                <c:pt idx="1746">
                  <c:v>0.405</c:v>
                </c:pt>
                <c:pt idx="1747">
                  <c:v>0.141</c:v>
                </c:pt>
                <c:pt idx="1748">
                  <c:v>0.275</c:v>
                </c:pt>
                <c:pt idx="1749">
                  <c:v>0.0895</c:v>
                </c:pt>
                <c:pt idx="1750">
                  <c:v>0.225</c:v>
                </c:pt>
                <c:pt idx="1751">
                  <c:v>0.36</c:v>
                </c:pt>
                <c:pt idx="1752">
                  <c:v>0.265</c:v>
                </c:pt>
                <c:pt idx="1753">
                  <c:v>0.08</c:v>
                </c:pt>
                <c:pt idx="1754">
                  <c:v>0.45</c:v>
                </c:pt>
                <c:pt idx="1755">
                  <c:v>0.307</c:v>
                </c:pt>
                <c:pt idx="1756">
                  <c:v>0.17</c:v>
                </c:pt>
                <c:pt idx="1757">
                  <c:v>0.185</c:v>
                </c:pt>
                <c:pt idx="1758">
                  <c:v>0.22</c:v>
                </c:pt>
                <c:pt idx="1759">
                  <c:v>0.199</c:v>
                </c:pt>
                <c:pt idx="1760">
                  <c:v>0.1555</c:v>
                </c:pt>
                <c:pt idx="1761">
                  <c:v>0.179</c:v>
                </c:pt>
                <c:pt idx="1762">
                  <c:v>0.17</c:v>
                </c:pt>
                <c:pt idx="1763">
                  <c:v>0.195</c:v>
                </c:pt>
                <c:pt idx="1764">
                  <c:v>0.184</c:v>
                </c:pt>
                <c:pt idx="1765">
                  <c:v>0.167</c:v>
                </c:pt>
                <c:pt idx="1766">
                  <c:v>0.165</c:v>
                </c:pt>
                <c:pt idx="1767">
                  <c:v>0.2185</c:v>
                </c:pt>
                <c:pt idx="1768">
                  <c:v>0.317</c:v>
                </c:pt>
                <c:pt idx="1769">
                  <c:v>0.34</c:v>
                </c:pt>
                <c:pt idx="1770">
                  <c:v>0.401</c:v>
                </c:pt>
                <c:pt idx="1771">
                  <c:v>0.38</c:v>
                </c:pt>
                <c:pt idx="1772">
                  <c:v>0.4085</c:v>
                </c:pt>
                <c:pt idx="1773">
                  <c:v>0.4505</c:v>
                </c:pt>
                <c:pt idx="1774">
                  <c:v>0.31</c:v>
                </c:pt>
                <c:pt idx="1775">
                  <c:v>0.174</c:v>
                </c:pt>
                <c:pt idx="1776">
                  <c:v>0.2325</c:v>
                </c:pt>
                <c:pt idx="1777">
                  <c:v>0.145</c:v>
                </c:pt>
                <c:pt idx="1778">
                  <c:v>0.144</c:v>
                </c:pt>
                <c:pt idx="1779">
                  <c:v>0.127</c:v>
                </c:pt>
                <c:pt idx="1780">
                  <c:v>0.42</c:v>
                </c:pt>
                <c:pt idx="1781">
                  <c:v>0.485</c:v>
                </c:pt>
                <c:pt idx="1782">
                  <c:v>0.474</c:v>
                </c:pt>
                <c:pt idx="1783">
                  <c:v>0.2745</c:v>
                </c:pt>
                <c:pt idx="1784">
                  <c:v>0.3685</c:v>
                </c:pt>
                <c:pt idx="1785">
                  <c:v>0.132</c:v>
                </c:pt>
                <c:pt idx="1786">
                  <c:v>0.288</c:v>
                </c:pt>
                <c:pt idx="1787">
                  <c:v>0.1455</c:v>
                </c:pt>
                <c:pt idx="1788">
                  <c:v>0.16</c:v>
                </c:pt>
                <c:pt idx="1789">
                  <c:v>0.185</c:v>
                </c:pt>
                <c:pt idx="1790">
                  <c:v>0.49</c:v>
                </c:pt>
                <c:pt idx="1791">
                  <c:v>0.1755</c:v>
                </c:pt>
                <c:pt idx="1792">
                  <c:v>0.19</c:v>
                </c:pt>
                <c:pt idx="1793">
                  <c:v>0.155</c:v>
                </c:pt>
                <c:pt idx="1794">
                  <c:v>0.235</c:v>
                </c:pt>
                <c:pt idx="1795">
                  <c:v>0.5</c:v>
                </c:pt>
                <c:pt idx="1796">
                  <c:v>0.2585</c:v>
                </c:pt>
                <c:pt idx="1797">
                  <c:v>0.24</c:v>
                </c:pt>
                <c:pt idx="1798">
                  <c:v>0.03</c:v>
                </c:pt>
                <c:pt idx="1799">
                  <c:v>0.0965</c:v>
                </c:pt>
                <c:pt idx="1800">
                  <c:v>0.375</c:v>
                </c:pt>
                <c:pt idx="1801">
                  <c:v>0.13</c:v>
                </c:pt>
                <c:pt idx="1802">
                  <c:v>0.015</c:v>
                </c:pt>
                <c:pt idx="1803">
                  <c:v>0.075</c:v>
                </c:pt>
                <c:pt idx="1804">
                  <c:v>0.1815</c:v>
                </c:pt>
                <c:pt idx="1805">
                  <c:v>0.1485</c:v>
                </c:pt>
                <c:pt idx="1806">
                  <c:v>0.323</c:v>
                </c:pt>
                <c:pt idx="1807">
                  <c:v>0.62</c:v>
                </c:pt>
                <c:pt idx="1808">
                  <c:v>0.135</c:v>
                </c:pt>
                <c:pt idx="1809">
                  <c:v>0.172</c:v>
                </c:pt>
                <c:pt idx="1810">
                  <c:v>0.17</c:v>
                </c:pt>
                <c:pt idx="1811">
                  <c:v>0.1015</c:v>
                </c:pt>
                <c:pt idx="1812">
                  <c:v>0.263</c:v>
                </c:pt>
                <c:pt idx="1813">
                  <c:v>0.1415</c:v>
                </c:pt>
                <c:pt idx="1814">
                  <c:v>0.2</c:v>
                </c:pt>
                <c:pt idx="1815">
                  <c:v>0.012</c:v>
                </c:pt>
                <c:pt idx="1816">
                  <c:v>0.236</c:v>
                </c:pt>
                <c:pt idx="1817">
                  <c:v>0.205</c:v>
                </c:pt>
                <c:pt idx="1818">
                  <c:v>0.1335</c:v>
                </c:pt>
                <c:pt idx="1819">
                  <c:v>0.175</c:v>
                </c:pt>
                <c:pt idx="1820">
                  <c:v>0.4545</c:v>
                </c:pt>
                <c:pt idx="1821">
                  <c:v>0.495</c:v>
                </c:pt>
                <c:pt idx="1822">
                  <c:v>0.3105</c:v>
                </c:pt>
                <c:pt idx="1823">
                  <c:v>0.125</c:v>
                </c:pt>
                <c:pt idx="1824">
                  <c:v>0.135</c:v>
                </c:pt>
                <c:pt idx="1825">
                  <c:v>0.21</c:v>
                </c:pt>
                <c:pt idx="1826">
                  <c:v>0.21</c:v>
                </c:pt>
                <c:pt idx="1827">
                  <c:v>0.315</c:v>
                </c:pt>
                <c:pt idx="1828">
                  <c:v>0.2875</c:v>
                </c:pt>
                <c:pt idx="1829">
                  <c:v>0.0445</c:v>
                </c:pt>
                <c:pt idx="1830">
                  <c:v>0.3305</c:v>
                </c:pt>
                <c:pt idx="1831">
                  <c:v>0.2815</c:v>
                </c:pt>
                <c:pt idx="1832">
                  <c:v>0.1825</c:v>
                </c:pt>
                <c:pt idx="1833">
                  <c:v>0.147</c:v>
                </c:pt>
                <c:pt idx="1834">
                  <c:v>0.29</c:v>
                </c:pt>
                <c:pt idx="1835">
                  <c:v>0.16</c:v>
                </c:pt>
                <c:pt idx="1836">
                  <c:v>0.195</c:v>
                </c:pt>
                <c:pt idx="1837">
                  <c:v>0.37</c:v>
                </c:pt>
                <c:pt idx="1838">
                  <c:v>0.275</c:v>
                </c:pt>
                <c:pt idx="1839">
                  <c:v>0.36</c:v>
                </c:pt>
                <c:pt idx="1840">
                  <c:v>0.185</c:v>
                </c:pt>
                <c:pt idx="1841">
                  <c:v>0.209</c:v>
                </c:pt>
                <c:pt idx="1842">
                  <c:v>0.28</c:v>
                </c:pt>
                <c:pt idx="1843">
                  <c:v>0.035</c:v>
                </c:pt>
                <c:pt idx="1844">
                  <c:v>0.0705</c:v>
                </c:pt>
                <c:pt idx="1845">
                  <c:v>0.065</c:v>
                </c:pt>
                <c:pt idx="1846">
                  <c:v>0.51</c:v>
                </c:pt>
                <c:pt idx="1847">
                  <c:v>0.34</c:v>
                </c:pt>
                <c:pt idx="1848">
                  <c:v>0.332</c:v>
                </c:pt>
                <c:pt idx="1849">
                  <c:v>0.276</c:v>
                </c:pt>
                <c:pt idx="1850">
                  <c:v>0.068</c:v>
                </c:pt>
                <c:pt idx="1851">
                  <c:v>0.1795</c:v>
                </c:pt>
                <c:pt idx="1852">
                  <c:v>0.07</c:v>
                </c:pt>
                <c:pt idx="1853">
                  <c:v>0.114</c:v>
                </c:pt>
                <c:pt idx="1854">
                  <c:v>0.009</c:v>
                </c:pt>
                <c:pt idx="1855">
                  <c:v>0.1395</c:v>
                </c:pt>
                <c:pt idx="1856">
                  <c:v>0.385</c:v>
                </c:pt>
                <c:pt idx="1857">
                  <c:v>0.2455</c:v>
                </c:pt>
                <c:pt idx="1858">
                  <c:v>0.388</c:v>
                </c:pt>
                <c:pt idx="1859">
                  <c:v>0.08</c:v>
                </c:pt>
                <c:pt idx="1860">
                  <c:v>0.2635</c:v>
                </c:pt>
                <c:pt idx="1861">
                  <c:v>0.22</c:v>
                </c:pt>
                <c:pt idx="1862">
                  <c:v>0.3165</c:v>
                </c:pt>
                <c:pt idx="1863">
                  <c:v>0.0155</c:v>
                </c:pt>
                <c:pt idx="1864">
                  <c:v>0.12</c:v>
                </c:pt>
                <c:pt idx="1865">
                  <c:v>0.277</c:v>
                </c:pt>
                <c:pt idx="1866">
                  <c:v>0.058</c:v>
                </c:pt>
                <c:pt idx="1867">
                  <c:v>0.11</c:v>
                </c:pt>
                <c:pt idx="1868">
                  <c:v>0.008</c:v>
                </c:pt>
                <c:pt idx="1869">
                  <c:v>0.215</c:v>
                </c:pt>
                <c:pt idx="1870">
                  <c:v>0.2115</c:v>
                </c:pt>
                <c:pt idx="1871">
                  <c:v>0.045</c:v>
                </c:pt>
                <c:pt idx="1872">
                  <c:v>0.24</c:v>
                </c:pt>
                <c:pt idx="1873">
                  <c:v>0.36</c:v>
                </c:pt>
                <c:pt idx="1874">
                  <c:v>0.23</c:v>
                </c:pt>
                <c:pt idx="1875">
                  <c:v>0.145</c:v>
                </c:pt>
                <c:pt idx="1876">
                  <c:v>0.345</c:v>
                </c:pt>
                <c:pt idx="1877">
                  <c:v>0.173</c:v>
                </c:pt>
                <c:pt idx="1878">
                  <c:v>0.21</c:v>
                </c:pt>
                <c:pt idx="1879">
                  <c:v>0.1455</c:v>
                </c:pt>
                <c:pt idx="1880">
                  <c:v>0.5</c:v>
                </c:pt>
                <c:pt idx="1881">
                  <c:v>0.24</c:v>
                </c:pt>
                <c:pt idx="1882">
                  <c:v>0.14</c:v>
                </c:pt>
                <c:pt idx="1883">
                  <c:v>0.177</c:v>
                </c:pt>
                <c:pt idx="1884">
                  <c:v>0.1645</c:v>
                </c:pt>
                <c:pt idx="1885">
                  <c:v>0.29</c:v>
                </c:pt>
                <c:pt idx="1886">
                  <c:v>0.154</c:v>
                </c:pt>
                <c:pt idx="1887">
                  <c:v>0.505</c:v>
                </c:pt>
                <c:pt idx="1888">
                  <c:v>0.1025</c:v>
                </c:pt>
                <c:pt idx="1889">
                  <c:v>0.222</c:v>
                </c:pt>
                <c:pt idx="1890">
                  <c:v>0.12</c:v>
                </c:pt>
                <c:pt idx="1891">
                  <c:v>0.295</c:v>
                </c:pt>
                <c:pt idx="1892">
                  <c:v>0.4465</c:v>
                </c:pt>
                <c:pt idx="1893">
                  <c:v>0.17</c:v>
                </c:pt>
                <c:pt idx="1894">
                  <c:v>0.52</c:v>
                </c:pt>
                <c:pt idx="1895">
                  <c:v>0.252</c:v>
                </c:pt>
                <c:pt idx="1896">
                  <c:v>0.0745</c:v>
                </c:pt>
                <c:pt idx="1897">
                  <c:v>0.3485</c:v>
                </c:pt>
                <c:pt idx="1898">
                  <c:v>0.03</c:v>
                </c:pt>
                <c:pt idx="1899">
                  <c:v>0.25</c:v>
                </c:pt>
                <c:pt idx="1900">
                  <c:v>0.0225</c:v>
                </c:pt>
                <c:pt idx="1901">
                  <c:v>0.21</c:v>
                </c:pt>
                <c:pt idx="1902">
                  <c:v>0.255</c:v>
                </c:pt>
                <c:pt idx="1903">
                  <c:v>0.49</c:v>
                </c:pt>
                <c:pt idx="1904">
                  <c:v>0.259</c:v>
                </c:pt>
                <c:pt idx="1905">
                  <c:v>0.19</c:v>
                </c:pt>
                <c:pt idx="1906">
                  <c:v>0.47</c:v>
                </c:pt>
                <c:pt idx="1907">
                  <c:v>0.031</c:v>
                </c:pt>
                <c:pt idx="1908">
                  <c:v>0.125</c:v>
                </c:pt>
                <c:pt idx="1909">
                  <c:v>0.101</c:v>
                </c:pt>
                <c:pt idx="1910">
                  <c:v>0.251</c:v>
                </c:pt>
                <c:pt idx="1911">
                  <c:v>0.1035</c:v>
                </c:pt>
                <c:pt idx="1912">
                  <c:v>0.144</c:v>
                </c:pt>
                <c:pt idx="1913">
                  <c:v>0.42</c:v>
                </c:pt>
                <c:pt idx="1914">
                  <c:v>0.088</c:v>
                </c:pt>
                <c:pt idx="1915">
                  <c:v>0.45</c:v>
                </c:pt>
                <c:pt idx="1916">
                  <c:v>0.22</c:v>
                </c:pt>
                <c:pt idx="1917">
                  <c:v>0.272</c:v>
                </c:pt>
                <c:pt idx="1918">
                  <c:v>0.4055</c:v>
                </c:pt>
                <c:pt idx="1919">
                  <c:v>0.4695</c:v>
                </c:pt>
                <c:pt idx="1920">
                  <c:v>0.406</c:v>
                </c:pt>
                <c:pt idx="1921">
                  <c:v>0.18</c:v>
                </c:pt>
                <c:pt idx="1922">
                  <c:v>0.471</c:v>
                </c:pt>
                <c:pt idx="1923">
                  <c:v>0.2</c:v>
                </c:pt>
                <c:pt idx="1924">
                  <c:v>0.255</c:v>
                </c:pt>
                <c:pt idx="1925">
                  <c:v>0.102</c:v>
                </c:pt>
                <c:pt idx="1926">
                  <c:v>0.3065</c:v>
                </c:pt>
                <c:pt idx="1927">
                  <c:v>0.115</c:v>
                </c:pt>
                <c:pt idx="1928">
                  <c:v>0.305</c:v>
                </c:pt>
                <c:pt idx="1929">
                  <c:v>0.25</c:v>
                </c:pt>
                <c:pt idx="1930">
                  <c:v>0.279</c:v>
                </c:pt>
                <c:pt idx="1931">
                  <c:v>0.125</c:v>
                </c:pt>
                <c:pt idx="1932">
                  <c:v>0.032</c:v>
                </c:pt>
                <c:pt idx="1933">
                  <c:v>0.185</c:v>
                </c:pt>
                <c:pt idx="1934">
                  <c:v>0.1085</c:v>
                </c:pt>
                <c:pt idx="1935">
                  <c:v>0.185</c:v>
                </c:pt>
                <c:pt idx="1936">
                  <c:v>0.17</c:v>
                </c:pt>
                <c:pt idx="1937">
                  <c:v>0.341</c:v>
                </c:pt>
                <c:pt idx="1938">
                  <c:v>0.3555</c:v>
                </c:pt>
                <c:pt idx="1939">
                  <c:v>0.12</c:v>
                </c:pt>
                <c:pt idx="1940">
                  <c:v>0.217</c:v>
                </c:pt>
                <c:pt idx="1941">
                  <c:v>0.42</c:v>
                </c:pt>
                <c:pt idx="1942">
                  <c:v>0.0925</c:v>
                </c:pt>
                <c:pt idx="1943">
                  <c:v>0.205</c:v>
                </c:pt>
                <c:pt idx="1944">
                  <c:v>0.49</c:v>
                </c:pt>
                <c:pt idx="1945">
                  <c:v>0.33</c:v>
                </c:pt>
                <c:pt idx="1946">
                  <c:v>0.075</c:v>
                </c:pt>
                <c:pt idx="1947">
                  <c:v>0.44</c:v>
                </c:pt>
                <c:pt idx="1948">
                  <c:v>0.244</c:v>
                </c:pt>
                <c:pt idx="1949">
                  <c:v>0.21</c:v>
                </c:pt>
                <c:pt idx="1950">
                  <c:v>0.425</c:v>
                </c:pt>
                <c:pt idx="1951">
                  <c:v>0.035</c:v>
                </c:pt>
                <c:pt idx="1952">
                  <c:v>0.172</c:v>
                </c:pt>
                <c:pt idx="1953">
                  <c:v>0.094</c:v>
                </c:pt>
                <c:pt idx="1954">
                  <c:v>0.39</c:v>
                </c:pt>
                <c:pt idx="1955">
                  <c:v>0.215</c:v>
                </c:pt>
                <c:pt idx="1956">
                  <c:v>0.2295</c:v>
                </c:pt>
                <c:pt idx="1957">
                  <c:v>0.35</c:v>
                </c:pt>
                <c:pt idx="1958">
                  <c:v>0.158</c:v>
                </c:pt>
                <c:pt idx="1959">
                  <c:v>0.33</c:v>
                </c:pt>
                <c:pt idx="1960">
                  <c:v>0.2235</c:v>
                </c:pt>
                <c:pt idx="1961">
                  <c:v>0.3505</c:v>
                </c:pt>
                <c:pt idx="1962">
                  <c:v>0.17</c:v>
                </c:pt>
                <c:pt idx="1963">
                  <c:v>0.116</c:v>
                </c:pt>
                <c:pt idx="1964">
                  <c:v>0.3</c:v>
                </c:pt>
                <c:pt idx="1965">
                  <c:v>0.37</c:v>
                </c:pt>
                <c:pt idx="1966">
                  <c:v>0.646</c:v>
                </c:pt>
                <c:pt idx="1967">
                  <c:v>0.2965</c:v>
                </c:pt>
                <c:pt idx="1968">
                  <c:v>0.19</c:v>
                </c:pt>
                <c:pt idx="1969">
                  <c:v>0.405</c:v>
                </c:pt>
                <c:pt idx="1970">
                  <c:v>0.3</c:v>
                </c:pt>
                <c:pt idx="1971">
                  <c:v>0.49</c:v>
                </c:pt>
                <c:pt idx="1972">
                  <c:v>0.195</c:v>
                </c:pt>
                <c:pt idx="1973">
                  <c:v>0.3075</c:v>
                </c:pt>
                <c:pt idx="1974">
                  <c:v>0.28</c:v>
                </c:pt>
                <c:pt idx="1975">
                  <c:v>0.1675</c:v>
                </c:pt>
                <c:pt idx="1976">
                  <c:v>0.1175</c:v>
                </c:pt>
                <c:pt idx="1977">
                  <c:v>0.295</c:v>
                </c:pt>
                <c:pt idx="1978">
                  <c:v>0.403</c:v>
                </c:pt>
                <c:pt idx="1979">
                  <c:v>0.399</c:v>
                </c:pt>
                <c:pt idx="1980">
                  <c:v>0.3085</c:v>
                </c:pt>
                <c:pt idx="1981">
                  <c:v>0.0215</c:v>
                </c:pt>
                <c:pt idx="1982">
                  <c:v>0.13</c:v>
                </c:pt>
                <c:pt idx="1983">
                  <c:v>0.3285</c:v>
                </c:pt>
                <c:pt idx="1984">
                  <c:v>0.021</c:v>
                </c:pt>
                <c:pt idx="1985">
                  <c:v>0.215</c:v>
                </c:pt>
                <c:pt idx="1986">
                  <c:v>0.45</c:v>
                </c:pt>
                <c:pt idx="1987">
                  <c:v>0.255</c:v>
                </c:pt>
                <c:pt idx="1988">
                  <c:v>0.035</c:v>
                </c:pt>
                <c:pt idx="1989">
                  <c:v>0.195</c:v>
                </c:pt>
                <c:pt idx="1990">
                  <c:v>0.1845</c:v>
                </c:pt>
                <c:pt idx="1991">
                  <c:v>0.075</c:v>
                </c:pt>
                <c:pt idx="1992">
                  <c:v>0.067</c:v>
                </c:pt>
                <c:pt idx="1993">
                  <c:v>0.245</c:v>
                </c:pt>
                <c:pt idx="1994">
                  <c:v>0.235</c:v>
                </c:pt>
                <c:pt idx="1995">
                  <c:v>0.275</c:v>
                </c:pt>
                <c:pt idx="1996">
                  <c:v>0.085</c:v>
                </c:pt>
                <c:pt idx="1997">
                  <c:v>0.285</c:v>
                </c:pt>
                <c:pt idx="1998">
                  <c:v>0.4935</c:v>
                </c:pt>
                <c:pt idx="1999">
                  <c:v>0.07</c:v>
                </c:pt>
                <c:pt idx="2000">
                  <c:v>0.445</c:v>
                </c:pt>
                <c:pt idx="2001">
                  <c:v>0.33</c:v>
                </c:pt>
                <c:pt idx="2002">
                  <c:v>0.185</c:v>
                </c:pt>
                <c:pt idx="2003">
                  <c:v>0.148</c:v>
                </c:pt>
                <c:pt idx="2004">
                  <c:v>0.4375</c:v>
                </c:pt>
                <c:pt idx="2005">
                  <c:v>0.28</c:v>
                </c:pt>
                <c:pt idx="2006">
                  <c:v>0.105</c:v>
                </c:pt>
                <c:pt idx="2007">
                  <c:v>0.115</c:v>
                </c:pt>
                <c:pt idx="2008">
                  <c:v>0.0405</c:v>
                </c:pt>
                <c:pt idx="2009">
                  <c:v>0.195</c:v>
                </c:pt>
                <c:pt idx="2010">
                  <c:v>0.1325</c:v>
                </c:pt>
                <c:pt idx="2011">
                  <c:v>0.098</c:v>
                </c:pt>
                <c:pt idx="2012">
                  <c:v>0.239</c:v>
                </c:pt>
                <c:pt idx="2013">
                  <c:v>0.225</c:v>
                </c:pt>
                <c:pt idx="2014">
                  <c:v>0.315</c:v>
                </c:pt>
                <c:pt idx="2015">
                  <c:v>0.28</c:v>
                </c:pt>
                <c:pt idx="2016">
                  <c:v>0.093</c:v>
                </c:pt>
                <c:pt idx="2017">
                  <c:v>0.335</c:v>
                </c:pt>
                <c:pt idx="2018">
                  <c:v>0.585</c:v>
                </c:pt>
                <c:pt idx="2019">
                  <c:v>0.5165</c:v>
                </c:pt>
                <c:pt idx="2020">
                  <c:v>0.105</c:v>
                </c:pt>
                <c:pt idx="2021">
                  <c:v>0.41</c:v>
                </c:pt>
                <c:pt idx="2022">
                  <c:v>0.4865</c:v>
                </c:pt>
                <c:pt idx="2023">
                  <c:v>0.0605</c:v>
                </c:pt>
                <c:pt idx="2024">
                  <c:v>0.39</c:v>
                </c:pt>
                <c:pt idx="2025">
                  <c:v>0.389</c:v>
                </c:pt>
                <c:pt idx="2026">
                  <c:v>0.355</c:v>
                </c:pt>
                <c:pt idx="2027">
                  <c:v>0.335</c:v>
                </c:pt>
                <c:pt idx="2028">
                  <c:v>0.1</c:v>
                </c:pt>
                <c:pt idx="2029">
                  <c:v>0.315</c:v>
                </c:pt>
                <c:pt idx="2030">
                  <c:v>0.387</c:v>
                </c:pt>
                <c:pt idx="2031">
                  <c:v>0.3665</c:v>
                </c:pt>
                <c:pt idx="2032">
                  <c:v>0.02</c:v>
                </c:pt>
                <c:pt idx="2033">
                  <c:v>0.253</c:v>
                </c:pt>
                <c:pt idx="2034">
                  <c:v>0.1325</c:v>
                </c:pt>
                <c:pt idx="2035">
                  <c:v>0.027</c:v>
                </c:pt>
                <c:pt idx="2036">
                  <c:v>0.035</c:v>
                </c:pt>
                <c:pt idx="2037">
                  <c:v>0.149</c:v>
                </c:pt>
                <c:pt idx="2038">
                  <c:v>0.265</c:v>
                </c:pt>
                <c:pt idx="2039">
                  <c:v>0.13</c:v>
                </c:pt>
                <c:pt idx="2040">
                  <c:v>0.0245</c:v>
                </c:pt>
                <c:pt idx="2041">
                  <c:v>0.17</c:v>
                </c:pt>
                <c:pt idx="2042">
                  <c:v>0.07</c:v>
                </c:pt>
                <c:pt idx="2043">
                  <c:v>0.515</c:v>
                </c:pt>
                <c:pt idx="2044">
                  <c:v>0.195</c:v>
                </c:pt>
                <c:pt idx="2045">
                  <c:v>0.184</c:v>
                </c:pt>
                <c:pt idx="2046">
                  <c:v>0.405</c:v>
                </c:pt>
                <c:pt idx="2047">
                  <c:v>0.3315</c:v>
                </c:pt>
                <c:pt idx="2048">
                  <c:v>0.446</c:v>
                </c:pt>
                <c:pt idx="2049">
                  <c:v>0.248</c:v>
                </c:pt>
                <c:pt idx="2050">
                  <c:v>0.239</c:v>
                </c:pt>
                <c:pt idx="2051">
                  <c:v>0.352</c:v>
                </c:pt>
                <c:pt idx="2052">
                  <c:v>0.07</c:v>
                </c:pt>
                <c:pt idx="2053">
                  <c:v>0.363</c:v>
                </c:pt>
                <c:pt idx="2054">
                  <c:v>0.165</c:v>
                </c:pt>
                <c:pt idx="2055">
                  <c:v>0.0735</c:v>
                </c:pt>
                <c:pt idx="2056">
                  <c:v>0.19</c:v>
                </c:pt>
                <c:pt idx="2057">
                  <c:v>0.265</c:v>
                </c:pt>
                <c:pt idx="2058">
                  <c:v>0.3315</c:v>
                </c:pt>
                <c:pt idx="2059">
                  <c:v>0.11</c:v>
                </c:pt>
                <c:pt idx="2060">
                  <c:v>0.1215</c:v>
                </c:pt>
                <c:pt idx="2061">
                  <c:v>0.175</c:v>
                </c:pt>
                <c:pt idx="2062">
                  <c:v>0.14</c:v>
                </c:pt>
                <c:pt idx="2063">
                  <c:v>0.432</c:v>
                </c:pt>
                <c:pt idx="2064">
                  <c:v>0.488</c:v>
                </c:pt>
                <c:pt idx="2065">
                  <c:v>0.228</c:v>
                </c:pt>
                <c:pt idx="2066">
                  <c:v>0.265</c:v>
                </c:pt>
                <c:pt idx="2067">
                  <c:v>0.41</c:v>
                </c:pt>
                <c:pt idx="2068">
                  <c:v>0.11</c:v>
                </c:pt>
                <c:pt idx="2069">
                  <c:v>0.285</c:v>
                </c:pt>
                <c:pt idx="2070">
                  <c:v>0.249</c:v>
                </c:pt>
                <c:pt idx="2071">
                  <c:v>0.26</c:v>
                </c:pt>
                <c:pt idx="2072">
                  <c:v>0.27</c:v>
                </c:pt>
                <c:pt idx="2073">
                  <c:v>0.5375</c:v>
                </c:pt>
                <c:pt idx="2074">
                  <c:v>0.03</c:v>
                </c:pt>
                <c:pt idx="2075">
                  <c:v>0.32</c:v>
                </c:pt>
                <c:pt idx="2076">
                  <c:v>0.235</c:v>
                </c:pt>
                <c:pt idx="2077">
                  <c:v>0.055</c:v>
                </c:pt>
                <c:pt idx="2078">
                  <c:v>0.008</c:v>
                </c:pt>
                <c:pt idx="2079">
                  <c:v>0.345</c:v>
                </c:pt>
                <c:pt idx="2080">
                  <c:v>0.085</c:v>
                </c:pt>
                <c:pt idx="2081">
                  <c:v>0.3185</c:v>
                </c:pt>
                <c:pt idx="2082">
                  <c:v>0.453</c:v>
                </c:pt>
                <c:pt idx="2083">
                  <c:v>0.0925</c:v>
                </c:pt>
                <c:pt idx="2084">
                  <c:v>0.41</c:v>
                </c:pt>
                <c:pt idx="2085">
                  <c:v>0.1175</c:v>
                </c:pt>
                <c:pt idx="2086">
                  <c:v>0.275</c:v>
                </c:pt>
                <c:pt idx="2087">
                  <c:v>0.325</c:v>
                </c:pt>
                <c:pt idx="2088">
                  <c:v>0.005</c:v>
                </c:pt>
                <c:pt idx="2089">
                  <c:v>0.25</c:v>
                </c:pt>
                <c:pt idx="2090">
                  <c:v>0.3935</c:v>
                </c:pt>
                <c:pt idx="2091">
                  <c:v>0.04</c:v>
                </c:pt>
                <c:pt idx="2092">
                  <c:v>0.249</c:v>
                </c:pt>
                <c:pt idx="2093">
                  <c:v>0.33</c:v>
                </c:pt>
                <c:pt idx="2094">
                  <c:v>0.339</c:v>
                </c:pt>
                <c:pt idx="2095">
                  <c:v>0.4065</c:v>
                </c:pt>
                <c:pt idx="2096">
                  <c:v>0.1645</c:v>
                </c:pt>
                <c:pt idx="2097">
                  <c:v>0.178</c:v>
                </c:pt>
                <c:pt idx="2098">
                  <c:v>0.24</c:v>
                </c:pt>
                <c:pt idx="2099">
                  <c:v>0.135</c:v>
                </c:pt>
                <c:pt idx="2100">
                  <c:v>0.07</c:v>
                </c:pt>
                <c:pt idx="2101">
                  <c:v>0.129</c:v>
                </c:pt>
                <c:pt idx="2102">
                  <c:v>0.191</c:v>
                </c:pt>
                <c:pt idx="2103">
                  <c:v>0.1685</c:v>
                </c:pt>
                <c:pt idx="2104">
                  <c:v>0.453</c:v>
                </c:pt>
                <c:pt idx="2105">
                  <c:v>0.156</c:v>
                </c:pt>
                <c:pt idx="2106">
                  <c:v>0.05</c:v>
                </c:pt>
                <c:pt idx="2107">
                  <c:v>0.15</c:v>
                </c:pt>
                <c:pt idx="2108">
                  <c:v>0.264</c:v>
                </c:pt>
                <c:pt idx="2109">
                  <c:v>0.4405</c:v>
                </c:pt>
                <c:pt idx="2110">
                  <c:v>0.56</c:v>
                </c:pt>
                <c:pt idx="2111">
                  <c:v>0.02</c:v>
                </c:pt>
                <c:pt idx="2112">
                  <c:v>0.12</c:v>
                </c:pt>
                <c:pt idx="2113">
                  <c:v>0.205</c:v>
                </c:pt>
                <c:pt idx="2114">
                  <c:v>0.358</c:v>
                </c:pt>
                <c:pt idx="2115">
                  <c:v>0.0965</c:v>
                </c:pt>
                <c:pt idx="2116">
                  <c:v>0.39</c:v>
                </c:pt>
                <c:pt idx="2117">
                  <c:v>0.285</c:v>
                </c:pt>
                <c:pt idx="2118">
                  <c:v>0.175</c:v>
                </c:pt>
                <c:pt idx="2119">
                  <c:v>0.24</c:v>
                </c:pt>
                <c:pt idx="2120">
                  <c:v>0.2405</c:v>
                </c:pt>
                <c:pt idx="2121">
                  <c:v>0.161</c:v>
                </c:pt>
                <c:pt idx="2122">
                  <c:v>0.251</c:v>
                </c:pt>
                <c:pt idx="2123">
                  <c:v>0.175</c:v>
                </c:pt>
                <c:pt idx="2124">
                  <c:v>0.223</c:v>
                </c:pt>
                <c:pt idx="2125">
                  <c:v>0.105</c:v>
                </c:pt>
                <c:pt idx="2126">
                  <c:v>0.277</c:v>
                </c:pt>
                <c:pt idx="2127">
                  <c:v>0.09</c:v>
                </c:pt>
                <c:pt idx="2128">
                  <c:v>0.285</c:v>
                </c:pt>
                <c:pt idx="2129">
                  <c:v>0.139</c:v>
                </c:pt>
                <c:pt idx="2130">
                  <c:v>0.146</c:v>
                </c:pt>
                <c:pt idx="2131">
                  <c:v>0.355</c:v>
                </c:pt>
                <c:pt idx="2132">
                  <c:v>0.2485</c:v>
                </c:pt>
                <c:pt idx="2133">
                  <c:v>0.665</c:v>
                </c:pt>
                <c:pt idx="2134">
                  <c:v>0.345</c:v>
                </c:pt>
                <c:pt idx="2135">
                  <c:v>0.21</c:v>
                </c:pt>
                <c:pt idx="2136">
                  <c:v>0.175</c:v>
                </c:pt>
                <c:pt idx="2137">
                  <c:v>0.13</c:v>
                </c:pt>
                <c:pt idx="2138">
                  <c:v>0.319</c:v>
                </c:pt>
                <c:pt idx="2139">
                  <c:v>0.205</c:v>
                </c:pt>
                <c:pt idx="2140">
                  <c:v>0.34</c:v>
                </c:pt>
                <c:pt idx="2141">
                  <c:v>0.274</c:v>
                </c:pt>
                <c:pt idx="2142">
                  <c:v>0.51</c:v>
                </c:pt>
                <c:pt idx="2143">
                  <c:v>0.3085</c:v>
                </c:pt>
                <c:pt idx="2144">
                  <c:v>0.195</c:v>
                </c:pt>
                <c:pt idx="2145">
                  <c:v>0.35</c:v>
                </c:pt>
                <c:pt idx="2146">
                  <c:v>0.07</c:v>
                </c:pt>
                <c:pt idx="2147">
                  <c:v>0.095</c:v>
                </c:pt>
                <c:pt idx="2148">
                  <c:v>0.29</c:v>
                </c:pt>
                <c:pt idx="2149">
                  <c:v>0.295</c:v>
                </c:pt>
                <c:pt idx="2150">
                  <c:v>0.115</c:v>
                </c:pt>
                <c:pt idx="2151">
                  <c:v>0.3945</c:v>
                </c:pt>
                <c:pt idx="2152">
                  <c:v>0.19</c:v>
                </c:pt>
                <c:pt idx="2153">
                  <c:v>0.025</c:v>
                </c:pt>
                <c:pt idx="2154">
                  <c:v>0.315</c:v>
                </c:pt>
                <c:pt idx="2155">
                  <c:v>0.2415</c:v>
                </c:pt>
                <c:pt idx="2156">
                  <c:v>0.01</c:v>
                </c:pt>
                <c:pt idx="2157">
                  <c:v>0.22</c:v>
                </c:pt>
                <c:pt idx="2158">
                  <c:v>0.1785</c:v>
                </c:pt>
                <c:pt idx="2159">
                  <c:v>0.28</c:v>
                </c:pt>
                <c:pt idx="2160">
                  <c:v>0.407</c:v>
                </c:pt>
                <c:pt idx="2161">
                  <c:v>0.48</c:v>
                </c:pt>
                <c:pt idx="2162">
                  <c:v>0.317</c:v>
                </c:pt>
                <c:pt idx="2163">
                  <c:v>0.12</c:v>
                </c:pt>
                <c:pt idx="2164">
                  <c:v>0.3205</c:v>
                </c:pt>
                <c:pt idx="2165">
                  <c:v>0.1895</c:v>
                </c:pt>
                <c:pt idx="2166">
                  <c:v>0.4</c:v>
                </c:pt>
                <c:pt idx="2167">
                  <c:v>0.236</c:v>
                </c:pt>
                <c:pt idx="2168">
                  <c:v>0.12</c:v>
                </c:pt>
                <c:pt idx="2169">
                  <c:v>0.1625</c:v>
                </c:pt>
                <c:pt idx="2170">
                  <c:v>0.065</c:v>
                </c:pt>
                <c:pt idx="2171">
                  <c:v>0.1785</c:v>
                </c:pt>
                <c:pt idx="2172">
                  <c:v>0.287</c:v>
                </c:pt>
                <c:pt idx="2173">
                  <c:v>0.3355</c:v>
                </c:pt>
                <c:pt idx="2174">
                  <c:v>0.595</c:v>
                </c:pt>
                <c:pt idx="2175">
                  <c:v>0.3115</c:v>
                </c:pt>
                <c:pt idx="2176">
                  <c:v>0.327</c:v>
                </c:pt>
                <c:pt idx="2177">
                  <c:v>0.103</c:v>
                </c:pt>
                <c:pt idx="2178">
                  <c:v>0.309</c:v>
                </c:pt>
                <c:pt idx="2179">
                  <c:v>0.535</c:v>
                </c:pt>
                <c:pt idx="2180">
                  <c:v>0.3725</c:v>
                </c:pt>
                <c:pt idx="2181">
                  <c:v>0.2375</c:v>
                </c:pt>
                <c:pt idx="2182">
                  <c:v>0.295</c:v>
                </c:pt>
                <c:pt idx="2183">
                  <c:v>0.27</c:v>
                </c:pt>
                <c:pt idx="2184">
                  <c:v>0.0195</c:v>
                </c:pt>
                <c:pt idx="2185">
                  <c:v>0.23</c:v>
                </c:pt>
                <c:pt idx="2186">
                  <c:v>0.345</c:v>
                </c:pt>
                <c:pt idx="2187">
                  <c:v>0.4705</c:v>
                </c:pt>
                <c:pt idx="2188">
                  <c:v>0.405</c:v>
                </c:pt>
                <c:pt idx="2189">
                  <c:v>0.086</c:v>
                </c:pt>
                <c:pt idx="2190">
                  <c:v>0.17</c:v>
                </c:pt>
                <c:pt idx="2191">
                  <c:v>0.333</c:v>
                </c:pt>
                <c:pt idx="2192">
                  <c:v>0.1645</c:v>
                </c:pt>
                <c:pt idx="2193">
                  <c:v>0.1615</c:v>
                </c:pt>
                <c:pt idx="2194">
                  <c:v>0.23</c:v>
                </c:pt>
                <c:pt idx="2195">
                  <c:v>0.51</c:v>
                </c:pt>
                <c:pt idx="2196">
                  <c:v>0.03</c:v>
                </c:pt>
                <c:pt idx="2197">
                  <c:v>0.0385</c:v>
                </c:pt>
                <c:pt idx="2198">
                  <c:v>0.044</c:v>
                </c:pt>
                <c:pt idx="2199">
                  <c:v>0.315</c:v>
                </c:pt>
                <c:pt idx="2200">
                  <c:v>0.18</c:v>
                </c:pt>
                <c:pt idx="2201">
                  <c:v>0.105</c:v>
                </c:pt>
                <c:pt idx="2202">
                  <c:v>0.0435</c:v>
                </c:pt>
                <c:pt idx="2203">
                  <c:v>0.1</c:v>
                </c:pt>
                <c:pt idx="2204">
                  <c:v>0.17</c:v>
                </c:pt>
                <c:pt idx="2205">
                  <c:v>0.2135</c:v>
                </c:pt>
                <c:pt idx="2206">
                  <c:v>0.265</c:v>
                </c:pt>
                <c:pt idx="2207">
                  <c:v>0.07</c:v>
                </c:pt>
                <c:pt idx="2208">
                  <c:v>0.136</c:v>
                </c:pt>
                <c:pt idx="2209">
                  <c:v>0.305</c:v>
                </c:pt>
                <c:pt idx="2210">
                  <c:v>0.285</c:v>
                </c:pt>
                <c:pt idx="2211">
                  <c:v>0.175</c:v>
                </c:pt>
                <c:pt idx="2212">
                  <c:v>0.247</c:v>
                </c:pt>
                <c:pt idx="2213">
                  <c:v>0.285</c:v>
                </c:pt>
                <c:pt idx="2214">
                  <c:v>0.28</c:v>
                </c:pt>
                <c:pt idx="2215">
                  <c:v>0.4025</c:v>
                </c:pt>
                <c:pt idx="2216">
                  <c:v>0.685</c:v>
                </c:pt>
                <c:pt idx="2217">
                  <c:v>0.157</c:v>
                </c:pt>
                <c:pt idx="2218">
                  <c:v>0.36</c:v>
                </c:pt>
                <c:pt idx="2219">
                  <c:v>0.07</c:v>
                </c:pt>
                <c:pt idx="2220">
                  <c:v>0.275</c:v>
                </c:pt>
                <c:pt idx="2221">
                  <c:v>0.082</c:v>
                </c:pt>
                <c:pt idx="2222">
                  <c:v>0.355</c:v>
                </c:pt>
                <c:pt idx="2223">
                  <c:v>0.16</c:v>
                </c:pt>
                <c:pt idx="2224">
                  <c:v>0.285</c:v>
                </c:pt>
                <c:pt idx="2225">
                  <c:v>0.175</c:v>
                </c:pt>
                <c:pt idx="2226">
                  <c:v>0.33</c:v>
                </c:pt>
                <c:pt idx="2227">
                  <c:v>0.45</c:v>
                </c:pt>
                <c:pt idx="2228">
                  <c:v>0.065</c:v>
                </c:pt>
                <c:pt idx="2229">
                  <c:v>0.355</c:v>
                </c:pt>
                <c:pt idx="2230">
                  <c:v>0.24</c:v>
                </c:pt>
                <c:pt idx="2231">
                  <c:v>0.268</c:v>
                </c:pt>
                <c:pt idx="2232">
                  <c:v>0.105</c:v>
                </c:pt>
                <c:pt idx="2233">
                  <c:v>0.189</c:v>
                </c:pt>
                <c:pt idx="2234">
                  <c:v>0.33</c:v>
                </c:pt>
                <c:pt idx="2235">
                  <c:v>0.3045</c:v>
                </c:pt>
                <c:pt idx="2236">
                  <c:v>0.11</c:v>
                </c:pt>
                <c:pt idx="2237">
                  <c:v>0.21</c:v>
                </c:pt>
                <c:pt idx="2238">
                  <c:v>0.017</c:v>
                </c:pt>
                <c:pt idx="2239">
                  <c:v>0.1245</c:v>
                </c:pt>
                <c:pt idx="2240">
                  <c:v>0.42</c:v>
                </c:pt>
                <c:pt idx="2241">
                  <c:v>0.238</c:v>
                </c:pt>
                <c:pt idx="2242">
                  <c:v>0.039</c:v>
                </c:pt>
                <c:pt idx="2243">
                  <c:v>0.21</c:v>
                </c:pt>
                <c:pt idx="2244">
                  <c:v>0.36</c:v>
                </c:pt>
                <c:pt idx="2245">
                  <c:v>0.323</c:v>
                </c:pt>
                <c:pt idx="2246">
                  <c:v>0.32</c:v>
                </c:pt>
                <c:pt idx="2247">
                  <c:v>0.305</c:v>
                </c:pt>
                <c:pt idx="2248">
                  <c:v>0.1175</c:v>
                </c:pt>
                <c:pt idx="2249">
                  <c:v>0.22</c:v>
                </c:pt>
                <c:pt idx="2250">
                  <c:v>0.0505</c:v>
                </c:pt>
                <c:pt idx="2251">
                  <c:v>0.245</c:v>
                </c:pt>
                <c:pt idx="2252">
                  <c:v>0.0675</c:v>
                </c:pt>
                <c:pt idx="2253">
                  <c:v>0.315</c:v>
                </c:pt>
                <c:pt idx="2254">
                  <c:v>0.15</c:v>
                </c:pt>
                <c:pt idx="2255">
                  <c:v>0.4435</c:v>
                </c:pt>
                <c:pt idx="2256">
                  <c:v>0.146</c:v>
                </c:pt>
                <c:pt idx="2257">
                  <c:v>0.1605</c:v>
                </c:pt>
                <c:pt idx="2258">
                  <c:v>0.245</c:v>
                </c:pt>
                <c:pt idx="2259">
                  <c:v>0.36</c:v>
                </c:pt>
                <c:pt idx="2260">
                  <c:v>0.13</c:v>
                </c:pt>
                <c:pt idx="2261">
                  <c:v>0.025</c:v>
                </c:pt>
                <c:pt idx="2262">
                  <c:v>0.35</c:v>
                </c:pt>
                <c:pt idx="2263">
                  <c:v>0.07</c:v>
                </c:pt>
                <c:pt idx="2264">
                  <c:v>0.343</c:v>
                </c:pt>
                <c:pt idx="2265">
                  <c:v>0.236</c:v>
                </c:pt>
                <c:pt idx="2266">
                  <c:v>0.16</c:v>
                </c:pt>
                <c:pt idx="2267">
                  <c:v>0.214</c:v>
                </c:pt>
                <c:pt idx="2268">
                  <c:v>0.0605</c:v>
                </c:pt>
                <c:pt idx="2269">
                  <c:v>0.014</c:v>
                </c:pt>
                <c:pt idx="2270">
                  <c:v>0.0715</c:v>
                </c:pt>
                <c:pt idx="2271">
                  <c:v>0.145</c:v>
                </c:pt>
                <c:pt idx="2272">
                  <c:v>0.357</c:v>
                </c:pt>
                <c:pt idx="2273">
                  <c:v>0.12</c:v>
                </c:pt>
                <c:pt idx="2274">
                  <c:v>0.305</c:v>
                </c:pt>
                <c:pt idx="2275">
                  <c:v>0.305</c:v>
                </c:pt>
                <c:pt idx="2276">
                  <c:v>0.59</c:v>
                </c:pt>
                <c:pt idx="2277">
                  <c:v>0.13</c:v>
                </c:pt>
                <c:pt idx="2278">
                  <c:v>0.155</c:v>
                </c:pt>
                <c:pt idx="2279">
                  <c:v>0.195</c:v>
                </c:pt>
                <c:pt idx="2280">
                  <c:v>0.5285</c:v>
                </c:pt>
                <c:pt idx="2281">
                  <c:v>0.2225</c:v>
                </c:pt>
                <c:pt idx="2282">
                  <c:v>0.0915</c:v>
                </c:pt>
                <c:pt idx="2283">
                  <c:v>0.09</c:v>
                </c:pt>
                <c:pt idx="2284">
                  <c:v>0.075</c:v>
                </c:pt>
                <c:pt idx="2285">
                  <c:v>0.1135</c:v>
                </c:pt>
                <c:pt idx="2286">
                  <c:v>0.32</c:v>
                </c:pt>
                <c:pt idx="2287">
                  <c:v>0.265</c:v>
                </c:pt>
                <c:pt idx="2288">
                  <c:v>0.2755</c:v>
                </c:pt>
                <c:pt idx="2289">
                  <c:v>0.32</c:v>
                </c:pt>
                <c:pt idx="2290">
                  <c:v>0.4</c:v>
                </c:pt>
                <c:pt idx="2291">
                  <c:v>0.17</c:v>
                </c:pt>
                <c:pt idx="2292">
                  <c:v>0.4405</c:v>
                </c:pt>
                <c:pt idx="2293">
                  <c:v>0.3575</c:v>
                </c:pt>
                <c:pt idx="2294">
                  <c:v>0.066</c:v>
                </c:pt>
                <c:pt idx="2295">
                  <c:v>0.38</c:v>
                </c:pt>
                <c:pt idx="2296">
                  <c:v>0.285</c:v>
                </c:pt>
                <c:pt idx="2297">
                  <c:v>0.1505</c:v>
                </c:pt>
                <c:pt idx="2298">
                  <c:v>0.04</c:v>
                </c:pt>
                <c:pt idx="2299">
                  <c:v>0.3</c:v>
                </c:pt>
                <c:pt idx="2300">
                  <c:v>0.1405</c:v>
                </c:pt>
                <c:pt idx="2301">
                  <c:v>0.055</c:v>
                </c:pt>
                <c:pt idx="2302">
                  <c:v>0.349</c:v>
                </c:pt>
                <c:pt idx="2303">
                  <c:v>0.052</c:v>
                </c:pt>
                <c:pt idx="2304">
                  <c:v>0.115</c:v>
                </c:pt>
                <c:pt idx="2305">
                  <c:v>0.315</c:v>
                </c:pt>
                <c:pt idx="2306">
                  <c:v>0.07</c:v>
                </c:pt>
                <c:pt idx="2307">
                  <c:v>0.475</c:v>
                </c:pt>
                <c:pt idx="2308">
                  <c:v>0.461</c:v>
                </c:pt>
                <c:pt idx="2309">
                  <c:v>0.275</c:v>
                </c:pt>
                <c:pt idx="2310">
                  <c:v>0.043</c:v>
                </c:pt>
                <c:pt idx="2311">
                  <c:v>0.0225</c:v>
                </c:pt>
                <c:pt idx="2312">
                  <c:v>0.365</c:v>
                </c:pt>
                <c:pt idx="2313">
                  <c:v>0.315</c:v>
                </c:pt>
                <c:pt idx="2314">
                  <c:v>0.239</c:v>
                </c:pt>
                <c:pt idx="2315">
                  <c:v>0.33</c:v>
                </c:pt>
                <c:pt idx="2316">
                  <c:v>0.16</c:v>
                </c:pt>
                <c:pt idx="2317">
                  <c:v>0.045</c:v>
                </c:pt>
                <c:pt idx="2318">
                  <c:v>0.1255</c:v>
                </c:pt>
                <c:pt idx="2319">
                  <c:v>0.32</c:v>
                </c:pt>
                <c:pt idx="2320">
                  <c:v>0.094</c:v>
                </c:pt>
                <c:pt idx="2321">
                  <c:v>0.095</c:v>
                </c:pt>
                <c:pt idx="2322">
                  <c:v>0.0795</c:v>
                </c:pt>
                <c:pt idx="2323">
                  <c:v>0.33</c:v>
                </c:pt>
                <c:pt idx="2324">
                  <c:v>0.386</c:v>
                </c:pt>
                <c:pt idx="2325">
                  <c:v>0.0835</c:v>
                </c:pt>
                <c:pt idx="2326">
                  <c:v>0.404</c:v>
                </c:pt>
                <c:pt idx="2327">
                  <c:v>0.3595</c:v>
                </c:pt>
                <c:pt idx="2328">
                  <c:v>0.067</c:v>
                </c:pt>
                <c:pt idx="2329">
                  <c:v>0.2105</c:v>
                </c:pt>
                <c:pt idx="2330">
                  <c:v>0.292</c:v>
                </c:pt>
                <c:pt idx="2331">
                  <c:v>0.29</c:v>
                </c:pt>
                <c:pt idx="2332">
                  <c:v>0.0865</c:v>
                </c:pt>
                <c:pt idx="2333">
                  <c:v>0.15</c:v>
                </c:pt>
                <c:pt idx="2334">
                  <c:v>0.225</c:v>
                </c:pt>
                <c:pt idx="2335">
                  <c:v>0.045</c:v>
                </c:pt>
                <c:pt idx="2336">
                  <c:v>0.265</c:v>
                </c:pt>
                <c:pt idx="2337">
                  <c:v>0.05</c:v>
                </c:pt>
                <c:pt idx="2338">
                  <c:v>0.413</c:v>
                </c:pt>
                <c:pt idx="2339">
                  <c:v>0.129</c:v>
                </c:pt>
                <c:pt idx="2340">
                  <c:v>0.395</c:v>
                </c:pt>
                <c:pt idx="2341">
                  <c:v>0.22</c:v>
                </c:pt>
                <c:pt idx="2342">
                  <c:v>0.135</c:v>
                </c:pt>
                <c:pt idx="2343">
                  <c:v>0.131</c:v>
                </c:pt>
                <c:pt idx="2344">
                  <c:v>0.44</c:v>
                </c:pt>
                <c:pt idx="2345">
                  <c:v>0.425</c:v>
                </c:pt>
                <c:pt idx="2346">
                  <c:v>0.225</c:v>
                </c:pt>
                <c:pt idx="2347">
                  <c:v>0.475</c:v>
                </c:pt>
                <c:pt idx="2348">
                  <c:v>0.147</c:v>
                </c:pt>
                <c:pt idx="2349">
                  <c:v>0.19</c:v>
                </c:pt>
                <c:pt idx="2350">
                  <c:v>0.2595</c:v>
                </c:pt>
                <c:pt idx="2351">
                  <c:v>0.0215</c:v>
                </c:pt>
                <c:pt idx="2352">
                  <c:v>0.13</c:v>
                </c:pt>
                <c:pt idx="2353">
                  <c:v>0.085</c:v>
                </c:pt>
                <c:pt idx="2354">
                  <c:v>0.09</c:v>
                </c:pt>
                <c:pt idx="2355">
                  <c:v>0.6</c:v>
                </c:pt>
                <c:pt idx="2356">
                  <c:v>0.22</c:v>
                </c:pt>
                <c:pt idx="2357">
                  <c:v>0.166</c:v>
                </c:pt>
                <c:pt idx="2358">
                  <c:v>0.4075</c:v>
                </c:pt>
                <c:pt idx="2359">
                  <c:v>0.04</c:v>
                </c:pt>
                <c:pt idx="2360">
                  <c:v>0.013</c:v>
                </c:pt>
                <c:pt idx="2361">
                  <c:v>0.585</c:v>
                </c:pt>
                <c:pt idx="2362">
                  <c:v>0.25</c:v>
                </c:pt>
                <c:pt idx="2363">
                  <c:v>0.085</c:v>
                </c:pt>
                <c:pt idx="2364">
                  <c:v>0.18</c:v>
                </c:pt>
                <c:pt idx="2365">
                  <c:v>0.201</c:v>
                </c:pt>
                <c:pt idx="2366">
                  <c:v>0.14</c:v>
                </c:pt>
                <c:pt idx="2367">
                  <c:v>0.2655</c:v>
                </c:pt>
                <c:pt idx="2368">
                  <c:v>0.075</c:v>
                </c:pt>
                <c:pt idx="2369">
                  <c:v>0.115</c:v>
                </c:pt>
                <c:pt idx="2370">
                  <c:v>0.185</c:v>
                </c:pt>
                <c:pt idx="2371">
                  <c:v>0.57</c:v>
                </c:pt>
                <c:pt idx="2372">
                  <c:v>0.185</c:v>
                </c:pt>
                <c:pt idx="2373">
                  <c:v>0.365</c:v>
                </c:pt>
                <c:pt idx="2374">
                  <c:v>0.16</c:v>
                </c:pt>
                <c:pt idx="2375">
                  <c:v>0.435</c:v>
                </c:pt>
                <c:pt idx="2376">
                  <c:v>0.335</c:v>
                </c:pt>
                <c:pt idx="2377">
                  <c:v>0.0965</c:v>
                </c:pt>
                <c:pt idx="2378">
                  <c:v>0.155</c:v>
                </c:pt>
                <c:pt idx="2379">
                  <c:v>0.105</c:v>
                </c:pt>
                <c:pt idx="2380">
                  <c:v>0.1175</c:v>
                </c:pt>
                <c:pt idx="2381">
                  <c:v>0.1265</c:v>
                </c:pt>
                <c:pt idx="2382">
                  <c:v>0.25</c:v>
                </c:pt>
                <c:pt idx="2383">
                  <c:v>0.09</c:v>
                </c:pt>
                <c:pt idx="2384">
                  <c:v>0.38</c:v>
                </c:pt>
                <c:pt idx="2385">
                  <c:v>0.34</c:v>
                </c:pt>
                <c:pt idx="2386">
                  <c:v>0.315</c:v>
                </c:pt>
                <c:pt idx="2387">
                  <c:v>0.037</c:v>
                </c:pt>
                <c:pt idx="2388">
                  <c:v>0.0365</c:v>
                </c:pt>
                <c:pt idx="2389">
                  <c:v>0.1835</c:v>
                </c:pt>
                <c:pt idx="2390">
                  <c:v>0.255</c:v>
                </c:pt>
                <c:pt idx="2391">
                  <c:v>0.06</c:v>
                </c:pt>
                <c:pt idx="2392">
                  <c:v>0.0975</c:v>
                </c:pt>
                <c:pt idx="2393">
                  <c:v>0.18</c:v>
                </c:pt>
                <c:pt idx="2394">
                  <c:v>0.194</c:v>
                </c:pt>
                <c:pt idx="2395">
                  <c:v>0.295</c:v>
                </c:pt>
                <c:pt idx="2396">
                  <c:v>0.2175</c:v>
                </c:pt>
                <c:pt idx="2397">
                  <c:v>0.2385</c:v>
                </c:pt>
                <c:pt idx="2398">
                  <c:v>0.335</c:v>
                </c:pt>
                <c:pt idx="2399">
                  <c:v>0.065</c:v>
                </c:pt>
                <c:pt idx="2400">
                  <c:v>0.234</c:v>
                </c:pt>
                <c:pt idx="2401">
                  <c:v>0.005</c:v>
                </c:pt>
                <c:pt idx="2402">
                  <c:v>0.12</c:v>
                </c:pt>
                <c:pt idx="2403">
                  <c:v>0.432</c:v>
                </c:pt>
                <c:pt idx="2404">
                  <c:v>0.18</c:v>
                </c:pt>
                <c:pt idx="2405">
                  <c:v>0.275</c:v>
                </c:pt>
                <c:pt idx="2406">
                  <c:v>0.287</c:v>
                </c:pt>
                <c:pt idx="2407">
                  <c:v>0.4705</c:v>
                </c:pt>
                <c:pt idx="2408">
                  <c:v>0.32</c:v>
                </c:pt>
                <c:pt idx="2409">
                  <c:v>0.58</c:v>
                </c:pt>
                <c:pt idx="2410">
                  <c:v>0.285</c:v>
                </c:pt>
                <c:pt idx="2411">
                  <c:v>0.406</c:v>
                </c:pt>
                <c:pt idx="2412">
                  <c:v>0.3185</c:v>
                </c:pt>
                <c:pt idx="2413">
                  <c:v>0.385</c:v>
                </c:pt>
                <c:pt idx="2414">
                  <c:v>0.255</c:v>
                </c:pt>
                <c:pt idx="2415">
                  <c:v>0.315</c:v>
                </c:pt>
                <c:pt idx="2416">
                  <c:v>0.135</c:v>
                </c:pt>
                <c:pt idx="2417">
                  <c:v>0.326</c:v>
                </c:pt>
                <c:pt idx="2418">
                  <c:v>0.15</c:v>
                </c:pt>
                <c:pt idx="2419">
                  <c:v>0.12</c:v>
                </c:pt>
                <c:pt idx="2420">
                  <c:v>0.042</c:v>
                </c:pt>
                <c:pt idx="2421">
                  <c:v>0.42</c:v>
                </c:pt>
                <c:pt idx="2422">
                  <c:v>0.125</c:v>
                </c:pt>
                <c:pt idx="2423">
                  <c:v>0.0305</c:v>
                </c:pt>
                <c:pt idx="2424">
                  <c:v>0.225</c:v>
                </c:pt>
                <c:pt idx="2425">
                  <c:v>0.2295</c:v>
                </c:pt>
                <c:pt idx="2426">
                  <c:v>0.381</c:v>
                </c:pt>
                <c:pt idx="2427">
                  <c:v>0.22</c:v>
                </c:pt>
                <c:pt idx="2428">
                  <c:v>0.36</c:v>
                </c:pt>
                <c:pt idx="2429">
                  <c:v>0.32</c:v>
                </c:pt>
                <c:pt idx="2430">
                  <c:v>0.215</c:v>
                </c:pt>
                <c:pt idx="2431">
                  <c:v>0.115</c:v>
                </c:pt>
                <c:pt idx="2432">
                  <c:v>0.4895</c:v>
                </c:pt>
                <c:pt idx="2433">
                  <c:v>0.325</c:v>
                </c:pt>
                <c:pt idx="2434">
                  <c:v>0.25</c:v>
                </c:pt>
                <c:pt idx="2435">
                  <c:v>0.2485</c:v>
                </c:pt>
                <c:pt idx="2436">
                  <c:v>0.246</c:v>
                </c:pt>
                <c:pt idx="2437">
                  <c:v>0.3035</c:v>
                </c:pt>
                <c:pt idx="2438">
                  <c:v>0.005</c:v>
                </c:pt>
                <c:pt idx="2439">
                  <c:v>0.1045</c:v>
                </c:pt>
                <c:pt idx="2440">
                  <c:v>0.215</c:v>
                </c:pt>
                <c:pt idx="2441">
                  <c:v>0.055</c:v>
                </c:pt>
                <c:pt idx="2442">
                  <c:v>0.485</c:v>
                </c:pt>
                <c:pt idx="2443">
                  <c:v>0.1555</c:v>
                </c:pt>
                <c:pt idx="2444">
                  <c:v>0.4135</c:v>
                </c:pt>
                <c:pt idx="2445">
                  <c:v>0.265</c:v>
                </c:pt>
                <c:pt idx="2446">
                  <c:v>0.565</c:v>
                </c:pt>
                <c:pt idx="2447">
                  <c:v>0.317</c:v>
                </c:pt>
                <c:pt idx="2448">
                  <c:v>0.365</c:v>
                </c:pt>
                <c:pt idx="2449">
                  <c:v>0.301</c:v>
                </c:pt>
                <c:pt idx="2450">
                  <c:v>0.179</c:v>
                </c:pt>
                <c:pt idx="2451">
                  <c:v>0.335</c:v>
                </c:pt>
                <c:pt idx="2452">
                  <c:v>0.34</c:v>
                </c:pt>
                <c:pt idx="2453">
                  <c:v>0.425</c:v>
                </c:pt>
                <c:pt idx="2454">
                  <c:v>0.27</c:v>
                </c:pt>
                <c:pt idx="2455">
                  <c:v>0.126</c:v>
                </c:pt>
                <c:pt idx="2456">
                  <c:v>0.23</c:v>
                </c:pt>
                <c:pt idx="2457">
                  <c:v>0.53</c:v>
                </c:pt>
                <c:pt idx="2458">
                  <c:v>0.344</c:v>
                </c:pt>
                <c:pt idx="2459">
                  <c:v>0.3345</c:v>
                </c:pt>
                <c:pt idx="2460">
                  <c:v>0.177</c:v>
                </c:pt>
                <c:pt idx="2461">
                  <c:v>0.03</c:v>
                </c:pt>
                <c:pt idx="2462">
                  <c:v>0.235</c:v>
                </c:pt>
                <c:pt idx="2463">
                  <c:v>0.2215</c:v>
                </c:pt>
                <c:pt idx="2464">
                  <c:v>0.2475</c:v>
                </c:pt>
                <c:pt idx="2465">
                  <c:v>0.061</c:v>
                </c:pt>
                <c:pt idx="2466">
                  <c:v>0.37</c:v>
                </c:pt>
                <c:pt idx="2467">
                  <c:v>0.22</c:v>
                </c:pt>
                <c:pt idx="2468">
                  <c:v>0.075</c:v>
                </c:pt>
                <c:pt idx="2469">
                  <c:v>0.275</c:v>
                </c:pt>
                <c:pt idx="2470">
                  <c:v>0.145</c:v>
                </c:pt>
                <c:pt idx="2471">
                  <c:v>0.62</c:v>
                </c:pt>
                <c:pt idx="2472">
                  <c:v>0.37</c:v>
                </c:pt>
                <c:pt idx="2473">
                  <c:v>0.565</c:v>
                </c:pt>
                <c:pt idx="2474">
                  <c:v>0.086</c:v>
                </c:pt>
                <c:pt idx="2475">
                  <c:v>0.105</c:v>
                </c:pt>
                <c:pt idx="2476">
                  <c:v>0.275</c:v>
                </c:pt>
                <c:pt idx="2477">
                  <c:v>0.269</c:v>
                </c:pt>
                <c:pt idx="2478">
                  <c:v>0.09</c:v>
                </c:pt>
                <c:pt idx="2479">
                  <c:v>0.05</c:v>
                </c:pt>
                <c:pt idx="2480">
                  <c:v>0.315</c:v>
                </c:pt>
                <c:pt idx="2481">
                  <c:v>0.39</c:v>
                </c:pt>
                <c:pt idx="2482">
                  <c:v>0.045</c:v>
                </c:pt>
                <c:pt idx="2483">
                  <c:v>0.3555</c:v>
                </c:pt>
                <c:pt idx="2484">
                  <c:v>0.15</c:v>
                </c:pt>
                <c:pt idx="2485">
                  <c:v>0.1625</c:v>
                </c:pt>
                <c:pt idx="2486">
                  <c:v>0.12</c:v>
                </c:pt>
                <c:pt idx="2487">
                  <c:v>0.375</c:v>
                </c:pt>
                <c:pt idx="2488">
                  <c:v>0.2595</c:v>
                </c:pt>
                <c:pt idx="2489">
                  <c:v>0.355</c:v>
                </c:pt>
                <c:pt idx="2490">
                  <c:v>0.0725</c:v>
                </c:pt>
                <c:pt idx="2491">
                  <c:v>0.279</c:v>
                </c:pt>
                <c:pt idx="2492">
                  <c:v>0.29</c:v>
                </c:pt>
                <c:pt idx="2493">
                  <c:v>0.255</c:v>
                </c:pt>
                <c:pt idx="2494">
                  <c:v>0.03</c:v>
                </c:pt>
                <c:pt idx="2495">
                  <c:v>0.117</c:v>
                </c:pt>
                <c:pt idx="2496">
                  <c:v>0.3215</c:v>
                </c:pt>
                <c:pt idx="2497">
                  <c:v>0.3725</c:v>
                </c:pt>
                <c:pt idx="2498">
                  <c:v>0.087</c:v>
                </c:pt>
                <c:pt idx="2499">
                  <c:v>0.299</c:v>
                </c:pt>
                <c:pt idx="2500">
                  <c:v>0.205</c:v>
                </c:pt>
                <c:pt idx="2501">
                  <c:v>0.3175</c:v>
                </c:pt>
                <c:pt idx="2502">
                  <c:v>0.24</c:v>
                </c:pt>
                <c:pt idx="2503">
                  <c:v>0.162</c:v>
                </c:pt>
                <c:pt idx="2504">
                  <c:v>0.25</c:v>
                </c:pt>
                <c:pt idx="2505">
                  <c:v>0.165</c:v>
                </c:pt>
                <c:pt idx="2506">
                  <c:v>0.23</c:v>
                </c:pt>
                <c:pt idx="2507">
                  <c:v>0.04</c:v>
                </c:pt>
                <c:pt idx="2508">
                  <c:v>0.274</c:v>
                </c:pt>
                <c:pt idx="2509">
                  <c:v>0.1405</c:v>
                </c:pt>
                <c:pt idx="2510">
                  <c:v>0.16</c:v>
                </c:pt>
                <c:pt idx="2511">
                  <c:v>0.096</c:v>
                </c:pt>
                <c:pt idx="2512">
                  <c:v>0.2365</c:v>
                </c:pt>
                <c:pt idx="2513">
                  <c:v>0.185</c:v>
                </c:pt>
                <c:pt idx="2514">
                  <c:v>0.285</c:v>
                </c:pt>
                <c:pt idx="2515">
                  <c:v>0.45</c:v>
                </c:pt>
                <c:pt idx="2516">
                  <c:v>0.263</c:v>
                </c:pt>
                <c:pt idx="2517">
                  <c:v>0.29</c:v>
                </c:pt>
                <c:pt idx="2518">
                  <c:v>0.255</c:v>
                </c:pt>
                <c:pt idx="2519">
                  <c:v>0.1</c:v>
                </c:pt>
                <c:pt idx="2520">
                  <c:v>0.171</c:v>
                </c:pt>
                <c:pt idx="2521">
                  <c:v>0.347</c:v>
                </c:pt>
                <c:pt idx="2522">
                  <c:v>0.0285</c:v>
                </c:pt>
                <c:pt idx="2523">
                  <c:v>0.385</c:v>
                </c:pt>
                <c:pt idx="2524">
                  <c:v>0.405</c:v>
                </c:pt>
                <c:pt idx="2525">
                  <c:v>0.202</c:v>
                </c:pt>
                <c:pt idx="2526">
                  <c:v>0.36</c:v>
                </c:pt>
                <c:pt idx="2527">
                  <c:v>0.34</c:v>
                </c:pt>
                <c:pt idx="2528">
                  <c:v>0.44</c:v>
                </c:pt>
                <c:pt idx="2529">
                  <c:v>0.43</c:v>
                </c:pt>
                <c:pt idx="2530">
                  <c:v>0.054</c:v>
                </c:pt>
                <c:pt idx="2531">
                  <c:v>0.175</c:v>
                </c:pt>
                <c:pt idx="2532">
                  <c:v>0.07</c:v>
                </c:pt>
                <c:pt idx="2533">
                  <c:v>0.06</c:v>
                </c:pt>
                <c:pt idx="2534">
                  <c:v>0.18</c:v>
                </c:pt>
                <c:pt idx="2535">
                  <c:v>0.195</c:v>
                </c:pt>
                <c:pt idx="2536">
                  <c:v>0.15</c:v>
                </c:pt>
                <c:pt idx="2537">
                  <c:v>0.289</c:v>
                </c:pt>
                <c:pt idx="2538">
                  <c:v>0.1315</c:v>
                </c:pt>
                <c:pt idx="2539">
                  <c:v>0.246</c:v>
                </c:pt>
                <c:pt idx="2540">
                  <c:v>0.315</c:v>
                </c:pt>
                <c:pt idx="2541">
                  <c:v>0.135</c:v>
                </c:pt>
                <c:pt idx="2542">
                  <c:v>0.0085</c:v>
                </c:pt>
                <c:pt idx="2543">
                  <c:v>0.1</c:v>
                </c:pt>
                <c:pt idx="2544">
                  <c:v>0.2705</c:v>
                </c:pt>
                <c:pt idx="2545">
                  <c:v>0.43</c:v>
                </c:pt>
                <c:pt idx="2546">
                  <c:v>0.364</c:v>
                </c:pt>
                <c:pt idx="2547">
                  <c:v>0.38</c:v>
                </c:pt>
                <c:pt idx="2548">
                  <c:v>0.0995</c:v>
                </c:pt>
                <c:pt idx="2549">
                  <c:v>0.285</c:v>
                </c:pt>
                <c:pt idx="2550">
                  <c:v>0.355</c:v>
                </c:pt>
                <c:pt idx="2551">
                  <c:v>0.2515</c:v>
                </c:pt>
                <c:pt idx="2552">
                  <c:v>0.168</c:v>
                </c:pt>
                <c:pt idx="2553">
                  <c:v>0.085</c:v>
                </c:pt>
                <c:pt idx="2554">
                  <c:v>0.385</c:v>
                </c:pt>
                <c:pt idx="2555">
                  <c:v>0.031</c:v>
                </c:pt>
                <c:pt idx="2556">
                  <c:v>0.425</c:v>
                </c:pt>
                <c:pt idx="2557">
                  <c:v>0.17</c:v>
                </c:pt>
                <c:pt idx="2558">
                  <c:v>0.245</c:v>
                </c:pt>
                <c:pt idx="2559">
                  <c:v>0.033</c:v>
                </c:pt>
                <c:pt idx="2560">
                  <c:v>0.265</c:v>
                </c:pt>
                <c:pt idx="2561">
                  <c:v>0.34</c:v>
                </c:pt>
                <c:pt idx="2562">
                  <c:v>0.195</c:v>
                </c:pt>
                <c:pt idx="2563">
                  <c:v>0.71</c:v>
                </c:pt>
                <c:pt idx="2564">
                  <c:v>0.48</c:v>
                </c:pt>
                <c:pt idx="2565">
                  <c:v>0.39</c:v>
                </c:pt>
                <c:pt idx="2566">
                  <c:v>0.42</c:v>
                </c:pt>
                <c:pt idx="2567">
                  <c:v>0.315</c:v>
                </c:pt>
                <c:pt idx="2568">
                  <c:v>0.1515</c:v>
                </c:pt>
                <c:pt idx="2569">
                  <c:v>0.06</c:v>
                </c:pt>
                <c:pt idx="2570">
                  <c:v>0.306</c:v>
                </c:pt>
                <c:pt idx="2571">
                  <c:v>0.31</c:v>
                </c:pt>
                <c:pt idx="2572">
                  <c:v>0.065</c:v>
                </c:pt>
                <c:pt idx="2573">
                  <c:v>0.285</c:v>
                </c:pt>
                <c:pt idx="2574">
                  <c:v>0.529</c:v>
                </c:pt>
                <c:pt idx="2575">
                  <c:v>0.33</c:v>
                </c:pt>
                <c:pt idx="2576">
                  <c:v>0.2875</c:v>
                </c:pt>
                <c:pt idx="2577">
                  <c:v>0.305</c:v>
                </c:pt>
                <c:pt idx="2578">
                  <c:v>0.348</c:v>
                </c:pt>
                <c:pt idx="2579">
                  <c:v>0.1895</c:v>
                </c:pt>
                <c:pt idx="2580">
                  <c:v>0.11</c:v>
                </c:pt>
                <c:pt idx="2581">
                  <c:v>0.03</c:v>
                </c:pt>
                <c:pt idx="2582">
                  <c:v>0.0925</c:v>
                </c:pt>
                <c:pt idx="2583">
                  <c:v>0.345</c:v>
                </c:pt>
                <c:pt idx="2584">
                  <c:v>0.2845</c:v>
                </c:pt>
                <c:pt idx="2585">
                  <c:v>0.2</c:v>
                </c:pt>
                <c:pt idx="2586">
                  <c:v>0.2715</c:v>
                </c:pt>
                <c:pt idx="2587">
                  <c:v>0.217</c:v>
                </c:pt>
                <c:pt idx="2588">
                  <c:v>0.401</c:v>
                </c:pt>
                <c:pt idx="2589">
                  <c:v>0.815</c:v>
                </c:pt>
                <c:pt idx="2590">
                  <c:v>0.21</c:v>
                </c:pt>
                <c:pt idx="2591">
                  <c:v>0.31</c:v>
                </c:pt>
                <c:pt idx="2592">
                  <c:v>0.07</c:v>
                </c:pt>
                <c:pt idx="2593">
                  <c:v>0.127</c:v>
                </c:pt>
                <c:pt idx="2594">
                  <c:v>0.33</c:v>
                </c:pt>
                <c:pt idx="2595">
                  <c:v>0.372</c:v>
                </c:pt>
                <c:pt idx="2596">
                  <c:v>0.115</c:v>
                </c:pt>
                <c:pt idx="2597">
                  <c:v>0.109</c:v>
                </c:pt>
                <c:pt idx="2598">
                  <c:v>0.555</c:v>
                </c:pt>
                <c:pt idx="2599">
                  <c:v>0.0815</c:v>
                </c:pt>
                <c:pt idx="2600">
                  <c:v>0.575</c:v>
                </c:pt>
                <c:pt idx="2601">
                  <c:v>0.098</c:v>
                </c:pt>
                <c:pt idx="2602">
                  <c:v>0.424</c:v>
                </c:pt>
                <c:pt idx="2603">
                  <c:v>0.296</c:v>
                </c:pt>
                <c:pt idx="2604">
                  <c:v>0.3885</c:v>
                </c:pt>
                <c:pt idx="2605">
                  <c:v>0.125</c:v>
                </c:pt>
                <c:pt idx="2606">
                  <c:v>0.3685</c:v>
                </c:pt>
                <c:pt idx="2607">
                  <c:v>0.02</c:v>
                </c:pt>
                <c:pt idx="2608">
                  <c:v>0.12</c:v>
                </c:pt>
                <c:pt idx="2609">
                  <c:v>0.1725</c:v>
                </c:pt>
                <c:pt idx="2610">
                  <c:v>0.555</c:v>
                </c:pt>
                <c:pt idx="2611">
                  <c:v>0.305</c:v>
                </c:pt>
                <c:pt idx="2612">
                  <c:v>0.42</c:v>
                </c:pt>
                <c:pt idx="2613">
                  <c:v>0.2165</c:v>
                </c:pt>
                <c:pt idx="2614">
                  <c:v>0.367</c:v>
                </c:pt>
                <c:pt idx="2615">
                  <c:v>0.445</c:v>
                </c:pt>
                <c:pt idx="2616">
                  <c:v>0.32</c:v>
                </c:pt>
                <c:pt idx="2617">
                  <c:v>0.077</c:v>
                </c:pt>
                <c:pt idx="2618">
                  <c:v>0.005</c:v>
                </c:pt>
                <c:pt idx="2619">
                  <c:v>0.155</c:v>
                </c:pt>
                <c:pt idx="2620">
                  <c:v>0.07</c:v>
                </c:pt>
                <c:pt idx="2621">
                  <c:v>0.435</c:v>
                </c:pt>
                <c:pt idx="2622">
                  <c:v>0.22</c:v>
                </c:pt>
                <c:pt idx="2623">
                  <c:v>0.415</c:v>
                </c:pt>
                <c:pt idx="2624">
                  <c:v>0.02</c:v>
                </c:pt>
                <c:pt idx="2625">
                  <c:v>0.309</c:v>
                </c:pt>
                <c:pt idx="2626">
                  <c:v>0.015</c:v>
                </c:pt>
                <c:pt idx="2627">
                  <c:v>0.165</c:v>
                </c:pt>
                <c:pt idx="2628">
                  <c:v>0.095</c:v>
                </c:pt>
                <c:pt idx="2629">
                  <c:v>0.0365</c:v>
                </c:pt>
                <c:pt idx="2630">
                  <c:v>0.35</c:v>
                </c:pt>
                <c:pt idx="2631">
                  <c:v>0.1</c:v>
                </c:pt>
                <c:pt idx="2632">
                  <c:v>0.355</c:v>
                </c:pt>
                <c:pt idx="2633">
                  <c:v>0.245</c:v>
                </c:pt>
                <c:pt idx="2634">
                  <c:v>0.04</c:v>
                </c:pt>
                <c:pt idx="2635">
                  <c:v>0.43</c:v>
                </c:pt>
                <c:pt idx="2636">
                  <c:v>0.0725</c:v>
                </c:pt>
                <c:pt idx="2637">
                  <c:v>0.15</c:v>
                </c:pt>
                <c:pt idx="2638">
                  <c:v>0.0715</c:v>
                </c:pt>
                <c:pt idx="2639">
                  <c:v>0.0615</c:v>
                </c:pt>
                <c:pt idx="2640">
                  <c:v>0.357</c:v>
                </c:pt>
                <c:pt idx="2641">
                  <c:v>0.46</c:v>
                </c:pt>
                <c:pt idx="2642">
                  <c:v>0.2305</c:v>
                </c:pt>
                <c:pt idx="2643">
                  <c:v>0.245</c:v>
                </c:pt>
                <c:pt idx="2644">
                  <c:v>0.285</c:v>
                </c:pt>
                <c:pt idx="2645">
                  <c:v>0.361</c:v>
                </c:pt>
                <c:pt idx="2646">
                  <c:v>0.356</c:v>
                </c:pt>
                <c:pt idx="2647">
                  <c:v>0.095</c:v>
                </c:pt>
                <c:pt idx="2648">
                  <c:v>0.063</c:v>
                </c:pt>
                <c:pt idx="2649">
                  <c:v>0.398</c:v>
                </c:pt>
                <c:pt idx="2650">
                  <c:v>0.21</c:v>
                </c:pt>
                <c:pt idx="2651">
                  <c:v>0.075</c:v>
                </c:pt>
                <c:pt idx="2652">
                  <c:v>0.22</c:v>
                </c:pt>
                <c:pt idx="2653">
                  <c:v>0.238</c:v>
                </c:pt>
                <c:pt idx="2654">
                  <c:v>0.37</c:v>
                </c:pt>
                <c:pt idx="2655">
                  <c:v>0.465</c:v>
                </c:pt>
                <c:pt idx="2656">
                  <c:v>0.109</c:v>
                </c:pt>
                <c:pt idx="2657">
                  <c:v>0.08</c:v>
                </c:pt>
                <c:pt idx="2658">
                  <c:v>0.26</c:v>
                </c:pt>
                <c:pt idx="2659">
                  <c:v>0.085</c:v>
                </c:pt>
                <c:pt idx="2660">
                  <c:v>0.26</c:v>
                </c:pt>
                <c:pt idx="2661">
                  <c:v>0.295</c:v>
                </c:pt>
                <c:pt idx="2662">
                  <c:v>0.5</c:v>
                </c:pt>
                <c:pt idx="2663">
                  <c:v>0.07</c:v>
                </c:pt>
                <c:pt idx="2664">
                  <c:v>0.113</c:v>
                </c:pt>
                <c:pt idx="2665">
                  <c:v>0.178</c:v>
                </c:pt>
                <c:pt idx="2666">
                  <c:v>0.09</c:v>
                </c:pt>
                <c:pt idx="2667">
                  <c:v>0.49</c:v>
                </c:pt>
                <c:pt idx="2668">
                  <c:v>0.23</c:v>
                </c:pt>
                <c:pt idx="2669">
                  <c:v>0.395</c:v>
                </c:pt>
                <c:pt idx="2670">
                  <c:v>0.25</c:v>
                </c:pt>
                <c:pt idx="2671">
                  <c:v>0.093</c:v>
                </c:pt>
                <c:pt idx="2672">
                  <c:v>0.24</c:v>
                </c:pt>
                <c:pt idx="2673">
                  <c:v>0.305</c:v>
                </c:pt>
                <c:pt idx="2674">
                  <c:v>0.4</c:v>
                </c:pt>
                <c:pt idx="2675">
                  <c:v>0.385</c:v>
                </c:pt>
                <c:pt idx="2676">
                  <c:v>0.149</c:v>
                </c:pt>
                <c:pt idx="2677">
                  <c:v>0.204</c:v>
                </c:pt>
                <c:pt idx="2678">
                  <c:v>0.497</c:v>
                </c:pt>
                <c:pt idx="2679">
                  <c:v>0.2885</c:v>
                </c:pt>
                <c:pt idx="2680">
                  <c:v>0.23</c:v>
                </c:pt>
                <c:pt idx="2681">
                  <c:v>0.0355</c:v>
                </c:pt>
                <c:pt idx="2682">
                  <c:v>0.1525</c:v>
                </c:pt>
                <c:pt idx="2683">
                  <c:v>0.045</c:v>
                </c:pt>
                <c:pt idx="2684">
                  <c:v>0.215</c:v>
                </c:pt>
                <c:pt idx="2685">
                  <c:v>0.07</c:v>
                </c:pt>
                <c:pt idx="2686">
                  <c:v>0.0655</c:v>
                </c:pt>
                <c:pt idx="2687">
                  <c:v>0.0675</c:v>
                </c:pt>
                <c:pt idx="2688">
                  <c:v>0.344</c:v>
                </c:pt>
                <c:pt idx="2689">
                  <c:v>0.39</c:v>
                </c:pt>
                <c:pt idx="2690">
                  <c:v>0.31</c:v>
                </c:pt>
                <c:pt idx="2691">
                  <c:v>0.37</c:v>
                </c:pt>
                <c:pt idx="2692">
                  <c:v>0.093</c:v>
                </c:pt>
                <c:pt idx="2693">
                  <c:v>0.4095</c:v>
                </c:pt>
                <c:pt idx="2694">
                  <c:v>0.4275</c:v>
                </c:pt>
                <c:pt idx="2695">
                  <c:v>0.33</c:v>
                </c:pt>
                <c:pt idx="2696">
                  <c:v>0.185</c:v>
                </c:pt>
                <c:pt idx="2697">
                  <c:v>0.375</c:v>
                </c:pt>
                <c:pt idx="2698">
                  <c:v>0.185</c:v>
                </c:pt>
                <c:pt idx="2699">
                  <c:v>0.3175</c:v>
                </c:pt>
                <c:pt idx="2700">
                  <c:v>0.228</c:v>
                </c:pt>
                <c:pt idx="2701">
                  <c:v>0.37</c:v>
                </c:pt>
                <c:pt idx="2702">
                  <c:v>0.26</c:v>
                </c:pt>
                <c:pt idx="2703">
                  <c:v>0.4525</c:v>
                </c:pt>
                <c:pt idx="2704">
                  <c:v>0.255</c:v>
                </c:pt>
                <c:pt idx="2705">
                  <c:v>0.33</c:v>
                </c:pt>
                <c:pt idx="2706">
                  <c:v>0.1075</c:v>
                </c:pt>
                <c:pt idx="2707">
                  <c:v>0.3</c:v>
                </c:pt>
                <c:pt idx="2708">
                  <c:v>0.49</c:v>
                </c:pt>
                <c:pt idx="2709">
                  <c:v>0.09</c:v>
                </c:pt>
                <c:pt idx="2710">
                  <c:v>0.249</c:v>
                </c:pt>
                <c:pt idx="2711">
                  <c:v>0.175</c:v>
                </c:pt>
                <c:pt idx="2712">
                  <c:v>0.345</c:v>
                </c:pt>
                <c:pt idx="2713">
                  <c:v>0.172</c:v>
                </c:pt>
                <c:pt idx="2714">
                  <c:v>0.315</c:v>
                </c:pt>
                <c:pt idx="2715">
                  <c:v>0.601</c:v>
                </c:pt>
                <c:pt idx="2716">
                  <c:v>0.4305</c:v>
                </c:pt>
                <c:pt idx="2717">
                  <c:v>0.202</c:v>
                </c:pt>
                <c:pt idx="2718">
                  <c:v>0.415</c:v>
                </c:pt>
                <c:pt idx="2719">
                  <c:v>0.221</c:v>
                </c:pt>
                <c:pt idx="2720">
                  <c:v>0.005</c:v>
                </c:pt>
                <c:pt idx="2721">
                  <c:v>0.345</c:v>
                </c:pt>
                <c:pt idx="2722">
                  <c:v>0.287</c:v>
                </c:pt>
                <c:pt idx="2723">
                  <c:v>0.26</c:v>
                </c:pt>
                <c:pt idx="2724">
                  <c:v>0.4645</c:v>
                </c:pt>
                <c:pt idx="2725">
                  <c:v>0.264</c:v>
                </c:pt>
                <c:pt idx="2726">
                  <c:v>0.27</c:v>
                </c:pt>
                <c:pt idx="2727">
                  <c:v>0.32</c:v>
                </c:pt>
                <c:pt idx="2728">
                  <c:v>0.558</c:v>
                </c:pt>
                <c:pt idx="2729">
                  <c:v>0.081</c:v>
                </c:pt>
                <c:pt idx="2730">
                  <c:v>0.335</c:v>
                </c:pt>
                <c:pt idx="2731">
                  <c:v>0.235</c:v>
                </c:pt>
                <c:pt idx="2732">
                  <c:v>0.3</c:v>
                </c:pt>
                <c:pt idx="2733">
                  <c:v>0.053</c:v>
                </c:pt>
                <c:pt idx="2734">
                  <c:v>0.082</c:v>
                </c:pt>
                <c:pt idx="2735">
                  <c:v>0.26</c:v>
                </c:pt>
                <c:pt idx="2736">
                  <c:v>0.06</c:v>
                </c:pt>
                <c:pt idx="2737">
                  <c:v>0.24</c:v>
                </c:pt>
                <c:pt idx="2738">
                  <c:v>0.145</c:v>
                </c:pt>
                <c:pt idx="2739">
                  <c:v>0.045</c:v>
                </c:pt>
                <c:pt idx="2740">
                  <c:v>0.265</c:v>
                </c:pt>
                <c:pt idx="2741">
                  <c:v>0.135</c:v>
                </c:pt>
                <c:pt idx="2742">
                  <c:v>0.305</c:v>
                </c:pt>
                <c:pt idx="2743">
                  <c:v>0.295</c:v>
                </c:pt>
                <c:pt idx="2744">
                  <c:v>0.1785</c:v>
                </c:pt>
                <c:pt idx="2745">
                  <c:v>0.1545</c:v>
                </c:pt>
                <c:pt idx="2746">
                  <c:v>0.315</c:v>
                </c:pt>
                <c:pt idx="2747">
                  <c:v>0.3375</c:v>
                </c:pt>
                <c:pt idx="2748">
                  <c:v>0.022</c:v>
                </c:pt>
                <c:pt idx="2749">
                  <c:v>0.398</c:v>
                </c:pt>
                <c:pt idx="2750">
                  <c:v>0.2365</c:v>
                </c:pt>
                <c:pt idx="2751">
                  <c:v>0.147</c:v>
                </c:pt>
                <c:pt idx="2752">
                  <c:v>0.34</c:v>
                </c:pt>
                <c:pt idx="2753">
                  <c:v>0.195</c:v>
                </c:pt>
                <c:pt idx="2754">
                  <c:v>0.292</c:v>
                </c:pt>
                <c:pt idx="2755">
                  <c:v>0.255</c:v>
                </c:pt>
                <c:pt idx="2756">
                  <c:v>0.3755</c:v>
                </c:pt>
                <c:pt idx="2757">
                  <c:v>0.07</c:v>
                </c:pt>
                <c:pt idx="2758">
                  <c:v>0.5305</c:v>
                </c:pt>
                <c:pt idx="2759">
                  <c:v>0.315</c:v>
                </c:pt>
                <c:pt idx="2760">
                  <c:v>0.22</c:v>
                </c:pt>
                <c:pt idx="2761">
                  <c:v>0.045</c:v>
                </c:pt>
                <c:pt idx="2762">
                  <c:v>0.275</c:v>
                </c:pt>
                <c:pt idx="2763">
                  <c:v>0.15</c:v>
                </c:pt>
                <c:pt idx="2764">
                  <c:v>0.1535</c:v>
                </c:pt>
                <c:pt idx="2765">
                  <c:v>0.435</c:v>
                </c:pt>
                <c:pt idx="2766">
                  <c:v>0.255</c:v>
                </c:pt>
                <c:pt idx="2767">
                  <c:v>0.445</c:v>
                </c:pt>
                <c:pt idx="2768">
                  <c:v>0.262</c:v>
                </c:pt>
                <c:pt idx="2769">
                  <c:v>0.276</c:v>
                </c:pt>
                <c:pt idx="2770">
                  <c:v>0.205</c:v>
                </c:pt>
                <c:pt idx="2771">
                  <c:v>0.045</c:v>
                </c:pt>
                <c:pt idx="2772">
                  <c:v>0.4975</c:v>
                </c:pt>
                <c:pt idx="2773">
                  <c:v>0.3135</c:v>
                </c:pt>
                <c:pt idx="2774">
                  <c:v>0.2035</c:v>
                </c:pt>
                <c:pt idx="2775">
                  <c:v>0.19</c:v>
                </c:pt>
                <c:pt idx="2776">
                  <c:v>0.06</c:v>
                </c:pt>
                <c:pt idx="2777">
                  <c:v>0.199</c:v>
                </c:pt>
                <c:pt idx="2778">
                  <c:v>0.0725</c:v>
                </c:pt>
                <c:pt idx="2779">
                  <c:v>0.184</c:v>
                </c:pt>
                <c:pt idx="2780">
                  <c:v>0.3185</c:v>
                </c:pt>
                <c:pt idx="2781">
                  <c:v>0.215</c:v>
                </c:pt>
                <c:pt idx="2782">
                  <c:v>0.047</c:v>
                </c:pt>
                <c:pt idx="2783">
                  <c:v>0.296</c:v>
                </c:pt>
                <c:pt idx="2784">
                  <c:v>0.158</c:v>
                </c:pt>
                <c:pt idx="2785">
                  <c:v>0.123</c:v>
                </c:pt>
                <c:pt idx="2786">
                  <c:v>0.1565</c:v>
                </c:pt>
                <c:pt idx="2787">
                  <c:v>0.03</c:v>
                </c:pt>
                <c:pt idx="2788">
                  <c:v>0.35</c:v>
                </c:pt>
                <c:pt idx="2789">
                  <c:v>0.111</c:v>
                </c:pt>
                <c:pt idx="2790">
                  <c:v>0.245</c:v>
                </c:pt>
                <c:pt idx="2791">
                  <c:v>0.2565</c:v>
                </c:pt>
                <c:pt idx="2792">
                  <c:v>0.5655</c:v>
                </c:pt>
                <c:pt idx="2793">
                  <c:v>0.12</c:v>
                </c:pt>
                <c:pt idx="2794">
                  <c:v>0.08</c:v>
                </c:pt>
                <c:pt idx="2795">
                  <c:v>0.21</c:v>
                </c:pt>
                <c:pt idx="2796">
                  <c:v>0.4</c:v>
                </c:pt>
                <c:pt idx="2797">
                  <c:v>0.25</c:v>
                </c:pt>
                <c:pt idx="2798">
                  <c:v>0.115</c:v>
                </c:pt>
                <c:pt idx="2799">
                  <c:v>0.295</c:v>
                </c:pt>
                <c:pt idx="2800">
                  <c:v>0.341</c:v>
                </c:pt>
                <c:pt idx="2801">
                  <c:v>0.25</c:v>
                </c:pt>
                <c:pt idx="2802">
                  <c:v>0.2735</c:v>
                </c:pt>
                <c:pt idx="2803">
                  <c:v>0.2</c:v>
                </c:pt>
                <c:pt idx="2804">
                  <c:v>0.085</c:v>
                </c:pt>
                <c:pt idx="2805">
                  <c:v>0.449</c:v>
                </c:pt>
                <c:pt idx="2806">
                  <c:v>0.175</c:v>
                </c:pt>
                <c:pt idx="2807">
                  <c:v>0.1455</c:v>
                </c:pt>
                <c:pt idx="2808">
                  <c:v>0.602</c:v>
                </c:pt>
                <c:pt idx="2809">
                  <c:v>0.2625</c:v>
                </c:pt>
                <c:pt idx="2810">
                  <c:v>0.325</c:v>
                </c:pt>
                <c:pt idx="2811">
                  <c:v>0.289</c:v>
                </c:pt>
                <c:pt idx="2812">
                  <c:v>0.455</c:v>
                </c:pt>
                <c:pt idx="2813">
                  <c:v>0.1065</c:v>
                </c:pt>
                <c:pt idx="2814">
                  <c:v>0.5855</c:v>
                </c:pt>
                <c:pt idx="2815">
                  <c:v>0.144</c:v>
                </c:pt>
                <c:pt idx="2816">
                  <c:v>0.12</c:v>
                </c:pt>
                <c:pt idx="2817">
                  <c:v>0.494</c:v>
                </c:pt>
                <c:pt idx="2818">
                  <c:v>0.195</c:v>
                </c:pt>
                <c:pt idx="2819">
                  <c:v>0.35</c:v>
                </c:pt>
                <c:pt idx="2820">
                  <c:v>0.2575</c:v>
                </c:pt>
                <c:pt idx="2821">
                  <c:v>0.237</c:v>
                </c:pt>
                <c:pt idx="2822">
                  <c:v>0.565</c:v>
                </c:pt>
                <c:pt idx="2823">
                  <c:v>0.239</c:v>
                </c:pt>
                <c:pt idx="2824">
                  <c:v>0.165</c:v>
                </c:pt>
                <c:pt idx="2825">
                  <c:v>0.08</c:v>
                </c:pt>
                <c:pt idx="2826">
                  <c:v>0.26</c:v>
                </c:pt>
                <c:pt idx="2827">
                  <c:v>0.18</c:v>
                </c:pt>
                <c:pt idx="2828">
                  <c:v>0.105</c:v>
                </c:pt>
                <c:pt idx="2829">
                  <c:v>0.41</c:v>
                </c:pt>
                <c:pt idx="2830">
                  <c:v>0.1015</c:v>
                </c:pt>
                <c:pt idx="2831">
                  <c:v>0.155</c:v>
                </c:pt>
                <c:pt idx="2832">
                  <c:v>0.33</c:v>
                </c:pt>
                <c:pt idx="2833">
                  <c:v>0.135</c:v>
                </c:pt>
                <c:pt idx="2834">
                  <c:v>0.1565</c:v>
                </c:pt>
                <c:pt idx="2835">
                  <c:v>0.28</c:v>
                </c:pt>
                <c:pt idx="2836">
                  <c:v>0.234</c:v>
                </c:pt>
                <c:pt idx="2837">
                  <c:v>0.2415</c:v>
                </c:pt>
                <c:pt idx="2838">
                  <c:v>0.165</c:v>
                </c:pt>
                <c:pt idx="2839">
                  <c:v>0.13</c:v>
                </c:pt>
                <c:pt idx="2840">
                  <c:v>0.335</c:v>
                </c:pt>
                <c:pt idx="2841">
                  <c:v>0.469</c:v>
                </c:pt>
                <c:pt idx="2842">
                  <c:v>0.1825</c:v>
                </c:pt>
                <c:pt idx="2843">
                  <c:v>0.294</c:v>
                </c:pt>
                <c:pt idx="2844">
                  <c:v>0.1835</c:v>
                </c:pt>
                <c:pt idx="2845">
                  <c:v>0.225</c:v>
                </c:pt>
                <c:pt idx="2846">
                  <c:v>0.19</c:v>
                </c:pt>
                <c:pt idx="2847">
                  <c:v>0.13</c:v>
                </c:pt>
                <c:pt idx="2848">
                  <c:v>0.0995</c:v>
                </c:pt>
                <c:pt idx="2849">
                  <c:v>0.195</c:v>
                </c:pt>
                <c:pt idx="2850">
                  <c:v>0.23</c:v>
                </c:pt>
                <c:pt idx="2851">
                  <c:v>0.2785</c:v>
                </c:pt>
                <c:pt idx="2852">
                  <c:v>0.15</c:v>
                </c:pt>
                <c:pt idx="2853">
                  <c:v>0.092</c:v>
                </c:pt>
                <c:pt idx="2854">
                  <c:v>0.265</c:v>
                </c:pt>
                <c:pt idx="2855">
                  <c:v>0.021</c:v>
                </c:pt>
                <c:pt idx="2856">
                  <c:v>0.1095</c:v>
                </c:pt>
                <c:pt idx="2857">
                  <c:v>0.01</c:v>
                </c:pt>
                <c:pt idx="2858">
                  <c:v>0.161</c:v>
                </c:pt>
                <c:pt idx="2859">
                  <c:v>0.0765</c:v>
                </c:pt>
                <c:pt idx="2860">
                  <c:v>0.352</c:v>
                </c:pt>
                <c:pt idx="2861">
                  <c:v>0.288</c:v>
                </c:pt>
                <c:pt idx="2862">
                  <c:v>0.35</c:v>
                </c:pt>
                <c:pt idx="2863">
                  <c:v>0.395</c:v>
                </c:pt>
                <c:pt idx="2864">
                  <c:v>0.1345</c:v>
                </c:pt>
                <c:pt idx="2865">
                  <c:v>0.3425</c:v>
                </c:pt>
                <c:pt idx="2866">
                  <c:v>0.135</c:v>
                </c:pt>
                <c:pt idx="2867">
                  <c:v>0.315</c:v>
                </c:pt>
                <c:pt idx="2868">
                  <c:v>0.228</c:v>
                </c:pt>
                <c:pt idx="2869">
                  <c:v>0.343</c:v>
                </c:pt>
                <c:pt idx="2870">
                  <c:v>0.1335</c:v>
                </c:pt>
                <c:pt idx="2871">
                  <c:v>0.03</c:v>
                </c:pt>
                <c:pt idx="2872">
                  <c:v>0.31</c:v>
                </c:pt>
                <c:pt idx="2873">
                  <c:v>0.275</c:v>
                </c:pt>
                <c:pt idx="2874">
                  <c:v>0.31</c:v>
                </c:pt>
                <c:pt idx="2875">
                  <c:v>0.4165</c:v>
                </c:pt>
                <c:pt idx="2876">
                  <c:v>0.34</c:v>
                </c:pt>
                <c:pt idx="2877">
                  <c:v>0.03</c:v>
                </c:pt>
                <c:pt idx="2878">
                  <c:v>0.305</c:v>
                </c:pt>
                <c:pt idx="2879">
                  <c:v>0.339</c:v>
                </c:pt>
                <c:pt idx="2880">
                  <c:v>0.586</c:v>
                </c:pt>
                <c:pt idx="2881">
                  <c:v>0.106</c:v>
                </c:pt>
                <c:pt idx="2882">
                  <c:v>0.2845</c:v>
                </c:pt>
                <c:pt idx="2883">
                  <c:v>0.05</c:v>
                </c:pt>
                <c:pt idx="2884">
                  <c:v>0.22</c:v>
                </c:pt>
                <c:pt idx="2885">
                  <c:v>0.2425</c:v>
                </c:pt>
                <c:pt idx="2886">
                  <c:v>0.025</c:v>
                </c:pt>
                <c:pt idx="2887">
                  <c:v>0.08</c:v>
                </c:pt>
                <c:pt idx="2888">
                  <c:v>0.235</c:v>
                </c:pt>
                <c:pt idx="2889">
                  <c:v>0.305</c:v>
                </c:pt>
                <c:pt idx="2890">
                  <c:v>0.1835</c:v>
                </c:pt>
                <c:pt idx="2891">
                  <c:v>0.0605</c:v>
                </c:pt>
                <c:pt idx="2892">
                  <c:v>0.0425</c:v>
                </c:pt>
                <c:pt idx="2893">
                  <c:v>0.355</c:v>
                </c:pt>
                <c:pt idx="2894">
                  <c:v>0.2215</c:v>
                </c:pt>
                <c:pt idx="2895">
                  <c:v>0.3905</c:v>
                </c:pt>
                <c:pt idx="2896">
                  <c:v>0.0775</c:v>
                </c:pt>
                <c:pt idx="2897">
                  <c:v>0.358</c:v>
                </c:pt>
                <c:pt idx="2898">
                  <c:v>0.236</c:v>
                </c:pt>
                <c:pt idx="2899">
                  <c:v>0.39</c:v>
                </c:pt>
                <c:pt idx="2900">
                  <c:v>0.155</c:v>
                </c:pt>
                <c:pt idx="2901">
                  <c:v>0.412</c:v>
                </c:pt>
                <c:pt idx="2902">
                  <c:v>0.2365</c:v>
                </c:pt>
                <c:pt idx="2903">
                  <c:v>0.26</c:v>
                </c:pt>
                <c:pt idx="2904">
                  <c:v>0.175</c:v>
                </c:pt>
                <c:pt idx="2905">
                  <c:v>0.1405</c:v>
                </c:pt>
                <c:pt idx="2906">
                  <c:v>0.182</c:v>
                </c:pt>
                <c:pt idx="2907">
                  <c:v>0.135</c:v>
                </c:pt>
                <c:pt idx="2908">
                  <c:v>0.6205</c:v>
                </c:pt>
                <c:pt idx="2909">
                  <c:v>0.35</c:v>
                </c:pt>
                <c:pt idx="2910">
                  <c:v>0.1135</c:v>
                </c:pt>
                <c:pt idx="2911">
                  <c:v>0.26</c:v>
                </c:pt>
                <c:pt idx="2912">
                  <c:v>0.385</c:v>
                </c:pt>
                <c:pt idx="2913">
                  <c:v>0.624</c:v>
                </c:pt>
                <c:pt idx="2914">
                  <c:v>0.125</c:v>
                </c:pt>
                <c:pt idx="2915">
                  <c:v>0.16</c:v>
                </c:pt>
                <c:pt idx="2916">
                  <c:v>0.35</c:v>
                </c:pt>
                <c:pt idx="2917">
                  <c:v>0.315</c:v>
                </c:pt>
                <c:pt idx="2918">
                  <c:v>0.525</c:v>
                </c:pt>
                <c:pt idx="2919">
                  <c:v>0.28</c:v>
                </c:pt>
                <c:pt idx="2920">
                  <c:v>0.2895</c:v>
                </c:pt>
                <c:pt idx="2921">
                  <c:v>0.25</c:v>
                </c:pt>
                <c:pt idx="2922">
                  <c:v>0.08</c:v>
                </c:pt>
                <c:pt idx="2923">
                  <c:v>0.26</c:v>
                </c:pt>
                <c:pt idx="2924">
                  <c:v>0.385</c:v>
                </c:pt>
                <c:pt idx="2925">
                  <c:v>0.12</c:v>
                </c:pt>
                <c:pt idx="2926">
                  <c:v>0.485</c:v>
                </c:pt>
                <c:pt idx="2927">
                  <c:v>0.2175</c:v>
                </c:pt>
                <c:pt idx="2928">
                  <c:v>0.42</c:v>
                </c:pt>
                <c:pt idx="2929">
                  <c:v>0.0525</c:v>
                </c:pt>
                <c:pt idx="2930">
                  <c:v>0.178</c:v>
                </c:pt>
                <c:pt idx="2931">
                  <c:v>0.4275</c:v>
                </c:pt>
                <c:pt idx="2932">
                  <c:v>0.425</c:v>
                </c:pt>
                <c:pt idx="2933">
                  <c:v>0.111</c:v>
                </c:pt>
                <c:pt idx="2934">
                  <c:v>0.566</c:v>
                </c:pt>
                <c:pt idx="2935">
                  <c:v>0.259</c:v>
                </c:pt>
                <c:pt idx="2936">
                  <c:v>0.3</c:v>
                </c:pt>
                <c:pt idx="2937">
                  <c:v>0.165</c:v>
                </c:pt>
                <c:pt idx="2938">
                  <c:v>0.185</c:v>
                </c:pt>
                <c:pt idx="2939">
                  <c:v>0.2495</c:v>
                </c:pt>
                <c:pt idx="2940">
                  <c:v>0.091</c:v>
                </c:pt>
                <c:pt idx="2941">
                  <c:v>0.03</c:v>
                </c:pt>
                <c:pt idx="2942">
                  <c:v>0.2605</c:v>
                </c:pt>
                <c:pt idx="2943">
                  <c:v>0.311</c:v>
                </c:pt>
                <c:pt idx="2944">
                  <c:v>0.24</c:v>
                </c:pt>
                <c:pt idx="2945">
                  <c:v>0.4945</c:v>
                </c:pt>
                <c:pt idx="2946">
                  <c:v>0.17</c:v>
                </c:pt>
                <c:pt idx="2947">
                  <c:v>0.17</c:v>
                </c:pt>
                <c:pt idx="2948">
                  <c:v>0.415</c:v>
                </c:pt>
                <c:pt idx="2949">
                  <c:v>0.29</c:v>
                </c:pt>
                <c:pt idx="2950">
                  <c:v>0.097</c:v>
                </c:pt>
                <c:pt idx="2951">
                  <c:v>0.204</c:v>
                </c:pt>
                <c:pt idx="2952">
                  <c:v>0.082</c:v>
                </c:pt>
                <c:pt idx="2953">
                  <c:v>0.2245</c:v>
                </c:pt>
                <c:pt idx="2954">
                  <c:v>0.255</c:v>
                </c:pt>
                <c:pt idx="2955">
                  <c:v>0.405</c:v>
                </c:pt>
                <c:pt idx="2956">
                  <c:v>0.05</c:v>
                </c:pt>
                <c:pt idx="2957">
                  <c:v>0.0775</c:v>
                </c:pt>
                <c:pt idx="2958">
                  <c:v>0.175</c:v>
                </c:pt>
                <c:pt idx="2959">
                  <c:v>0.18</c:v>
                </c:pt>
                <c:pt idx="2960">
                  <c:v>0.324</c:v>
                </c:pt>
                <c:pt idx="2961">
                  <c:v>0.0315</c:v>
                </c:pt>
                <c:pt idx="2962">
                  <c:v>0.205</c:v>
                </c:pt>
                <c:pt idx="2963">
                  <c:v>0.3</c:v>
                </c:pt>
                <c:pt idx="2964">
                  <c:v>0.335</c:v>
                </c:pt>
                <c:pt idx="2965">
                  <c:v>0.3</c:v>
                </c:pt>
                <c:pt idx="2966">
                  <c:v>0.3465</c:v>
                </c:pt>
                <c:pt idx="2967">
                  <c:v>0.03</c:v>
                </c:pt>
                <c:pt idx="2968">
                  <c:v>0.535</c:v>
                </c:pt>
                <c:pt idx="2969">
                  <c:v>0.39</c:v>
                </c:pt>
                <c:pt idx="2970">
                  <c:v>0.123</c:v>
                </c:pt>
                <c:pt idx="2971">
                  <c:v>0.28</c:v>
                </c:pt>
                <c:pt idx="2972">
                  <c:v>0.259</c:v>
                </c:pt>
                <c:pt idx="2973">
                  <c:v>0.09</c:v>
                </c:pt>
                <c:pt idx="2974">
                  <c:v>0.08</c:v>
                </c:pt>
                <c:pt idx="2975">
                  <c:v>0.421</c:v>
                </c:pt>
                <c:pt idx="2976">
                  <c:v>0.461</c:v>
                </c:pt>
                <c:pt idx="2977">
                  <c:v>0.395</c:v>
                </c:pt>
                <c:pt idx="2978">
                  <c:v>0.2935</c:v>
                </c:pt>
                <c:pt idx="2979">
                  <c:v>0.325</c:v>
                </c:pt>
                <c:pt idx="2980">
                  <c:v>0.113</c:v>
                </c:pt>
                <c:pt idx="2981">
                  <c:v>0.32</c:v>
                </c:pt>
                <c:pt idx="2982">
                  <c:v>0.31</c:v>
                </c:pt>
                <c:pt idx="2983">
                  <c:v>0.215</c:v>
                </c:pt>
                <c:pt idx="2984">
                  <c:v>0.075</c:v>
                </c:pt>
                <c:pt idx="2985">
                  <c:v>0.415</c:v>
                </c:pt>
                <c:pt idx="2986">
                  <c:v>0.1</c:v>
                </c:pt>
                <c:pt idx="2987">
                  <c:v>0.006</c:v>
                </c:pt>
                <c:pt idx="2988">
                  <c:v>0.488</c:v>
                </c:pt>
                <c:pt idx="2989">
                  <c:v>0.235</c:v>
                </c:pt>
                <c:pt idx="2990">
                  <c:v>0.29</c:v>
                </c:pt>
                <c:pt idx="2991">
                  <c:v>0.0955</c:v>
                </c:pt>
                <c:pt idx="2992">
                  <c:v>0.01</c:v>
                </c:pt>
                <c:pt idx="2993">
                  <c:v>0.3865</c:v>
                </c:pt>
                <c:pt idx="2994">
                  <c:v>0.2765</c:v>
                </c:pt>
                <c:pt idx="2995">
                  <c:v>0.085</c:v>
                </c:pt>
                <c:pt idx="2996">
                  <c:v>0.093</c:v>
                </c:pt>
                <c:pt idx="2997">
                  <c:v>0.211</c:v>
                </c:pt>
                <c:pt idx="2998">
                  <c:v>0.354</c:v>
                </c:pt>
                <c:pt idx="2999">
                  <c:v>0.47</c:v>
                </c:pt>
                <c:pt idx="3000">
                  <c:v>0.235</c:v>
                </c:pt>
                <c:pt idx="3001">
                  <c:v>0.35</c:v>
                </c:pt>
                <c:pt idx="3002">
                  <c:v>0.2875</c:v>
                </c:pt>
                <c:pt idx="3003">
                  <c:v>0.345</c:v>
                </c:pt>
                <c:pt idx="3004">
                  <c:v>0.233</c:v>
                </c:pt>
                <c:pt idx="3005">
                  <c:v>0.1335</c:v>
                </c:pt>
                <c:pt idx="3006">
                  <c:v>0.0125</c:v>
                </c:pt>
                <c:pt idx="3007">
                  <c:v>0.195</c:v>
                </c:pt>
                <c:pt idx="3008">
                  <c:v>0.2525</c:v>
                </c:pt>
                <c:pt idx="3009">
                  <c:v>0.215</c:v>
                </c:pt>
                <c:pt idx="3010">
                  <c:v>0.4</c:v>
                </c:pt>
                <c:pt idx="3011">
                  <c:v>0.0765</c:v>
                </c:pt>
                <c:pt idx="3012">
                  <c:v>0.1175</c:v>
                </c:pt>
                <c:pt idx="3013">
                  <c:v>0.32</c:v>
                </c:pt>
                <c:pt idx="3014">
                  <c:v>0.0325</c:v>
                </c:pt>
                <c:pt idx="3015">
                  <c:v>0.245</c:v>
                </c:pt>
                <c:pt idx="3016">
                  <c:v>0.05</c:v>
                </c:pt>
                <c:pt idx="3017">
                  <c:v>0.2185</c:v>
                </c:pt>
                <c:pt idx="3018">
                  <c:v>0.145</c:v>
                </c:pt>
                <c:pt idx="3019">
                  <c:v>0.36</c:v>
                </c:pt>
                <c:pt idx="3020">
                  <c:v>0.31</c:v>
                </c:pt>
                <c:pt idx="3021">
                  <c:v>0.187</c:v>
                </c:pt>
                <c:pt idx="3022">
                  <c:v>0.06</c:v>
                </c:pt>
                <c:pt idx="3023">
                  <c:v>0.075</c:v>
                </c:pt>
                <c:pt idx="3024">
                  <c:v>0.3</c:v>
                </c:pt>
                <c:pt idx="3025">
                  <c:v>0.345</c:v>
                </c:pt>
                <c:pt idx="3026">
                  <c:v>0.4</c:v>
                </c:pt>
                <c:pt idx="3027">
                  <c:v>0.0305</c:v>
                </c:pt>
                <c:pt idx="3028">
                  <c:v>0.358</c:v>
                </c:pt>
                <c:pt idx="3029">
                  <c:v>0.115</c:v>
                </c:pt>
                <c:pt idx="3030">
                  <c:v>0.47</c:v>
                </c:pt>
                <c:pt idx="3031">
                  <c:v>0.275</c:v>
                </c:pt>
                <c:pt idx="3032">
                  <c:v>0.29</c:v>
                </c:pt>
                <c:pt idx="3033">
                  <c:v>0.405</c:v>
                </c:pt>
                <c:pt idx="3034">
                  <c:v>0.353</c:v>
                </c:pt>
                <c:pt idx="3035">
                  <c:v>0.04</c:v>
                </c:pt>
                <c:pt idx="3036">
                  <c:v>0.4505</c:v>
                </c:pt>
                <c:pt idx="3037">
                  <c:v>0.394</c:v>
                </c:pt>
                <c:pt idx="3038">
                  <c:v>0.165</c:v>
                </c:pt>
                <c:pt idx="3039">
                  <c:v>0.091</c:v>
                </c:pt>
                <c:pt idx="3040">
                  <c:v>0.218</c:v>
                </c:pt>
                <c:pt idx="3041">
                  <c:v>0.584</c:v>
                </c:pt>
                <c:pt idx="3042">
                  <c:v>0.2885</c:v>
                </c:pt>
                <c:pt idx="3043">
                  <c:v>0.27</c:v>
                </c:pt>
                <c:pt idx="3044">
                  <c:v>0.3685</c:v>
                </c:pt>
                <c:pt idx="3045">
                  <c:v>0.3255</c:v>
                </c:pt>
                <c:pt idx="3046">
                  <c:v>0.1505</c:v>
                </c:pt>
                <c:pt idx="3047">
                  <c:v>0.0985</c:v>
                </c:pt>
                <c:pt idx="3048">
                  <c:v>0.32</c:v>
                </c:pt>
                <c:pt idx="3049">
                  <c:v>0.185</c:v>
                </c:pt>
                <c:pt idx="3050">
                  <c:v>0.081</c:v>
                </c:pt>
                <c:pt idx="3051">
                  <c:v>0.055</c:v>
                </c:pt>
                <c:pt idx="3052">
                  <c:v>0.295</c:v>
                </c:pt>
                <c:pt idx="3053">
                  <c:v>0.121</c:v>
                </c:pt>
                <c:pt idx="3054">
                  <c:v>0.345</c:v>
                </c:pt>
                <c:pt idx="3055">
                  <c:v>0.305</c:v>
                </c:pt>
                <c:pt idx="3056">
                  <c:v>0.2425</c:v>
                </c:pt>
                <c:pt idx="3057">
                  <c:v>0.31</c:v>
                </c:pt>
                <c:pt idx="3058">
                  <c:v>0.08</c:v>
                </c:pt>
                <c:pt idx="3059">
                  <c:v>0.117</c:v>
                </c:pt>
                <c:pt idx="3060">
                  <c:v>0.437</c:v>
                </c:pt>
                <c:pt idx="3061">
                  <c:v>0.065</c:v>
                </c:pt>
                <c:pt idx="3062">
                  <c:v>0.16</c:v>
                </c:pt>
                <c:pt idx="3063">
                  <c:v>0.3295</c:v>
                </c:pt>
                <c:pt idx="3064">
                  <c:v>0.19</c:v>
                </c:pt>
                <c:pt idx="3065">
                  <c:v>0.245</c:v>
                </c:pt>
                <c:pt idx="3066">
                  <c:v>0.245</c:v>
                </c:pt>
                <c:pt idx="3067">
                  <c:v>0.3055</c:v>
                </c:pt>
                <c:pt idx="3068">
                  <c:v>0.17</c:v>
                </c:pt>
                <c:pt idx="3069">
                  <c:v>0.31</c:v>
                </c:pt>
                <c:pt idx="3070">
                  <c:v>0.165</c:v>
                </c:pt>
                <c:pt idx="3071">
                  <c:v>0.346</c:v>
                </c:pt>
                <c:pt idx="3072">
                  <c:v>0.2365</c:v>
                </c:pt>
                <c:pt idx="3073">
                  <c:v>0.09</c:v>
                </c:pt>
                <c:pt idx="3074">
                  <c:v>0.22</c:v>
                </c:pt>
                <c:pt idx="3075">
                  <c:v>0.083</c:v>
                </c:pt>
                <c:pt idx="3076">
                  <c:v>0.105</c:v>
                </c:pt>
                <c:pt idx="3077">
                  <c:v>0.205</c:v>
                </c:pt>
                <c:pt idx="3078">
                  <c:v>0.446</c:v>
                </c:pt>
                <c:pt idx="3079">
                  <c:v>0.1035</c:v>
                </c:pt>
                <c:pt idx="3080">
                  <c:v>0.3445</c:v>
                </c:pt>
                <c:pt idx="3081">
                  <c:v>0.222</c:v>
                </c:pt>
                <c:pt idx="3082">
                  <c:v>0.295</c:v>
                </c:pt>
                <c:pt idx="3083">
                  <c:v>0.508</c:v>
                </c:pt>
                <c:pt idx="3084">
                  <c:v>0.3</c:v>
                </c:pt>
                <c:pt idx="3085">
                  <c:v>0.3315</c:v>
                </c:pt>
                <c:pt idx="3086">
                  <c:v>0.335</c:v>
                </c:pt>
                <c:pt idx="3087">
                  <c:v>0.125</c:v>
                </c:pt>
                <c:pt idx="3088">
                  <c:v>0.054</c:v>
                </c:pt>
                <c:pt idx="3089">
                  <c:v>0.65</c:v>
                </c:pt>
                <c:pt idx="3090">
                  <c:v>0.27</c:v>
                </c:pt>
                <c:pt idx="3091">
                  <c:v>0.07</c:v>
                </c:pt>
                <c:pt idx="3092">
                  <c:v>0.1335</c:v>
                </c:pt>
                <c:pt idx="3093">
                  <c:v>0.29</c:v>
                </c:pt>
                <c:pt idx="3094">
                  <c:v>0.0615</c:v>
                </c:pt>
                <c:pt idx="3095">
                  <c:v>0.09</c:v>
                </c:pt>
                <c:pt idx="3096">
                  <c:v>0.171</c:v>
                </c:pt>
                <c:pt idx="3097">
                  <c:v>0.24</c:v>
                </c:pt>
                <c:pt idx="3098">
                  <c:v>0.4115</c:v>
                </c:pt>
                <c:pt idx="3099">
                  <c:v>0.315</c:v>
                </c:pt>
                <c:pt idx="3100">
                  <c:v>0.169</c:v>
                </c:pt>
                <c:pt idx="3101">
                  <c:v>0.4685</c:v>
                </c:pt>
                <c:pt idx="3102">
                  <c:v>0.726</c:v>
                </c:pt>
                <c:pt idx="3103">
                  <c:v>0.169</c:v>
                </c:pt>
                <c:pt idx="3104">
                  <c:v>0.525</c:v>
                </c:pt>
                <c:pt idx="3105">
                  <c:v>0.045</c:v>
                </c:pt>
                <c:pt idx="3106">
                  <c:v>0.3805</c:v>
                </c:pt>
                <c:pt idx="3107">
                  <c:v>0.343</c:v>
                </c:pt>
                <c:pt idx="3108">
                  <c:v>0.3</c:v>
                </c:pt>
                <c:pt idx="3109">
                  <c:v>0.038</c:v>
                </c:pt>
                <c:pt idx="3110">
                  <c:v>0.897</c:v>
                </c:pt>
                <c:pt idx="3111">
                  <c:v>0.0835</c:v>
                </c:pt>
                <c:pt idx="3112">
                  <c:v>0.189</c:v>
                </c:pt>
                <c:pt idx="3113">
                  <c:v>0.125</c:v>
                </c:pt>
                <c:pt idx="3114">
                  <c:v>0.095</c:v>
                </c:pt>
                <c:pt idx="3115">
                  <c:v>0.1115</c:v>
                </c:pt>
                <c:pt idx="3116">
                  <c:v>0.48</c:v>
                </c:pt>
                <c:pt idx="3117">
                  <c:v>0.2265</c:v>
                </c:pt>
                <c:pt idx="3118">
                  <c:v>0.245</c:v>
                </c:pt>
                <c:pt idx="3119">
                  <c:v>0.09</c:v>
                </c:pt>
                <c:pt idx="3120">
                  <c:v>0.09</c:v>
                </c:pt>
                <c:pt idx="3121">
                  <c:v>0.49</c:v>
                </c:pt>
                <c:pt idx="3122">
                  <c:v>0.175</c:v>
                </c:pt>
                <c:pt idx="3123">
                  <c:v>0.48</c:v>
                </c:pt>
                <c:pt idx="3124">
                  <c:v>0.2605</c:v>
                </c:pt>
                <c:pt idx="3125">
                  <c:v>0.026</c:v>
                </c:pt>
                <c:pt idx="3126">
                  <c:v>0.235</c:v>
                </c:pt>
                <c:pt idx="3127">
                  <c:v>0.07</c:v>
                </c:pt>
                <c:pt idx="3128">
                  <c:v>0.2255</c:v>
                </c:pt>
                <c:pt idx="3129">
                  <c:v>0.35</c:v>
                </c:pt>
                <c:pt idx="3130">
                  <c:v>0.155</c:v>
                </c:pt>
                <c:pt idx="3131">
                  <c:v>0.297</c:v>
                </c:pt>
                <c:pt idx="3132">
                  <c:v>0.105</c:v>
                </c:pt>
                <c:pt idx="3133">
                  <c:v>0.295</c:v>
                </c:pt>
                <c:pt idx="3134">
                  <c:v>0.26</c:v>
                </c:pt>
                <c:pt idx="3135">
                  <c:v>0.175</c:v>
                </c:pt>
                <c:pt idx="3136">
                  <c:v>0.075</c:v>
                </c:pt>
                <c:pt idx="3137">
                  <c:v>0.27</c:v>
                </c:pt>
                <c:pt idx="3138">
                  <c:v>0.225</c:v>
                </c:pt>
                <c:pt idx="3139">
                  <c:v>0.3</c:v>
                </c:pt>
                <c:pt idx="3140">
                  <c:v>0.405</c:v>
                </c:pt>
                <c:pt idx="3141">
                  <c:v>0.345</c:v>
                </c:pt>
                <c:pt idx="3142">
                  <c:v>0.365</c:v>
                </c:pt>
                <c:pt idx="3143">
                  <c:v>0.33</c:v>
                </c:pt>
                <c:pt idx="3144">
                  <c:v>0.285</c:v>
                </c:pt>
                <c:pt idx="3145">
                  <c:v>0.285</c:v>
                </c:pt>
                <c:pt idx="3146">
                  <c:v>0.26</c:v>
                </c:pt>
                <c:pt idx="3147">
                  <c:v>0.23</c:v>
                </c:pt>
                <c:pt idx="3148">
                  <c:v>0.19</c:v>
                </c:pt>
                <c:pt idx="3149">
                  <c:v>0.39</c:v>
                </c:pt>
                <c:pt idx="3150">
                  <c:v>0.28</c:v>
                </c:pt>
                <c:pt idx="3151">
                  <c:v>0.2425</c:v>
                </c:pt>
                <c:pt idx="3152">
                  <c:v>0.4215</c:v>
                </c:pt>
                <c:pt idx="3153">
                  <c:v>0.305</c:v>
                </c:pt>
                <c:pt idx="3154">
                  <c:v>0.295</c:v>
                </c:pt>
                <c:pt idx="3155">
                  <c:v>0.06</c:v>
                </c:pt>
                <c:pt idx="3156">
                  <c:v>0.305</c:v>
                </c:pt>
                <c:pt idx="3157">
                  <c:v>0.255</c:v>
                </c:pt>
                <c:pt idx="3158">
                  <c:v>0.225</c:v>
                </c:pt>
                <c:pt idx="3159">
                  <c:v>0.435</c:v>
                </c:pt>
                <c:pt idx="3160">
                  <c:v>0.39</c:v>
                </c:pt>
                <c:pt idx="3161">
                  <c:v>0.0105</c:v>
                </c:pt>
                <c:pt idx="3162">
                  <c:v>0.2165</c:v>
                </c:pt>
                <c:pt idx="3163">
                  <c:v>0.1095</c:v>
                </c:pt>
                <c:pt idx="3164">
                  <c:v>0.109</c:v>
                </c:pt>
                <c:pt idx="3165">
                  <c:v>0.23</c:v>
                </c:pt>
                <c:pt idx="3166">
                  <c:v>0.165</c:v>
                </c:pt>
                <c:pt idx="3167">
                  <c:v>0.1535</c:v>
                </c:pt>
                <c:pt idx="3168">
                  <c:v>0.128</c:v>
                </c:pt>
                <c:pt idx="3169">
                  <c:v>0.156</c:v>
                </c:pt>
                <c:pt idx="3170">
                  <c:v>0.36</c:v>
                </c:pt>
                <c:pt idx="3171">
                  <c:v>0.167</c:v>
                </c:pt>
                <c:pt idx="3172">
                  <c:v>0.27</c:v>
                </c:pt>
                <c:pt idx="3173">
                  <c:v>0.365</c:v>
                </c:pt>
                <c:pt idx="3174">
                  <c:v>0.05</c:v>
                </c:pt>
                <c:pt idx="3175">
                  <c:v>0.35</c:v>
                </c:pt>
                <c:pt idx="3176">
                  <c:v>0.28</c:v>
                </c:pt>
                <c:pt idx="3177">
                  <c:v>0.254</c:v>
                </c:pt>
                <c:pt idx="3178">
                  <c:v>0.0735</c:v>
                </c:pt>
                <c:pt idx="3179">
                  <c:v>0.213</c:v>
                </c:pt>
                <c:pt idx="3180">
                  <c:v>0.337</c:v>
                </c:pt>
                <c:pt idx="3181">
                  <c:v>0.255</c:v>
                </c:pt>
                <c:pt idx="3182">
                  <c:v>0.293</c:v>
                </c:pt>
                <c:pt idx="3183">
                  <c:v>0.205</c:v>
                </c:pt>
                <c:pt idx="3184">
                  <c:v>0.235</c:v>
                </c:pt>
                <c:pt idx="3185">
                  <c:v>0.142</c:v>
                </c:pt>
                <c:pt idx="3186">
                  <c:v>0.43</c:v>
                </c:pt>
                <c:pt idx="3187">
                  <c:v>0.3965</c:v>
                </c:pt>
                <c:pt idx="3188">
                  <c:v>0.337</c:v>
                </c:pt>
                <c:pt idx="3189">
                  <c:v>0.29</c:v>
                </c:pt>
                <c:pt idx="3190">
                  <c:v>0.1185</c:v>
                </c:pt>
                <c:pt idx="3191">
                  <c:v>0.557</c:v>
                </c:pt>
                <c:pt idx="3192">
                  <c:v>0.498</c:v>
                </c:pt>
                <c:pt idx="3193">
                  <c:v>0.22</c:v>
                </c:pt>
                <c:pt idx="3194">
                  <c:v>0.185</c:v>
                </c:pt>
                <c:pt idx="3195">
                  <c:v>0.31</c:v>
                </c:pt>
                <c:pt idx="3196">
                  <c:v>0.037</c:v>
                </c:pt>
                <c:pt idx="3197">
                  <c:v>0.0385</c:v>
                </c:pt>
                <c:pt idx="3198">
                  <c:v>0.27</c:v>
                </c:pt>
                <c:pt idx="3199">
                  <c:v>0.123</c:v>
                </c:pt>
                <c:pt idx="3200">
                  <c:v>0.1405</c:v>
                </c:pt>
                <c:pt idx="3201">
                  <c:v>0.155</c:v>
                </c:pt>
                <c:pt idx="3202">
                  <c:v>0.042</c:v>
                </c:pt>
                <c:pt idx="3203">
                  <c:v>0.07</c:v>
                </c:pt>
                <c:pt idx="3204">
                  <c:v>0.259</c:v>
                </c:pt>
                <c:pt idx="3205">
                  <c:v>0.07</c:v>
                </c:pt>
                <c:pt idx="3206">
                  <c:v>0.253</c:v>
                </c:pt>
                <c:pt idx="3207">
                  <c:v>0.169</c:v>
                </c:pt>
                <c:pt idx="3208">
                  <c:v>0.374</c:v>
                </c:pt>
                <c:pt idx="3209">
                  <c:v>0.275</c:v>
                </c:pt>
                <c:pt idx="3210">
                  <c:v>0.065</c:v>
                </c:pt>
                <c:pt idx="3211">
                  <c:v>0.24</c:v>
                </c:pt>
                <c:pt idx="3212">
                  <c:v>0.3385</c:v>
                </c:pt>
                <c:pt idx="3213">
                  <c:v>0.335</c:v>
                </c:pt>
                <c:pt idx="3214">
                  <c:v>0.2575</c:v>
                </c:pt>
                <c:pt idx="3215">
                  <c:v>0.17</c:v>
                </c:pt>
                <c:pt idx="3216">
                  <c:v>0.055</c:v>
                </c:pt>
                <c:pt idx="3217">
                  <c:v>0.1535</c:v>
                </c:pt>
                <c:pt idx="3218">
                  <c:v>0.456</c:v>
                </c:pt>
                <c:pt idx="3219">
                  <c:v>0.48</c:v>
                </c:pt>
                <c:pt idx="3220">
                  <c:v>0.0935</c:v>
                </c:pt>
                <c:pt idx="3221">
                  <c:v>0.4</c:v>
                </c:pt>
                <c:pt idx="3222">
                  <c:v>0.3605</c:v>
                </c:pt>
                <c:pt idx="3223">
                  <c:v>0.085</c:v>
                </c:pt>
                <c:pt idx="3224">
                  <c:v>0.4485</c:v>
                </c:pt>
                <c:pt idx="3225">
                  <c:v>0.3395</c:v>
                </c:pt>
                <c:pt idx="3226">
                  <c:v>0.085</c:v>
                </c:pt>
                <c:pt idx="3227">
                  <c:v>0.103</c:v>
                </c:pt>
                <c:pt idx="3228">
                  <c:v>0.068</c:v>
                </c:pt>
                <c:pt idx="3229">
                  <c:v>0.192</c:v>
                </c:pt>
                <c:pt idx="3230">
                  <c:v>0.354</c:v>
                </c:pt>
                <c:pt idx="3231">
                  <c:v>0.425</c:v>
                </c:pt>
                <c:pt idx="3232">
                  <c:v>0.24</c:v>
                </c:pt>
                <c:pt idx="3233">
                  <c:v>0.09</c:v>
                </c:pt>
                <c:pt idx="3234">
                  <c:v>0.055</c:v>
                </c:pt>
                <c:pt idx="3235">
                  <c:v>0.209</c:v>
                </c:pt>
                <c:pt idx="3236">
                  <c:v>0.3375</c:v>
                </c:pt>
                <c:pt idx="3237">
                  <c:v>0.1185</c:v>
                </c:pt>
                <c:pt idx="3238">
                  <c:v>0.295</c:v>
                </c:pt>
                <c:pt idx="3239">
                  <c:v>0.2765</c:v>
                </c:pt>
                <c:pt idx="3240">
                  <c:v>0.237</c:v>
                </c:pt>
                <c:pt idx="3241">
                  <c:v>0.25</c:v>
                </c:pt>
                <c:pt idx="3242">
                  <c:v>0.434</c:v>
                </c:pt>
                <c:pt idx="3243">
                  <c:v>0.48</c:v>
                </c:pt>
                <c:pt idx="3244">
                  <c:v>0.29</c:v>
                </c:pt>
                <c:pt idx="3245">
                  <c:v>0.245</c:v>
                </c:pt>
                <c:pt idx="3246">
                  <c:v>0.1335</c:v>
                </c:pt>
                <c:pt idx="3247">
                  <c:v>0.155</c:v>
                </c:pt>
                <c:pt idx="3248">
                  <c:v>0.3925</c:v>
                </c:pt>
                <c:pt idx="3249">
                  <c:v>0.15</c:v>
                </c:pt>
                <c:pt idx="3250">
                  <c:v>0.185</c:v>
                </c:pt>
                <c:pt idx="3251">
                  <c:v>0.246</c:v>
                </c:pt>
                <c:pt idx="3252">
                  <c:v>0.31</c:v>
                </c:pt>
                <c:pt idx="3253">
                  <c:v>0.345</c:v>
                </c:pt>
                <c:pt idx="3254">
                  <c:v>0.19</c:v>
                </c:pt>
                <c:pt idx="3255">
                  <c:v>0.0805</c:v>
                </c:pt>
                <c:pt idx="3256">
                  <c:v>0.054</c:v>
                </c:pt>
                <c:pt idx="3257">
                  <c:v>0.04</c:v>
                </c:pt>
                <c:pt idx="3258">
                  <c:v>0.465</c:v>
                </c:pt>
                <c:pt idx="3259">
                  <c:v>0.195</c:v>
                </c:pt>
                <c:pt idx="3260">
                  <c:v>0.26</c:v>
                </c:pt>
                <c:pt idx="3261">
                  <c:v>0.225</c:v>
                </c:pt>
                <c:pt idx="3262">
                  <c:v>0.062</c:v>
                </c:pt>
                <c:pt idx="3263">
                  <c:v>0.578</c:v>
                </c:pt>
                <c:pt idx="3264">
                  <c:v>0.43</c:v>
                </c:pt>
                <c:pt idx="3265">
                  <c:v>0.248</c:v>
                </c:pt>
                <c:pt idx="3266">
                  <c:v>0.275</c:v>
                </c:pt>
                <c:pt idx="3267">
                  <c:v>0.315</c:v>
                </c:pt>
                <c:pt idx="3268">
                  <c:v>0.02</c:v>
                </c:pt>
                <c:pt idx="3269">
                  <c:v>0.205</c:v>
                </c:pt>
                <c:pt idx="3270">
                  <c:v>0.067</c:v>
                </c:pt>
                <c:pt idx="3271">
                  <c:v>0.2285</c:v>
                </c:pt>
                <c:pt idx="3272">
                  <c:v>0.41</c:v>
                </c:pt>
                <c:pt idx="3273">
                  <c:v>0.145</c:v>
                </c:pt>
                <c:pt idx="3274">
                  <c:v>0.05</c:v>
                </c:pt>
                <c:pt idx="3275">
                  <c:v>0.255</c:v>
                </c:pt>
                <c:pt idx="3276">
                  <c:v>0.155</c:v>
                </c:pt>
                <c:pt idx="3277">
                  <c:v>0.167</c:v>
                </c:pt>
                <c:pt idx="3278">
                  <c:v>0.355</c:v>
                </c:pt>
                <c:pt idx="3279">
                  <c:v>0.1505</c:v>
                </c:pt>
                <c:pt idx="3280">
                  <c:v>0.1535</c:v>
                </c:pt>
                <c:pt idx="3281">
                  <c:v>0.0075</c:v>
                </c:pt>
                <c:pt idx="3282">
                  <c:v>0.336</c:v>
                </c:pt>
                <c:pt idx="3283">
                  <c:v>0.375</c:v>
                </c:pt>
                <c:pt idx="3284">
                  <c:v>0.275</c:v>
                </c:pt>
                <c:pt idx="3285">
                  <c:v>0.215</c:v>
                </c:pt>
                <c:pt idx="3286">
                  <c:v>0.29</c:v>
                </c:pt>
                <c:pt idx="3287">
                  <c:v>0.07</c:v>
                </c:pt>
                <c:pt idx="3288">
                  <c:v>0.42</c:v>
                </c:pt>
                <c:pt idx="3289">
                  <c:v>0.416</c:v>
                </c:pt>
                <c:pt idx="3290">
                  <c:v>0.2185</c:v>
                </c:pt>
                <c:pt idx="3291">
                  <c:v>0.19</c:v>
                </c:pt>
                <c:pt idx="3292">
                  <c:v>0.03</c:v>
                </c:pt>
                <c:pt idx="3293">
                  <c:v>0.5475</c:v>
                </c:pt>
                <c:pt idx="3294">
                  <c:v>0.01</c:v>
                </c:pt>
                <c:pt idx="3295">
                  <c:v>0.194</c:v>
                </c:pt>
                <c:pt idx="3296">
                  <c:v>0.11</c:v>
                </c:pt>
                <c:pt idx="3297">
                  <c:v>0.195</c:v>
                </c:pt>
                <c:pt idx="3298">
                  <c:v>0.43</c:v>
                </c:pt>
                <c:pt idx="3299">
                  <c:v>0.085</c:v>
                </c:pt>
                <c:pt idx="3300">
                  <c:v>0.1775</c:v>
                </c:pt>
                <c:pt idx="3301">
                  <c:v>0.1</c:v>
                </c:pt>
                <c:pt idx="3302">
                  <c:v>0.229</c:v>
                </c:pt>
                <c:pt idx="3303">
                  <c:v>0.073</c:v>
                </c:pt>
                <c:pt idx="3304">
                  <c:v>0.2035</c:v>
                </c:pt>
                <c:pt idx="3305">
                  <c:v>0.129</c:v>
                </c:pt>
                <c:pt idx="3306">
                  <c:v>0.025</c:v>
                </c:pt>
                <c:pt idx="3307">
                  <c:v>0.335</c:v>
                </c:pt>
                <c:pt idx="3308">
                  <c:v>0.075</c:v>
                </c:pt>
                <c:pt idx="3309">
                  <c:v>0.1525</c:v>
                </c:pt>
                <c:pt idx="3310">
                  <c:v>0.395</c:v>
                </c:pt>
                <c:pt idx="3311">
                  <c:v>0.12</c:v>
                </c:pt>
                <c:pt idx="3312">
                  <c:v>0.345</c:v>
                </c:pt>
                <c:pt idx="3313">
                  <c:v>0.132</c:v>
                </c:pt>
                <c:pt idx="3314">
                  <c:v>0.296</c:v>
                </c:pt>
                <c:pt idx="3315">
                  <c:v>0.34</c:v>
                </c:pt>
                <c:pt idx="3316">
                  <c:v>0.488</c:v>
                </c:pt>
                <c:pt idx="3317">
                  <c:v>0.28</c:v>
                </c:pt>
                <c:pt idx="3318">
                  <c:v>0.525</c:v>
                </c:pt>
                <c:pt idx="3319">
                  <c:v>0.147</c:v>
                </c:pt>
                <c:pt idx="3320">
                  <c:v>0.2055</c:v>
                </c:pt>
                <c:pt idx="3321">
                  <c:v>0.386</c:v>
                </c:pt>
                <c:pt idx="3322">
                  <c:v>0.165</c:v>
                </c:pt>
                <c:pt idx="3323">
                  <c:v>0.3245</c:v>
                </c:pt>
                <c:pt idx="3324">
                  <c:v>0.182</c:v>
                </c:pt>
                <c:pt idx="3325">
                  <c:v>0.14</c:v>
                </c:pt>
                <c:pt idx="3326">
                  <c:v>0.12</c:v>
                </c:pt>
                <c:pt idx="3327">
                  <c:v>0.0765</c:v>
                </c:pt>
                <c:pt idx="3328">
                  <c:v>0.1385</c:v>
                </c:pt>
                <c:pt idx="3329">
                  <c:v>0.143</c:v>
                </c:pt>
                <c:pt idx="3330">
                  <c:v>0.335</c:v>
                </c:pt>
                <c:pt idx="3331">
                  <c:v>0.05</c:v>
                </c:pt>
                <c:pt idx="3332">
                  <c:v>0.1745</c:v>
                </c:pt>
                <c:pt idx="3333">
                  <c:v>0.315</c:v>
                </c:pt>
                <c:pt idx="3334">
                  <c:v>0.33</c:v>
                </c:pt>
                <c:pt idx="3335">
                  <c:v>0.085</c:v>
                </c:pt>
                <c:pt idx="3336">
                  <c:v>0.4</c:v>
                </c:pt>
                <c:pt idx="3337">
                  <c:v>0.2515</c:v>
                </c:pt>
                <c:pt idx="3338">
                  <c:v>0.1195</c:v>
                </c:pt>
                <c:pt idx="3339">
                  <c:v>0.1615</c:v>
                </c:pt>
                <c:pt idx="3340">
                  <c:v>0.29</c:v>
                </c:pt>
              </c:numCache>
            </c:numRef>
          </c:xVal>
          <c:yVal>
            <c:numRef>
              <c:f>'Chart Data'!$B$2:$B$3342</c:f>
              <c:numCache>
                <c:formatCode>General</c:formatCode>
                <c:ptCount val="3341"/>
                <c:pt idx="0">
                  <c:v>9</c:v>
                </c:pt>
                <c:pt idx="1">
                  <c:v>10</c:v>
                </c:pt>
                <c:pt idx="2">
                  <c:v>8</c:v>
                </c:pt>
                <c:pt idx="3">
                  <c:v>8</c:v>
                </c:pt>
                <c:pt idx="4">
                  <c:v>10</c:v>
                </c:pt>
                <c:pt idx="5">
                  <c:v>8</c:v>
                </c:pt>
                <c:pt idx="6">
                  <c:v>10</c:v>
                </c:pt>
                <c:pt idx="7">
                  <c:v>6</c:v>
                </c:pt>
                <c:pt idx="8">
                  <c:v>8</c:v>
                </c:pt>
                <c:pt idx="9">
                  <c:v>9</c:v>
                </c:pt>
                <c:pt idx="10">
                  <c:v>8</c:v>
                </c:pt>
                <c:pt idx="11">
                  <c:v>5</c:v>
                </c:pt>
                <c:pt idx="12">
                  <c:v>13</c:v>
                </c:pt>
                <c:pt idx="13">
                  <c:v>10</c:v>
                </c:pt>
                <c:pt idx="14">
                  <c:v>11</c:v>
                </c:pt>
                <c:pt idx="15">
                  <c:v>10</c:v>
                </c:pt>
                <c:pt idx="16">
                  <c:v>15</c:v>
                </c:pt>
                <c:pt idx="17">
                  <c:v>9</c:v>
                </c:pt>
                <c:pt idx="18">
                  <c:v>10</c:v>
                </c:pt>
                <c:pt idx="19">
                  <c:v>5</c:v>
                </c:pt>
                <c:pt idx="20">
                  <c:v>11</c:v>
                </c:pt>
                <c:pt idx="21">
                  <c:v>11</c:v>
                </c:pt>
                <c:pt idx="22">
                  <c:v>11</c:v>
                </c:pt>
                <c:pt idx="23">
                  <c:v>12</c:v>
                </c:pt>
                <c:pt idx="24">
                  <c:v>6</c:v>
                </c:pt>
                <c:pt idx="25">
                  <c:v>9</c:v>
                </c:pt>
                <c:pt idx="26">
                  <c:v>9</c:v>
                </c:pt>
                <c:pt idx="27">
                  <c:v>12</c:v>
                </c:pt>
                <c:pt idx="28">
                  <c:v>13</c:v>
                </c:pt>
                <c:pt idx="29">
                  <c:v>8</c:v>
                </c:pt>
                <c:pt idx="30">
                  <c:v>10</c:v>
                </c:pt>
                <c:pt idx="31">
                  <c:v>9</c:v>
                </c:pt>
                <c:pt idx="32">
                  <c:v>6</c:v>
                </c:pt>
                <c:pt idx="33">
                  <c:v>5</c:v>
                </c:pt>
                <c:pt idx="34">
                  <c:v>8</c:v>
                </c:pt>
                <c:pt idx="35">
                  <c:v>9</c:v>
                </c:pt>
                <c:pt idx="36">
                  <c:v>11</c:v>
                </c:pt>
                <c:pt idx="37">
                  <c:v>9</c:v>
                </c:pt>
                <c:pt idx="38">
                  <c:v>10</c:v>
                </c:pt>
                <c:pt idx="39">
                  <c:v>7</c:v>
                </c:pt>
                <c:pt idx="40">
                  <c:v>9</c:v>
                </c:pt>
                <c:pt idx="41">
                  <c:v>6</c:v>
                </c:pt>
                <c:pt idx="42">
                  <c:v>17</c:v>
                </c:pt>
                <c:pt idx="43">
                  <c:v>16</c:v>
                </c:pt>
                <c:pt idx="44">
                  <c:v>7</c:v>
                </c:pt>
                <c:pt idx="45">
                  <c:v>7</c:v>
                </c:pt>
                <c:pt idx="46">
                  <c:v>7</c:v>
                </c:pt>
                <c:pt idx="47">
                  <c:v>9</c:v>
                </c:pt>
                <c:pt idx="48">
                  <c:v>9</c:v>
                </c:pt>
                <c:pt idx="49">
                  <c:v>12</c:v>
                </c:pt>
                <c:pt idx="50">
                  <c:v>12</c:v>
                </c:pt>
                <c:pt idx="51">
                  <c:v>10</c:v>
                </c:pt>
                <c:pt idx="52">
                  <c:v>7</c:v>
                </c:pt>
                <c:pt idx="53">
                  <c:v>6</c:v>
                </c:pt>
                <c:pt idx="54">
                  <c:v>8</c:v>
                </c:pt>
                <c:pt idx="55">
                  <c:v>9</c:v>
                </c:pt>
                <c:pt idx="56">
                  <c:v>7</c:v>
                </c:pt>
                <c:pt idx="57">
                  <c:v>9</c:v>
                </c:pt>
                <c:pt idx="58">
                  <c:v>13</c:v>
                </c:pt>
                <c:pt idx="59">
                  <c:v>7</c:v>
                </c:pt>
                <c:pt idx="60">
                  <c:v>10</c:v>
                </c:pt>
                <c:pt idx="61">
                  <c:v>11</c:v>
                </c:pt>
                <c:pt idx="62">
                  <c:v>6</c:v>
                </c:pt>
                <c:pt idx="63">
                  <c:v>7</c:v>
                </c:pt>
                <c:pt idx="64">
                  <c:v>9</c:v>
                </c:pt>
                <c:pt idx="65">
                  <c:v>14</c:v>
                </c:pt>
                <c:pt idx="66">
                  <c:v>11</c:v>
                </c:pt>
                <c:pt idx="67">
                  <c:v>6</c:v>
                </c:pt>
                <c:pt idx="68">
                  <c:v>8</c:v>
                </c:pt>
                <c:pt idx="69">
                  <c:v>9</c:v>
                </c:pt>
                <c:pt idx="70">
                  <c:v>9</c:v>
                </c:pt>
                <c:pt idx="71">
                  <c:v>8</c:v>
                </c:pt>
                <c:pt idx="72">
                  <c:v>11</c:v>
                </c:pt>
                <c:pt idx="73">
                  <c:v>9</c:v>
                </c:pt>
                <c:pt idx="74">
                  <c:v>11</c:v>
                </c:pt>
                <c:pt idx="75">
                  <c:v>9</c:v>
                </c:pt>
                <c:pt idx="76">
                  <c:v>8</c:v>
                </c:pt>
                <c:pt idx="77">
                  <c:v>6</c:v>
                </c:pt>
                <c:pt idx="78">
                  <c:v>9</c:v>
                </c:pt>
                <c:pt idx="79">
                  <c:v>17</c:v>
                </c:pt>
                <c:pt idx="80">
                  <c:v>4</c:v>
                </c:pt>
                <c:pt idx="81">
                  <c:v>7</c:v>
                </c:pt>
                <c:pt idx="82">
                  <c:v>9</c:v>
                </c:pt>
                <c:pt idx="83">
                  <c:v>4</c:v>
                </c:pt>
                <c:pt idx="84">
                  <c:v>8</c:v>
                </c:pt>
                <c:pt idx="85">
                  <c:v>10</c:v>
                </c:pt>
                <c:pt idx="86">
                  <c:v>10</c:v>
                </c:pt>
                <c:pt idx="87">
                  <c:v>6</c:v>
                </c:pt>
                <c:pt idx="88">
                  <c:v>7</c:v>
                </c:pt>
                <c:pt idx="89">
                  <c:v>9</c:v>
                </c:pt>
                <c:pt idx="90">
                  <c:v>9</c:v>
                </c:pt>
                <c:pt idx="91">
                  <c:v>7</c:v>
                </c:pt>
                <c:pt idx="92">
                  <c:v>8</c:v>
                </c:pt>
                <c:pt idx="93">
                  <c:v>12</c:v>
                </c:pt>
                <c:pt idx="94">
                  <c:v>11</c:v>
                </c:pt>
                <c:pt idx="95">
                  <c:v>7</c:v>
                </c:pt>
                <c:pt idx="96">
                  <c:v>9</c:v>
                </c:pt>
                <c:pt idx="97">
                  <c:v>7</c:v>
                </c:pt>
                <c:pt idx="98">
                  <c:v>8</c:v>
                </c:pt>
                <c:pt idx="99">
                  <c:v>23</c:v>
                </c:pt>
                <c:pt idx="100">
                  <c:v>11</c:v>
                </c:pt>
                <c:pt idx="101">
                  <c:v>19</c:v>
                </c:pt>
                <c:pt idx="102">
                  <c:v>9</c:v>
                </c:pt>
                <c:pt idx="103">
                  <c:v>12</c:v>
                </c:pt>
                <c:pt idx="104">
                  <c:v>11</c:v>
                </c:pt>
                <c:pt idx="105">
                  <c:v>10</c:v>
                </c:pt>
                <c:pt idx="106">
                  <c:v>6</c:v>
                </c:pt>
                <c:pt idx="107">
                  <c:v>10</c:v>
                </c:pt>
                <c:pt idx="108">
                  <c:v>17</c:v>
                </c:pt>
                <c:pt idx="109">
                  <c:v>11</c:v>
                </c:pt>
                <c:pt idx="110">
                  <c:v>9</c:v>
                </c:pt>
                <c:pt idx="111">
                  <c:v>8</c:v>
                </c:pt>
                <c:pt idx="112">
                  <c:v>8</c:v>
                </c:pt>
                <c:pt idx="113">
                  <c:v>11</c:v>
                </c:pt>
                <c:pt idx="114">
                  <c:v>9</c:v>
                </c:pt>
                <c:pt idx="115">
                  <c:v>11</c:v>
                </c:pt>
                <c:pt idx="116">
                  <c:v>11</c:v>
                </c:pt>
                <c:pt idx="117">
                  <c:v>9</c:v>
                </c:pt>
                <c:pt idx="118">
                  <c:v>12</c:v>
                </c:pt>
                <c:pt idx="119">
                  <c:v>11</c:v>
                </c:pt>
                <c:pt idx="120">
                  <c:v>8</c:v>
                </c:pt>
                <c:pt idx="121">
                  <c:v>12</c:v>
                </c:pt>
                <c:pt idx="122">
                  <c:v>7</c:v>
                </c:pt>
                <c:pt idx="123">
                  <c:v>9</c:v>
                </c:pt>
                <c:pt idx="124">
                  <c:v>17</c:v>
                </c:pt>
                <c:pt idx="125">
                  <c:v>7</c:v>
                </c:pt>
                <c:pt idx="126">
                  <c:v>9</c:v>
                </c:pt>
                <c:pt idx="127">
                  <c:v>16</c:v>
                </c:pt>
                <c:pt idx="128">
                  <c:v>11</c:v>
                </c:pt>
                <c:pt idx="129">
                  <c:v>14</c:v>
                </c:pt>
                <c:pt idx="130">
                  <c:v>10</c:v>
                </c:pt>
                <c:pt idx="131">
                  <c:v>8</c:v>
                </c:pt>
                <c:pt idx="132">
                  <c:v>6</c:v>
                </c:pt>
                <c:pt idx="133">
                  <c:v>14</c:v>
                </c:pt>
                <c:pt idx="134">
                  <c:v>7</c:v>
                </c:pt>
                <c:pt idx="135">
                  <c:v>10</c:v>
                </c:pt>
                <c:pt idx="136">
                  <c:v>6</c:v>
                </c:pt>
                <c:pt idx="137">
                  <c:v>10</c:v>
                </c:pt>
                <c:pt idx="138">
                  <c:v>10</c:v>
                </c:pt>
                <c:pt idx="139">
                  <c:v>16</c:v>
                </c:pt>
                <c:pt idx="140">
                  <c:v>14</c:v>
                </c:pt>
                <c:pt idx="141">
                  <c:v>12</c:v>
                </c:pt>
                <c:pt idx="142">
                  <c:v>9</c:v>
                </c:pt>
                <c:pt idx="143">
                  <c:v>8</c:v>
                </c:pt>
                <c:pt idx="144">
                  <c:v>8</c:v>
                </c:pt>
                <c:pt idx="145">
                  <c:v>9</c:v>
                </c:pt>
                <c:pt idx="146">
                  <c:v>10</c:v>
                </c:pt>
                <c:pt idx="147">
                  <c:v>11</c:v>
                </c:pt>
                <c:pt idx="148">
                  <c:v>9</c:v>
                </c:pt>
                <c:pt idx="149">
                  <c:v>7</c:v>
                </c:pt>
                <c:pt idx="150">
                  <c:v>11</c:v>
                </c:pt>
                <c:pt idx="151">
                  <c:v>8</c:v>
                </c:pt>
                <c:pt idx="152">
                  <c:v>11</c:v>
                </c:pt>
                <c:pt idx="153">
                  <c:v>10</c:v>
                </c:pt>
                <c:pt idx="154">
                  <c:v>9</c:v>
                </c:pt>
                <c:pt idx="155">
                  <c:v>13</c:v>
                </c:pt>
                <c:pt idx="156">
                  <c:v>18</c:v>
                </c:pt>
                <c:pt idx="157">
                  <c:v>11</c:v>
                </c:pt>
                <c:pt idx="158">
                  <c:v>10</c:v>
                </c:pt>
                <c:pt idx="159">
                  <c:v>7</c:v>
                </c:pt>
                <c:pt idx="160">
                  <c:v>12</c:v>
                </c:pt>
                <c:pt idx="161">
                  <c:v>14</c:v>
                </c:pt>
                <c:pt idx="162">
                  <c:v>13</c:v>
                </c:pt>
                <c:pt idx="163">
                  <c:v>10</c:v>
                </c:pt>
                <c:pt idx="164">
                  <c:v>8</c:v>
                </c:pt>
                <c:pt idx="165">
                  <c:v>8</c:v>
                </c:pt>
                <c:pt idx="166">
                  <c:v>11</c:v>
                </c:pt>
                <c:pt idx="167">
                  <c:v>10</c:v>
                </c:pt>
                <c:pt idx="168">
                  <c:v>11</c:v>
                </c:pt>
                <c:pt idx="169">
                  <c:v>8</c:v>
                </c:pt>
                <c:pt idx="170">
                  <c:v>9</c:v>
                </c:pt>
                <c:pt idx="171">
                  <c:v>17</c:v>
                </c:pt>
                <c:pt idx="172">
                  <c:v>7</c:v>
                </c:pt>
                <c:pt idx="173">
                  <c:v>11</c:v>
                </c:pt>
                <c:pt idx="174">
                  <c:v>11</c:v>
                </c:pt>
                <c:pt idx="175">
                  <c:v>11</c:v>
                </c:pt>
                <c:pt idx="176">
                  <c:v>10</c:v>
                </c:pt>
                <c:pt idx="177">
                  <c:v>11</c:v>
                </c:pt>
                <c:pt idx="178">
                  <c:v>9</c:v>
                </c:pt>
                <c:pt idx="179">
                  <c:v>10</c:v>
                </c:pt>
                <c:pt idx="180">
                  <c:v>12</c:v>
                </c:pt>
                <c:pt idx="181">
                  <c:v>11</c:v>
                </c:pt>
                <c:pt idx="182">
                  <c:v>8</c:v>
                </c:pt>
                <c:pt idx="183">
                  <c:v>17</c:v>
                </c:pt>
                <c:pt idx="184">
                  <c:v>10</c:v>
                </c:pt>
                <c:pt idx="185">
                  <c:v>9</c:v>
                </c:pt>
                <c:pt idx="186">
                  <c:v>6</c:v>
                </c:pt>
                <c:pt idx="187">
                  <c:v>8</c:v>
                </c:pt>
                <c:pt idx="188">
                  <c:v>19</c:v>
                </c:pt>
                <c:pt idx="189">
                  <c:v>9</c:v>
                </c:pt>
                <c:pt idx="190">
                  <c:v>6</c:v>
                </c:pt>
                <c:pt idx="191">
                  <c:v>9</c:v>
                </c:pt>
                <c:pt idx="192">
                  <c:v>6</c:v>
                </c:pt>
                <c:pt idx="193">
                  <c:v>11</c:v>
                </c:pt>
                <c:pt idx="194">
                  <c:v>8</c:v>
                </c:pt>
                <c:pt idx="195">
                  <c:v>12</c:v>
                </c:pt>
                <c:pt idx="196">
                  <c:v>9</c:v>
                </c:pt>
                <c:pt idx="197">
                  <c:v>10</c:v>
                </c:pt>
                <c:pt idx="198">
                  <c:v>15</c:v>
                </c:pt>
                <c:pt idx="199">
                  <c:v>9</c:v>
                </c:pt>
                <c:pt idx="200">
                  <c:v>13</c:v>
                </c:pt>
                <c:pt idx="201">
                  <c:v>9</c:v>
                </c:pt>
                <c:pt idx="202">
                  <c:v>9</c:v>
                </c:pt>
                <c:pt idx="203">
                  <c:v>7</c:v>
                </c:pt>
                <c:pt idx="204">
                  <c:v>9</c:v>
                </c:pt>
                <c:pt idx="205">
                  <c:v>10</c:v>
                </c:pt>
                <c:pt idx="206">
                  <c:v>6</c:v>
                </c:pt>
                <c:pt idx="207">
                  <c:v>10</c:v>
                </c:pt>
                <c:pt idx="208">
                  <c:v>11</c:v>
                </c:pt>
                <c:pt idx="209">
                  <c:v>6</c:v>
                </c:pt>
                <c:pt idx="210">
                  <c:v>5</c:v>
                </c:pt>
                <c:pt idx="211">
                  <c:v>11</c:v>
                </c:pt>
                <c:pt idx="212">
                  <c:v>9</c:v>
                </c:pt>
                <c:pt idx="213">
                  <c:v>9</c:v>
                </c:pt>
                <c:pt idx="214">
                  <c:v>8</c:v>
                </c:pt>
                <c:pt idx="215">
                  <c:v>8</c:v>
                </c:pt>
                <c:pt idx="216">
                  <c:v>20</c:v>
                </c:pt>
                <c:pt idx="217">
                  <c:v>10</c:v>
                </c:pt>
                <c:pt idx="218">
                  <c:v>10</c:v>
                </c:pt>
                <c:pt idx="219">
                  <c:v>13</c:v>
                </c:pt>
                <c:pt idx="220">
                  <c:v>8</c:v>
                </c:pt>
                <c:pt idx="221">
                  <c:v>7</c:v>
                </c:pt>
                <c:pt idx="222">
                  <c:v>9</c:v>
                </c:pt>
                <c:pt idx="223">
                  <c:v>13</c:v>
                </c:pt>
                <c:pt idx="224">
                  <c:v>11</c:v>
                </c:pt>
                <c:pt idx="225">
                  <c:v>15</c:v>
                </c:pt>
                <c:pt idx="226">
                  <c:v>11</c:v>
                </c:pt>
                <c:pt idx="227">
                  <c:v>11</c:v>
                </c:pt>
                <c:pt idx="228">
                  <c:v>9</c:v>
                </c:pt>
                <c:pt idx="229">
                  <c:v>13</c:v>
                </c:pt>
                <c:pt idx="230">
                  <c:v>7</c:v>
                </c:pt>
                <c:pt idx="231">
                  <c:v>7</c:v>
                </c:pt>
                <c:pt idx="232">
                  <c:v>8</c:v>
                </c:pt>
                <c:pt idx="233">
                  <c:v>12</c:v>
                </c:pt>
                <c:pt idx="234">
                  <c:v>10</c:v>
                </c:pt>
                <c:pt idx="235">
                  <c:v>14</c:v>
                </c:pt>
                <c:pt idx="236">
                  <c:v>11</c:v>
                </c:pt>
                <c:pt idx="237">
                  <c:v>10</c:v>
                </c:pt>
                <c:pt idx="238">
                  <c:v>9</c:v>
                </c:pt>
                <c:pt idx="239">
                  <c:v>8</c:v>
                </c:pt>
                <c:pt idx="240">
                  <c:v>11</c:v>
                </c:pt>
                <c:pt idx="241">
                  <c:v>11</c:v>
                </c:pt>
                <c:pt idx="242">
                  <c:v>11</c:v>
                </c:pt>
                <c:pt idx="243">
                  <c:v>8</c:v>
                </c:pt>
                <c:pt idx="244">
                  <c:v>11</c:v>
                </c:pt>
                <c:pt idx="245">
                  <c:v>11</c:v>
                </c:pt>
                <c:pt idx="246">
                  <c:v>10</c:v>
                </c:pt>
                <c:pt idx="247">
                  <c:v>8</c:v>
                </c:pt>
                <c:pt idx="248">
                  <c:v>10</c:v>
                </c:pt>
                <c:pt idx="249">
                  <c:v>7</c:v>
                </c:pt>
                <c:pt idx="250">
                  <c:v>9</c:v>
                </c:pt>
                <c:pt idx="251">
                  <c:v>17</c:v>
                </c:pt>
                <c:pt idx="252">
                  <c:v>10</c:v>
                </c:pt>
                <c:pt idx="253">
                  <c:v>8</c:v>
                </c:pt>
                <c:pt idx="254">
                  <c:v>11</c:v>
                </c:pt>
                <c:pt idx="255">
                  <c:v>4</c:v>
                </c:pt>
                <c:pt idx="256">
                  <c:v>10</c:v>
                </c:pt>
                <c:pt idx="257">
                  <c:v>16</c:v>
                </c:pt>
                <c:pt idx="258">
                  <c:v>10</c:v>
                </c:pt>
                <c:pt idx="259">
                  <c:v>13</c:v>
                </c:pt>
                <c:pt idx="260">
                  <c:v>4</c:v>
                </c:pt>
                <c:pt idx="261">
                  <c:v>6</c:v>
                </c:pt>
                <c:pt idx="262">
                  <c:v>10</c:v>
                </c:pt>
                <c:pt idx="263">
                  <c:v>11</c:v>
                </c:pt>
                <c:pt idx="264">
                  <c:v>9</c:v>
                </c:pt>
                <c:pt idx="265">
                  <c:v>6</c:v>
                </c:pt>
                <c:pt idx="266">
                  <c:v>8</c:v>
                </c:pt>
                <c:pt idx="267">
                  <c:v>9</c:v>
                </c:pt>
                <c:pt idx="268">
                  <c:v>17</c:v>
                </c:pt>
                <c:pt idx="269">
                  <c:v>13</c:v>
                </c:pt>
                <c:pt idx="270">
                  <c:v>6</c:v>
                </c:pt>
                <c:pt idx="271">
                  <c:v>8</c:v>
                </c:pt>
                <c:pt idx="272">
                  <c:v>14</c:v>
                </c:pt>
                <c:pt idx="273">
                  <c:v>13</c:v>
                </c:pt>
                <c:pt idx="274">
                  <c:v>13</c:v>
                </c:pt>
                <c:pt idx="275">
                  <c:v>6</c:v>
                </c:pt>
                <c:pt idx="276">
                  <c:v>14</c:v>
                </c:pt>
                <c:pt idx="277">
                  <c:v>10</c:v>
                </c:pt>
                <c:pt idx="278">
                  <c:v>8</c:v>
                </c:pt>
                <c:pt idx="279">
                  <c:v>10</c:v>
                </c:pt>
                <c:pt idx="280">
                  <c:v>8</c:v>
                </c:pt>
                <c:pt idx="281">
                  <c:v>11</c:v>
                </c:pt>
                <c:pt idx="282">
                  <c:v>7</c:v>
                </c:pt>
                <c:pt idx="283">
                  <c:v>12</c:v>
                </c:pt>
                <c:pt idx="284">
                  <c:v>11</c:v>
                </c:pt>
                <c:pt idx="285">
                  <c:v>7</c:v>
                </c:pt>
                <c:pt idx="286">
                  <c:v>11</c:v>
                </c:pt>
                <c:pt idx="287">
                  <c:v>12</c:v>
                </c:pt>
                <c:pt idx="288">
                  <c:v>12</c:v>
                </c:pt>
                <c:pt idx="289">
                  <c:v>6</c:v>
                </c:pt>
                <c:pt idx="290">
                  <c:v>11</c:v>
                </c:pt>
                <c:pt idx="291">
                  <c:v>11</c:v>
                </c:pt>
                <c:pt idx="292">
                  <c:v>23</c:v>
                </c:pt>
                <c:pt idx="293">
                  <c:v>11</c:v>
                </c:pt>
                <c:pt idx="294">
                  <c:v>11</c:v>
                </c:pt>
                <c:pt idx="295">
                  <c:v>11</c:v>
                </c:pt>
                <c:pt idx="296">
                  <c:v>8</c:v>
                </c:pt>
                <c:pt idx="297">
                  <c:v>8</c:v>
                </c:pt>
                <c:pt idx="298">
                  <c:v>9</c:v>
                </c:pt>
                <c:pt idx="299">
                  <c:v>19</c:v>
                </c:pt>
                <c:pt idx="300">
                  <c:v>10</c:v>
                </c:pt>
                <c:pt idx="301">
                  <c:v>8</c:v>
                </c:pt>
                <c:pt idx="302">
                  <c:v>26</c:v>
                </c:pt>
                <c:pt idx="303">
                  <c:v>7</c:v>
                </c:pt>
                <c:pt idx="304">
                  <c:v>15</c:v>
                </c:pt>
                <c:pt idx="305">
                  <c:v>9</c:v>
                </c:pt>
                <c:pt idx="306">
                  <c:v>7</c:v>
                </c:pt>
                <c:pt idx="307">
                  <c:v>14</c:v>
                </c:pt>
                <c:pt idx="308">
                  <c:v>11</c:v>
                </c:pt>
                <c:pt idx="309">
                  <c:v>7</c:v>
                </c:pt>
                <c:pt idx="310">
                  <c:v>15</c:v>
                </c:pt>
                <c:pt idx="311">
                  <c:v>9</c:v>
                </c:pt>
                <c:pt idx="312">
                  <c:v>10</c:v>
                </c:pt>
                <c:pt idx="313">
                  <c:v>11</c:v>
                </c:pt>
                <c:pt idx="314">
                  <c:v>13</c:v>
                </c:pt>
                <c:pt idx="315">
                  <c:v>11</c:v>
                </c:pt>
                <c:pt idx="316">
                  <c:v>10</c:v>
                </c:pt>
                <c:pt idx="317">
                  <c:v>9</c:v>
                </c:pt>
                <c:pt idx="318">
                  <c:v>4</c:v>
                </c:pt>
                <c:pt idx="319">
                  <c:v>15</c:v>
                </c:pt>
                <c:pt idx="320">
                  <c:v>10</c:v>
                </c:pt>
                <c:pt idx="321">
                  <c:v>8</c:v>
                </c:pt>
                <c:pt idx="322">
                  <c:v>8</c:v>
                </c:pt>
                <c:pt idx="323">
                  <c:v>10</c:v>
                </c:pt>
                <c:pt idx="324">
                  <c:v>6</c:v>
                </c:pt>
                <c:pt idx="325">
                  <c:v>9</c:v>
                </c:pt>
                <c:pt idx="326">
                  <c:v>10</c:v>
                </c:pt>
                <c:pt idx="327">
                  <c:v>9</c:v>
                </c:pt>
                <c:pt idx="328">
                  <c:v>9</c:v>
                </c:pt>
                <c:pt idx="329">
                  <c:v>9</c:v>
                </c:pt>
                <c:pt idx="330">
                  <c:v>7</c:v>
                </c:pt>
                <c:pt idx="331">
                  <c:v>8</c:v>
                </c:pt>
                <c:pt idx="332">
                  <c:v>9</c:v>
                </c:pt>
                <c:pt idx="333">
                  <c:v>8</c:v>
                </c:pt>
                <c:pt idx="334">
                  <c:v>8</c:v>
                </c:pt>
                <c:pt idx="335">
                  <c:v>15</c:v>
                </c:pt>
                <c:pt idx="336">
                  <c:v>12</c:v>
                </c:pt>
                <c:pt idx="337">
                  <c:v>5</c:v>
                </c:pt>
                <c:pt idx="338">
                  <c:v>8</c:v>
                </c:pt>
                <c:pt idx="339">
                  <c:v>9</c:v>
                </c:pt>
                <c:pt idx="340">
                  <c:v>10</c:v>
                </c:pt>
                <c:pt idx="341">
                  <c:v>14</c:v>
                </c:pt>
                <c:pt idx="342">
                  <c:v>12</c:v>
                </c:pt>
                <c:pt idx="343">
                  <c:v>10</c:v>
                </c:pt>
                <c:pt idx="344">
                  <c:v>9</c:v>
                </c:pt>
                <c:pt idx="345">
                  <c:v>12</c:v>
                </c:pt>
                <c:pt idx="346">
                  <c:v>7</c:v>
                </c:pt>
                <c:pt idx="347">
                  <c:v>5</c:v>
                </c:pt>
                <c:pt idx="348">
                  <c:v>11</c:v>
                </c:pt>
                <c:pt idx="349">
                  <c:v>7</c:v>
                </c:pt>
                <c:pt idx="350">
                  <c:v>19</c:v>
                </c:pt>
                <c:pt idx="351">
                  <c:v>12</c:v>
                </c:pt>
                <c:pt idx="352">
                  <c:v>11</c:v>
                </c:pt>
                <c:pt idx="353">
                  <c:v>8</c:v>
                </c:pt>
                <c:pt idx="354">
                  <c:v>11</c:v>
                </c:pt>
                <c:pt idx="355">
                  <c:v>10</c:v>
                </c:pt>
                <c:pt idx="356">
                  <c:v>6</c:v>
                </c:pt>
                <c:pt idx="357">
                  <c:v>9</c:v>
                </c:pt>
                <c:pt idx="358">
                  <c:v>8</c:v>
                </c:pt>
                <c:pt idx="359">
                  <c:v>5</c:v>
                </c:pt>
                <c:pt idx="360">
                  <c:v>5</c:v>
                </c:pt>
                <c:pt idx="361">
                  <c:v>12</c:v>
                </c:pt>
                <c:pt idx="362">
                  <c:v>8</c:v>
                </c:pt>
                <c:pt idx="363">
                  <c:v>9</c:v>
                </c:pt>
                <c:pt idx="364">
                  <c:v>4</c:v>
                </c:pt>
                <c:pt idx="365">
                  <c:v>8</c:v>
                </c:pt>
                <c:pt idx="366">
                  <c:v>9</c:v>
                </c:pt>
                <c:pt idx="367">
                  <c:v>7</c:v>
                </c:pt>
                <c:pt idx="368">
                  <c:v>9</c:v>
                </c:pt>
                <c:pt idx="369">
                  <c:v>10</c:v>
                </c:pt>
                <c:pt idx="370">
                  <c:v>9</c:v>
                </c:pt>
                <c:pt idx="371">
                  <c:v>10</c:v>
                </c:pt>
                <c:pt idx="372">
                  <c:v>11</c:v>
                </c:pt>
                <c:pt idx="373">
                  <c:v>8</c:v>
                </c:pt>
                <c:pt idx="374">
                  <c:v>7</c:v>
                </c:pt>
                <c:pt idx="375">
                  <c:v>8</c:v>
                </c:pt>
                <c:pt idx="376">
                  <c:v>7</c:v>
                </c:pt>
                <c:pt idx="377">
                  <c:v>8</c:v>
                </c:pt>
                <c:pt idx="378">
                  <c:v>9</c:v>
                </c:pt>
                <c:pt idx="379">
                  <c:v>8</c:v>
                </c:pt>
                <c:pt idx="380">
                  <c:v>10</c:v>
                </c:pt>
                <c:pt idx="381">
                  <c:v>11</c:v>
                </c:pt>
                <c:pt idx="382">
                  <c:v>7</c:v>
                </c:pt>
                <c:pt idx="383">
                  <c:v>10</c:v>
                </c:pt>
                <c:pt idx="384">
                  <c:v>7</c:v>
                </c:pt>
                <c:pt idx="385">
                  <c:v>11</c:v>
                </c:pt>
                <c:pt idx="386">
                  <c:v>7</c:v>
                </c:pt>
                <c:pt idx="387">
                  <c:v>9</c:v>
                </c:pt>
                <c:pt idx="388">
                  <c:v>8</c:v>
                </c:pt>
                <c:pt idx="389">
                  <c:v>14</c:v>
                </c:pt>
                <c:pt idx="390">
                  <c:v>11</c:v>
                </c:pt>
                <c:pt idx="391">
                  <c:v>7</c:v>
                </c:pt>
                <c:pt idx="392">
                  <c:v>14</c:v>
                </c:pt>
                <c:pt idx="393">
                  <c:v>7</c:v>
                </c:pt>
                <c:pt idx="394">
                  <c:v>9</c:v>
                </c:pt>
                <c:pt idx="395">
                  <c:v>10</c:v>
                </c:pt>
                <c:pt idx="396">
                  <c:v>14</c:v>
                </c:pt>
                <c:pt idx="397">
                  <c:v>8</c:v>
                </c:pt>
                <c:pt idx="398">
                  <c:v>8</c:v>
                </c:pt>
                <c:pt idx="399">
                  <c:v>9</c:v>
                </c:pt>
                <c:pt idx="400">
                  <c:v>10</c:v>
                </c:pt>
                <c:pt idx="401">
                  <c:v>11</c:v>
                </c:pt>
                <c:pt idx="402">
                  <c:v>10</c:v>
                </c:pt>
                <c:pt idx="403">
                  <c:v>5</c:v>
                </c:pt>
                <c:pt idx="404">
                  <c:v>12</c:v>
                </c:pt>
                <c:pt idx="405">
                  <c:v>7</c:v>
                </c:pt>
                <c:pt idx="406">
                  <c:v>10</c:v>
                </c:pt>
                <c:pt idx="407">
                  <c:v>7</c:v>
                </c:pt>
                <c:pt idx="408">
                  <c:v>5</c:v>
                </c:pt>
                <c:pt idx="409">
                  <c:v>9</c:v>
                </c:pt>
                <c:pt idx="410">
                  <c:v>16</c:v>
                </c:pt>
                <c:pt idx="411">
                  <c:v>10</c:v>
                </c:pt>
                <c:pt idx="412">
                  <c:v>10</c:v>
                </c:pt>
                <c:pt idx="413">
                  <c:v>7</c:v>
                </c:pt>
                <c:pt idx="414">
                  <c:v>14</c:v>
                </c:pt>
                <c:pt idx="415">
                  <c:v>7</c:v>
                </c:pt>
                <c:pt idx="416">
                  <c:v>12</c:v>
                </c:pt>
                <c:pt idx="417">
                  <c:v>16</c:v>
                </c:pt>
                <c:pt idx="418">
                  <c:v>13</c:v>
                </c:pt>
                <c:pt idx="419">
                  <c:v>10</c:v>
                </c:pt>
                <c:pt idx="420">
                  <c:v>7</c:v>
                </c:pt>
                <c:pt idx="421">
                  <c:v>16</c:v>
                </c:pt>
                <c:pt idx="422">
                  <c:v>9</c:v>
                </c:pt>
                <c:pt idx="423">
                  <c:v>12</c:v>
                </c:pt>
                <c:pt idx="424">
                  <c:v>17</c:v>
                </c:pt>
                <c:pt idx="425">
                  <c:v>8</c:v>
                </c:pt>
                <c:pt idx="426">
                  <c:v>10</c:v>
                </c:pt>
                <c:pt idx="427">
                  <c:v>8</c:v>
                </c:pt>
                <c:pt idx="428">
                  <c:v>7</c:v>
                </c:pt>
                <c:pt idx="429">
                  <c:v>6</c:v>
                </c:pt>
                <c:pt idx="430">
                  <c:v>8</c:v>
                </c:pt>
                <c:pt idx="431">
                  <c:v>8</c:v>
                </c:pt>
                <c:pt idx="432">
                  <c:v>9</c:v>
                </c:pt>
                <c:pt idx="433">
                  <c:v>16</c:v>
                </c:pt>
                <c:pt idx="434">
                  <c:v>9</c:v>
                </c:pt>
                <c:pt idx="435">
                  <c:v>8</c:v>
                </c:pt>
                <c:pt idx="436">
                  <c:v>9</c:v>
                </c:pt>
                <c:pt idx="437">
                  <c:v>7</c:v>
                </c:pt>
                <c:pt idx="438">
                  <c:v>10</c:v>
                </c:pt>
                <c:pt idx="439">
                  <c:v>20</c:v>
                </c:pt>
                <c:pt idx="440">
                  <c:v>14</c:v>
                </c:pt>
                <c:pt idx="441">
                  <c:v>9</c:v>
                </c:pt>
                <c:pt idx="442">
                  <c:v>10</c:v>
                </c:pt>
                <c:pt idx="443">
                  <c:v>8</c:v>
                </c:pt>
                <c:pt idx="444">
                  <c:v>11</c:v>
                </c:pt>
                <c:pt idx="445">
                  <c:v>11</c:v>
                </c:pt>
                <c:pt idx="446">
                  <c:v>11</c:v>
                </c:pt>
                <c:pt idx="447">
                  <c:v>11</c:v>
                </c:pt>
                <c:pt idx="448">
                  <c:v>9</c:v>
                </c:pt>
                <c:pt idx="449">
                  <c:v>10</c:v>
                </c:pt>
                <c:pt idx="450">
                  <c:v>7</c:v>
                </c:pt>
                <c:pt idx="451">
                  <c:v>5</c:v>
                </c:pt>
                <c:pt idx="452">
                  <c:v>11</c:v>
                </c:pt>
                <c:pt idx="453">
                  <c:v>16</c:v>
                </c:pt>
                <c:pt idx="454">
                  <c:v>9</c:v>
                </c:pt>
                <c:pt idx="455">
                  <c:v>13</c:v>
                </c:pt>
                <c:pt idx="456">
                  <c:v>10</c:v>
                </c:pt>
                <c:pt idx="457">
                  <c:v>11</c:v>
                </c:pt>
                <c:pt idx="458">
                  <c:v>8</c:v>
                </c:pt>
                <c:pt idx="459">
                  <c:v>9</c:v>
                </c:pt>
                <c:pt idx="460">
                  <c:v>12</c:v>
                </c:pt>
                <c:pt idx="461">
                  <c:v>8</c:v>
                </c:pt>
                <c:pt idx="462">
                  <c:v>9</c:v>
                </c:pt>
                <c:pt idx="463">
                  <c:v>17</c:v>
                </c:pt>
                <c:pt idx="464">
                  <c:v>9</c:v>
                </c:pt>
                <c:pt idx="465">
                  <c:v>7</c:v>
                </c:pt>
                <c:pt idx="466">
                  <c:v>9</c:v>
                </c:pt>
                <c:pt idx="467">
                  <c:v>6</c:v>
                </c:pt>
                <c:pt idx="468">
                  <c:v>12</c:v>
                </c:pt>
                <c:pt idx="469">
                  <c:v>12</c:v>
                </c:pt>
                <c:pt idx="470">
                  <c:v>6</c:v>
                </c:pt>
                <c:pt idx="471">
                  <c:v>10</c:v>
                </c:pt>
                <c:pt idx="472">
                  <c:v>10</c:v>
                </c:pt>
                <c:pt idx="473">
                  <c:v>10</c:v>
                </c:pt>
                <c:pt idx="474">
                  <c:v>9</c:v>
                </c:pt>
                <c:pt idx="475">
                  <c:v>10</c:v>
                </c:pt>
                <c:pt idx="476">
                  <c:v>9</c:v>
                </c:pt>
                <c:pt idx="477">
                  <c:v>17</c:v>
                </c:pt>
                <c:pt idx="478">
                  <c:v>4</c:v>
                </c:pt>
                <c:pt idx="479">
                  <c:v>6</c:v>
                </c:pt>
                <c:pt idx="480">
                  <c:v>10</c:v>
                </c:pt>
                <c:pt idx="481">
                  <c:v>9</c:v>
                </c:pt>
                <c:pt idx="482">
                  <c:v>11</c:v>
                </c:pt>
                <c:pt idx="483">
                  <c:v>12</c:v>
                </c:pt>
                <c:pt idx="484">
                  <c:v>7</c:v>
                </c:pt>
                <c:pt idx="485">
                  <c:v>11</c:v>
                </c:pt>
                <c:pt idx="486">
                  <c:v>10</c:v>
                </c:pt>
                <c:pt idx="487">
                  <c:v>22</c:v>
                </c:pt>
                <c:pt idx="488">
                  <c:v>9</c:v>
                </c:pt>
                <c:pt idx="489">
                  <c:v>6</c:v>
                </c:pt>
                <c:pt idx="490">
                  <c:v>15</c:v>
                </c:pt>
                <c:pt idx="491">
                  <c:v>8</c:v>
                </c:pt>
                <c:pt idx="492">
                  <c:v>6</c:v>
                </c:pt>
                <c:pt idx="493">
                  <c:v>10</c:v>
                </c:pt>
                <c:pt idx="494">
                  <c:v>11</c:v>
                </c:pt>
                <c:pt idx="495">
                  <c:v>8</c:v>
                </c:pt>
                <c:pt idx="496">
                  <c:v>5</c:v>
                </c:pt>
                <c:pt idx="497">
                  <c:v>6</c:v>
                </c:pt>
                <c:pt idx="498">
                  <c:v>21</c:v>
                </c:pt>
                <c:pt idx="499">
                  <c:v>7</c:v>
                </c:pt>
                <c:pt idx="500">
                  <c:v>8</c:v>
                </c:pt>
                <c:pt idx="501">
                  <c:v>8</c:v>
                </c:pt>
                <c:pt idx="502">
                  <c:v>5</c:v>
                </c:pt>
                <c:pt idx="503">
                  <c:v>9</c:v>
                </c:pt>
                <c:pt idx="504">
                  <c:v>9</c:v>
                </c:pt>
                <c:pt idx="505">
                  <c:v>8</c:v>
                </c:pt>
                <c:pt idx="506">
                  <c:v>6</c:v>
                </c:pt>
                <c:pt idx="507">
                  <c:v>13</c:v>
                </c:pt>
                <c:pt idx="508">
                  <c:v>6</c:v>
                </c:pt>
                <c:pt idx="509">
                  <c:v>17</c:v>
                </c:pt>
                <c:pt idx="510">
                  <c:v>11</c:v>
                </c:pt>
                <c:pt idx="511">
                  <c:v>6</c:v>
                </c:pt>
                <c:pt idx="512">
                  <c:v>5</c:v>
                </c:pt>
                <c:pt idx="513">
                  <c:v>6</c:v>
                </c:pt>
                <c:pt idx="514">
                  <c:v>8</c:v>
                </c:pt>
                <c:pt idx="515">
                  <c:v>9</c:v>
                </c:pt>
                <c:pt idx="516">
                  <c:v>9</c:v>
                </c:pt>
                <c:pt idx="517">
                  <c:v>7</c:v>
                </c:pt>
                <c:pt idx="518">
                  <c:v>11</c:v>
                </c:pt>
                <c:pt idx="519">
                  <c:v>15</c:v>
                </c:pt>
                <c:pt idx="520">
                  <c:v>19</c:v>
                </c:pt>
                <c:pt idx="521">
                  <c:v>4</c:v>
                </c:pt>
                <c:pt idx="522">
                  <c:v>15</c:v>
                </c:pt>
                <c:pt idx="523">
                  <c:v>8</c:v>
                </c:pt>
                <c:pt idx="524">
                  <c:v>10</c:v>
                </c:pt>
                <c:pt idx="525">
                  <c:v>5</c:v>
                </c:pt>
                <c:pt idx="526">
                  <c:v>10</c:v>
                </c:pt>
                <c:pt idx="527">
                  <c:v>6</c:v>
                </c:pt>
                <c:pt idx="528">
                  <c:v>12</c:v>
                </c:pt>
                <c:pt idx="529">
                  <c:v>13</c:v>
                </c:pt>
                <c:pt idx="530">
                  <c:v>13</c:v>
                </c:pt>
                <c:pt idx="531">
                  <c:v>20</c:v>
                </c:pt>
                <c:pt idx="532">
                  <c:v>6</c:v>
                </c:pt>
                <c:pt idx="533">
                  <c:v>11</c:v>
                </c:pt>
                <c:pt idx="534">
                  <c:v>13</c:v>
                </c:pt>
                <c:pt idx="535">
                  <c:v>14</c:v>
                </c:pt>
                <c:pt idx="536">
                  <c:v>11</c:v>
                </c:pt>
                <c:pt idx="537">
                  <c:v>8</c:v>
                </c:pt>
                <c:pt idx="538">
                  <c:v>10</c:v>
                </c:pt>
                <c:pt idx="539">
                  <c:v>11</c:v>
                </c:pt>
                <c:pt idx="540">
                  <c:v>16</c:v>
                </c:pt>
                <c:pt idx="541">
                  <c:v>12</c:v>
                </c:pt>
                <c:pt idx="542">
                  <c:v>8</c:v>
                </c:pt>
                <c:pt idx="543">
                  <c:v>11</c:v>
                </c:pt>
                <c:pt idx="544">
                  <c:v>11</c:v>
                </c:pt>
                <c:pt idx="545">
                  <c:v>8</c:v>
                </c:pt>
                <c:pt idx="546">
                  <c:v>8</c:v>
                </c:pt>
                <c:pt idx="547">
                  <c:v>7</c:v>
                </c:pt>
                <c:pt idx="548">
                  <c:v>9</c:v>
                </c:pt>
                <c:pt idx="549">
                  <c:v>16</c:v>
                </c:pt>
                <c:pt idx="550">
                  <c:v>8</c:v>
                </c:pt>
                <c:pt idx="551">
                  <c:v>15</c:v>
                </c:pt>
                <c:pt idx="552">
                  <c:v>7</c:v>
                </c:pt>
                <c:pt idx="553">
                  <c:v>8</c:v>
                </c:pt>
                <c:pt idx="554">
                  <c:v>9</c:v>
                </c:pt>
                <c:pt idx="555">
                  <c:v>9</c:v>
                </c:pt>
                <c:pt idx="556">
                  <c:v>4</c:v>
                </c:pt>
                <c:pt idx="557">
                  <c:v>10</c:v>
                </c:pt>
                <c:pt idx="558">
                  <c:v>6</c:v>
                </c:pt>
                <c:pt idx="559">
                  <c:v>7</c:v>
                </c:pt>
                <c:pt idx="560">
                  <c:v>13</c:v>
                </c:pt>
                <c:pt idx="561">
                  <c:v>10</c:v>
                </c:pt>
                <c:pt idx="562">
                  <c:v>9</c:v>
                </c:pt>
                <c:pt idx="563">
                  <c:v>14</c:v>
                </c:pt>
                <c:pt idx="564">
                  <c:v>15</c:v>
                </c:pt>
                <c:pt idx="565">
                  <c:v>11</c:v>
                </c:pt>
                <c:pt idx="566">
                  <c:v>12</c:v>
                </c:pt>
                <c:pt idx="567">
                  <c:v>9</c:v>
                </c:pt>
                <c:pt idx="568">
                  <c:v>12</c:v>
                </c:pt>
                <c:pt idx="569">
                  <c:v>11</c:v>
                </c:pt>
                <c:pt idx="570">
                  <c:v>8</c:v>
                </c:pt>
                <c:pt idx="571">
                  <c:v>10</c:v>
                </c:pt>
                <c:pt idx="572">
                  <c:v>13</c:v>
                </c:pt>
                <c:pt idx="573">
                  <c:v>8</c:v>
                </c:pt>
                <c:pt idx="574">
                  <c:v>10</c:v>
                </c:pt>
                <c:pt idx="575">
                  <c:v>9</c:v>
                </c:pt>
                <c:pt idx="576">
                  <c:v>14</c:v>
                </c:pt>
                <c:pt idx="577">
                  <c:v>6</c:v>
                </c:pt>
                <c:pt idx="578">
                  <c:v>11</c:v>
                </c:pt>
                <c:pt idx="579">
                  <c:v>15</c:v>
                </c:pt>
                <c:pt idx="580">
                  <c:v>13</c:v>
                </c:pt>
                <c:pt idx="581">
                  <c:v>5</c:v>
                </c:pt>
                <c:pt idx="582">
                  <c:v>13</c:v>
                </c:pt>
                <c:pt idx="583">
                  <c:v>9</c:v>
                </c:pt>
                <c:pt idx="584">
                  <c:v>11</c:v>
                </c:pt>
                <c:pt idx="585">
                  <c:v>11</c:v>
                </c:pt>
                <c:pt idx="586">
                  <c:v>9</c:v>
                </c:pt>
                <c:pt idx="587">
                  <c:v>4</c:v>
                </c:pt>
                <c:pt idx="588">
                  <c:v>9</c:v>
                </c:pt>
                <c:pt idx="589">
                  <c:v>7</c:v>
                </c:pt>
                <c:pt idx="590">
                  <c:v>11</c:v>
                </c:pt>
                <c:pt idx="591">
                  <c:v>8</c:v>
                </c:pt>
                <c:pt idx="592">
                  <c:v>22</c:v>
                </c:pt>
                <c:pt idx="593">
                  <c:v>8</c:v>
                </c:pt>
                <c:pt idx="594">
                  <c:v>7</c:v>
                </c:pt>
                <c:pt idx="595">
                  <c:v>23</c:v>
                </c:pt>
                <c:pt idx="596">
                  <c:v>9</c:v>
                </c:pt>
                <c:pt idx="597">
                  <c:v>15</c:v>
                </c:pt>
                <c:pt idx="598">
                  <c:v>9</c:v>
                </c:pt>
                <c:pt idx="599">
                  <c:v>6</c:v>
                </c:pt>
                <c:pt idx="600">
                  <c:v>11</c:v>
                </c:pt>
                <c:pt idx="601">
                  <c:v>8</c:v>
                </c:pt>
                <c:pt idx="602">
                  <c:v>7</c:v>
                </c:pt>
                <c:pt idx="603">
                  <c:v>6</c:v>
                </c:pt>
                <c:pt idx="604">
                  <c:v>10</c:v>
                </c:pt>
                <c:pt idx="605">
                  <c:v>6</c:v>
                </c:pt>
                <c:pt idx="606">
                  <c:v>9</c:v>
                </c:pt>
                <c:pt idx="607">
                  <c:v>10</c:v>
                </c:pt>
                <c:pt idx="608">
                  <c:v>9</c:v>
                </c:pt>
                <c:pt idx="609">
                  <c:v>9</c:v>
                </c:pt>
                <c:pt idx="610">
                  <c:v>8</c:v>
                </c:pt>
                <c:pt idx="611">
                  <c:v>9</c:v>
                </c:pt>
                <c:pt idx="612">
                  <c:v>10</c:v>
                </c:pt>
                <c:pt idx="613">
                  <c:v>6</c:v>
                </c:pt>
                <c:pt idx="614">
                  <c:v>13</c:v>
                </c:pt>
                <c:pt idx="615">
                  <c:v>9</c:v>
                </c:pt>
                <c:pt idx="616">
                  <c:v>9</c:v>
                </c:pt>
                <c:pt idx="617">
                  <c:v>8</c:v>
                </c:pt>
                <c:pt idx="618">
                  <c:v>10</c:v>
                </c:pt>
                <c:pt idx="619">
                  <c:v>7</c:v>
                </c:pt>
                <c:pt idx="620">
                  <c:v>10</c:v>
                </c:pt>
                <c:pt idx="621">
                  <c:v>7</c:v>
                </c:pt>
                <c:pt idx="622">
                  <c:v>12</c:v>
                </c:pt>
                <c:pt idx="623">
                  <c:v>9</c:v>
                </c:pt>
                <c:pt idx="624">
                  <c:v>8</c:v>
                </c:pt>
                <c:pt idx="625">
                  <c:v>6</c:v>
                </c:pt>
                <c:pt idx="626">
                  <c:v>9</c:v>
                </c:pt>
                <c:pt idx="627">
                  <c:v>6</c:v>
                </c:pt>
                <c:pt idx="628">
                  <c:v>13</c:v>
                </c:pt>
                <c:pt idx="629">
                  <c:v>4</c:v>
                </c:pt>
                <c:pt idx="630">
                  <c:v>7</c:v>
                </c:pt>
                <c:pt idx="631">
                  <c:v>12</c:v>
                </c:pt>
                <c:pt idx="632">
                  <c:v>9</c:v>
                </c:pt>
                <c:pt idx="633">
                  <c:v>12</c:v>
                </c:pt>
                <c:pt idx="634">
                  <c:v>7</c:v>
                </c:pt>
                <c:pt idx="635">
                  <c:v>9</c:v>
                </c:pt>
                <c:pt idx="636">
                  <c:v>5</c:v>
                </c:pt>
                <c:pt idx="637">
                  <c:v>10</c:v>
                </c:pt>
                <c:pt idx="638">
                  <c:v>10</c:v>
                </c:pt>
                <c:pt idx="639">
                  <c:v>9</c:v>
                </c:pt>
                <c:pt idx="640">
                  <c:v>9</c:v>
                </c:pt>
                <c:pt idx="641">
                  <c:v>12</c:v>
                </c:pt>
                <c:pt idx="642">
                  <c:v>14</c:v>
                </c:pt>
                <c:pt idx="643">
                  <c:v>3</c:v>
                </c:pt>
                <c:pt idx="644">
                  <c:v>17</c:v>
                </c:pt>
                <c:pt idx="645">
                  <c:v>16</c:v>
                </c:pt>
                <c:pt idx="646">
                  <c:v>8</c:v>
                </c:pt>
                <c:pt idx="647">
                  <c:v>10</c:v>
                </c:pt>
                <c:pt idx="648">
                  <c:v>11</c:v>
                </c:pt>
                <c:pt idx="649">
                  <c:v>12</c:v>
                </c:pt>
                <c:pt idx="650">
                  <c:v>8</c:v>
                </c:pt>
                <c:pt idx="651">
                  <c:v>10</c:v>
                </c:pt>
                <c:pt idx="652">
                  <c:v>10</c:v>
                </c:pt>
                <c:pt idx="653">
                  <c:v>11</c:v>
                </c:pt>
                <c:pt idx="654">
                  <c:v>9</c:v>
                </c:pt>
                <c:pt idx="655">
                  <c:v>8</c:v>
                </c:pt>
                <c:pt idx="656">
                  <c:v>7</c:v>
                </c:pt>
                <c:pt idx="657">
                  <c:v>9</c:v>
                </c:pt>
                <c:pt idx="658">
                  <c:v>6</c:v>
                </c:pt>
                <c:pt idx="659">
                  <c:v>12</c:v>
                </c:pt>
                <c:pt idx="660">
                  <c:v>8</c:v>
                </c:pt>
                <c:pt idx="661">
                  <c:v>9</c:v>
                </c:pt>
                <c:pt idx="662">
                  <c:v>12</c:v>
                </c:pt>
                <c:pt idx="663">
                  <c:v>9</c:v>
                </c:pt>
                <c:pt idx="664">
                  <c:v>7</c:v>
                </c:pt>
                <c:pt idx="665">
                  <c:v>10</c:v>
                </c:pt>
                <c:pt idx="666">
                  <c:v>18</c:v>
                </c:pt>
                <c:pt idx="667">
                  <c:v>12</c:v>
                </c:pt>
                <c:pt idx="668">
                  <c:v>20</c:v>
                </c:pt>
                <c:pt idx="669">
                  <c:v>8</c:v>
                </c:pt>
                <c:pt idx="670">
                  <c:v>15</c:v>
                </c:pt>
                <c:pt idx="671">
                  <c:v>7</c:v>
                </c:pt>
                <c:pt idx="672">
                  <c:v>11</c:v>
                </c:pt>
                <c:pt idx="673">
                  <c:v>9</c:v>
                </c:pt>
                <c:pt idx="674">
                  <c:v>5</c:v>
                </c:pt>
                <c:pt idx="675">
                  <c:v>8</c:v>
                </c:pt>
                <c:pt idx="676">
                  <c:v>10</c:v>
                </c:pt>
                <c:pt idx="677">
                  <c:v>8</c:v>
                </c:pt>
                <c:pt idx="678">
                  <c:v>20</c:v>
                </c:pt>
                <c:pt idx="679">
                  <c:v>16</c:v>
                </c:pt>
                <c:pt idx="680">
                  <c:v>14</c:v>
                </c:pt>
                <c:pt idx="681">
                  <c:v>10</c:v>
                </c:pt>
                <c:pt idx="682">
                  <c:v>4</c:v>
                </c:pt>
                <c:pt idx="683">
                  <c:v>9</c:v>
                </c:pt>
                <c:pt idx="684">
                  <c:v>7</c:v>
                </c:pt>
                <c:pt idx="685">
                  <c:v>13</c:v>
                </c:pt>
                <c:pt idx="686">
                  <c:v>10</c:v>
                </c:pt>
                <c:pt idx="687">
                  <c:v>8</c:v>
                </c:pt>
                <c:pt idx="688">
                  <c:v>13</c:v>
                </c:pt>
                <c:pt idx="689">
                  <c:v>5</c:v>
                </c:pt>
                <c:pt idx="690">
                  <c:v>9</c:v>
                </c:pt>
                <c:pt idx="691">
                  <c:v>11</c:v>
                </c:pt>
                <c:pt idx="692">
                  <c:v>10</c:v>
                </c:pt>
                <c:pt idx="693">
                  <c:v>11</c:v>
                </c:pt>
                <c:pt idx="694">
                  <c:v>11</c:v>
                </c:pt>
                <c:pt idx="695">
                  <c:v>7</c:v>
                </c:pt>
                <c:pt idx="696">
                  <c:v>11</c:v>
                </c:pt>
                <c:pt idx="697">
                  <c:v>9</c:v>
                </c:pt>
                <c:pt idx="698">
                  <c:v>14</c:v>
                </c:pt>
                <c:pt idx="699">
                  <c:v>8</c:v>
                </c:pt>
                <c:pt idx="700">
                  <c:v>7</c:v>
                </c:pt>
                <c:pt idx="701">
                  <c:v>4</c:v>
                </c:pt>
                <c:pt idx="702">
                  <c:v>13</c:v>
                </c:pt>
                <c:pt idx="703">
                  <c:v>12</c:v>
                </c:pt>
                <c:pt idx="704">
                  <c:v>18</c:v>
                </c:pt>
                <c:pt idx="705">
                  <c:v>12</c:v>
                </c:pt>
                <c:pt idx="706">
                  <c:v>9</c:v>
                </c:pt>
                <c:pt idx="707">
                  <c:v>8</c:v>
                </c:pt>
                <c:pt idx="708">
                  <c:v>9</c:v>
                </c:pt>
                <c:pt idx="709">
                  <c:v>11</c:v>
                </c:pt>
                <c:pt idx="710">
                  <c:v>11</c:v>
                </c:pt>
                <c:pt idx="711">
                  <c:v>8</c:v>
                </c:pt>
                <c:pt idx="712">
                  <c:v>11</c:v>
                </c:pt>
                <c:pt idx="713">
                  <c:v>9</c:v>
                </c:pt>
                <c:pt idx="714">
                  <c:v>9</c:v>
                </c:pt>
                <c:pt idx="715">
                  <c:v>10</c:v>
                </c:pt>
                <c:pt idx="716">
                  <c:v>13</c:v>
                </c:pt>
                <c:pt idx="717">
                  <c:v>9</c:v>
                </c:pt>
                <c:pt idx="718">
                  <c:v>15</c:v>
                </c:pt>
                <c:pt idx="719">
                  <c:v>7</c:v>
                </c:pt>
                <c:pt idx="720">
                  <c:v>5</c:v>
                </c:pt>
                <c:pt idx="721">
                  <c:v>13</c:v>
                </c:pt>
                <c:pt idx="722">
                  <c:v>9</c:v>
                </c:pt>
                <c:pt idx="723">
                  <c:v>12</c:v>
                </c:pt>
                <c:pt idx="724">
                  <c:v>8</c:v>
                </c:pt>
                <c:pt idx="725">
                  <c:v>17</c:v>
                </c:pt>
                <c:pt idx="726">
                  <c:v>9</c:v>
                </c:pt>
                <c:pt idx="727">
                  <c:v>16</c:v>
                </c:pt>
                <c:pt idx="728">
                  <c:v>12</c:v>
                </c:pt>
                <c:pt idx="729">
                  <c:v>14</c:v>
                </c:pt>
                <c:pt idx="730">
                  <c:v>12</c:v>
                </c:pt>
                <c:pt idx="731">
                  <c:v>10</c:v>
                </c:pt>
                <c:pt idx="732">
                  <c:v>15</c:v>
                </c:pt>
                <c:pt idx="733">
                  <c:v>9</c:v>
                </c:pt>
                <c:pt idx="734">
                  <c:v>10</c:v>
                </c:pt>
                <c:pt idx="735">
                  <c:v>10</c:v>
                </c:pt>
                <c:pt idx="736">
                  <c:v>19</c:v>
                </c:pt>
                <c:pt idx="737">
                  <c:v>9</c:v>
                </c:pt>
                <c:pt idx="738">
                  <c:v>9</c:v>
                </c:pt>
                <c:pt idx="739">
                  <c:v>9</c:v>
                </c:pt>
                <c:pt idx="740">
                  <c:v>10</c:v>
                </c:pt>
                <c:pt idx="741">
                  <c:v>7</c:v>
                </c:pt>
                <c:pt idx="742">
                  <c:v>10</c:v>
                </c:pt>
                <c:pt idx="743">
                  <c:v>10</c:v>
                </c:pt>
                <c:pt idx="744">
                  <c:v>7</c:v>
                </c:pt>
                <c:pt idx="745">
                  <c:v>7</c:v>
                </c:pt>
                <c:pt idx="746">
                  <c:v>11</c:v>
                </c:pt>
                <c:pt idx="747">
                  <c:v>5</c:v>
                </c:pt>
                <c:pt idx="748">
                  <c:v>6</c:v>
                </c:pt>
                <c:pt idx="749">
                  <c:v>10</c:v>
                </c:pt>
                <c:pt idx="750">
                  <c:v>3</c:v>
                </c:pt>
                <c:pt idx="751">
                  <c:v>7</c:v>
                </c:pt>
                <c:pt idx="752">
                  <c:v>13</c:v>
                </c:pt>
                <c:pt idx="753">
                  <c:v>8</c:v>
                </c:pt>
                <c:pt idx="754">
                  <c:v>9</c:v>
                </c:pt>
                <c:pt idx="755">
                  <c:v>9</c:v>
                </c:pt>
                <c:pt idx="756">
                  <c:v>7</c:v>
                </c:pt>
                <c:pt idx="757">
                  <c:v>11</c:v>
                </c:pt>
                <c:pt idx="758">
                  <c:v>8</c:v>
                </c:pt>
                <c:pt idx="759">
                  <c:v>11</c:v>
                </c:pt>
                <c:pt idx="760">
                  <c:v>5</c:v>
                </c:pt>
                <c:pt idx="761">
                  <c:v>10</c:v>
                </c:pt>
                <c:pt idx="762">
                  <c:v>9</c:v>
                </c:pt>
                <c:pt idx="763">
                  <c:v>9</c:v>
                </c:pt>
                <c:pt idx="764">
                  <c:v>10</c:v>
                </c:pt>
                <c:pt idx="765">
                  <c:v>9</c:v>
                </c:pt>
                <c:pt idx="766">
                  <c:v>11</c:v>
                </c:pt>
                <c:pt idx="767">
                  <c:v>7</c:v>
                </c:pt>
                <c:pt idx="768">
                  <c:v>8</c:v>
                </c:pt>
                <c:pt idx="769">
                  <c:v>10</c:v>
                </c:pt>
                <c:pt idx="770">
                  <c:v>9</c:v>
                </c:pt>
                <c:pt idx="771">
                  <c:v>8</c:v>
                </c:pt>
                <c:pt idx="772">
                  <c:v>13</c:v>
                </c:pt>
                <c:pt idx="773">
                  <c:v>21</c:v>
                </c:pt>
                <c:pt idx="774">
                  <c:v>10</c:v>
                </c:pt>
                <c:pt idx="775">
                  <c:v>5</c:v>
                </c:pt>
                <c:pt idx="776">
                  <c:v>8</c:v>
                </c:pt>
                <c:pt idx="777">
                  <c:v>11</c:v>
                </c:pt>
                <c:pt idx="778">
                  <c:v>7</c:v>
                </c:pt>
                <c:pt idx="779">
                  <c:v>11</c:v>
                </c:pt>
                <c:pt idx="780">
                  <c:v>12</c:v>
                </c:pt>
                <c:pt idx="781">
                  <c:v>6</c:v>
                </c:pt>
                <c:pt idx="782">
                  <c:v>16</c:v>
                </c:pt>
                <c:pt idx="783">
                  <c:v>12</c:v>
                </c:pt>
                <c:pt idx="784">
                  <c:v>12</c:v>
                </c:pt>
                <c:pt idx="785">
                  <c:v>7</c:v>
                </c:pt>
                <c:pt idx="786">
                  <c:v>10</c:v>
                </c:pt>
                <c:pt idx="787">
                  <c:v>9</c:v>
                </c:pt>
                <c:pt idx="788">
                  <c:v>5</c:v>
                </c:pt>
                <c:pt idx="789">
                  <c:v>9</c:v>
                </c:pt>
                <c:pt idx="790">
                  <c:v>11</c:v>
                </c:pt>
                <c:pt idx="791">
                  <c:v>6</c:v>
                </c:pt>
                <c:pt idx="792">
                  <c:v>13</c:v>
                </c:pt>
                <c:pt idx="793">
                  <c:v>9</c:v>
                </c:pt>
                <c:pt idx="794">
                  <c:v>9</c:v>
                </c:pt>
                <c:pt idx="795">
                  <c:v>8</c:v>
                </c:pt>
                <c:pt idx="796">
                  <c:v>13</c:v>
                </c:pt>
                <c:pt idx="797">
                  <c:v>8</c:v>
                </c:pt>
                <c:pt idx="798">
                  <c:v>13</c:v>
                </c:pt>
                <c:pt idx="799">
                  <c:v>7</c:v>
                </c:pt>
                <c:pt idx="800">
                  <c:v>9</c:v>
                </c:pt>
                <c:pt idx="801">
                  <c:v>10</c:v>
                </c:pt>
                <c:pt idx="802">
                  <c:v>17</c:v>
                </c:pt>
                <c:pt idx="803">
                  <c:v>7</c:v>
                </c:pt>
                <c:pt idx="804">
                  <c:v>6</c:v>
                </c:pt>
                <c:pt idx="805">
                  <c:v>13</c:v>
                </c:pt>
                <c:pt idx="806">
                  <c:v>9</c:v>
                </c:pt>
                <c:pt idx="807">
                  <c:v>6</c:v>
                </c:pt>
                <c:pt idx="808">
                  <c:v>8</c:v>
                </c:pt>
                <c:pt idx="809">
                  <c:v>6</c:v>
                </c:pt>
                <c:pt idx="810">
                  <c:v>8</c:v>
                </c:pt>
                <c:pt idx="811">
                  <c:v>13</c:v>
                </c:pt>
                <c:pt idx="812">
                  <c:v>9</c:v>
                </c:pt>
                <c:pt idx="813">
                  <c:v>7</c:v>
                </c:pt>
                <c:pt idx="814">
                  <c:v>10</c:v>
                </c:pt>
                <c:pt idx="815">
                  <c:v>5</c:v>
                </c:pt>
                <c:pt idx="816">
                  <c:v>15</c:v>
                </c:pt>
                <c:pt idx="817">
                  <c:v>7</c:v>
                </c:pt>
                <c:pt idx="818">
                  <c:v>7</c:v>
                </c:pt>
                <c:pt idx="819">
                  <c:v>10</c:v>
                </c:pt>
                <c:pt idx="820">
                  <c:v>13</c:v>
                </c:pt>
                <c:pt idx="821">
                  <c:v>22</c:v>
                </c:pt>
                <c:pt idx="822">
                  <c:v>10</c:v>
                </c:pt>
                <c:pt idx="823">
                  <c:v>9</c:v>
                </c:pt>
                <c:pt idx="824">
                  <c:v>11</c:v>
                </c:pt>
                <c:pt idx="825">
                  <c:v>12</c:v>
                </c:pt>
                <c:pt idx="826">
                  <c:v>9</c:v>
                </c:pt>
                <c:pt idx="827">
                  <c:v>9</c:v>
                </c:pt>
                <c:pt idx="828">
                  <c:v>19</c:v>
                </c:pt>
                <c:pt idx="829">
                  <c:v>8</c:v>
                </c:pt>
                <c:pt idx="830">
                  <c:v>13</c:v>
                </c:pt>
                <c:pt idx="831">
                  <c:v>19</c:v>
                </c:pt>
                <c:pt idx="832">
                  <c:v>15</c:v>
                </c:pt>
                <c:pt idx="833">
                  <c:v>8</c:v>
                </c:pt>
                <c:pt idx="834">
                  <c:v>7</c:v>
                </c:pt>
                <c:pt idx="835">
                  <c:v>10</c:v>
                </c:pt>
                <c:pt idx="836">
                  <c:v>8</c:v>
                </c:pt>
                <c:pt idx="837">
                  <c:v>7</c:v>
                </c:pt>
                <c:pt idx="838">
                  <c:v>6</c:v>
                </c:pt>
                <c:pt idx="839">
                  <c:v>11</c:v>
                </c:pt>
                <c:pt idx="840">
                  <c:v>9</c:v>
                </c:pt>
                <c:pt idx="841">
                  <c:v>12</c:v>
                </c:pt>
                <c:pt idx="842">
                  <c:v>8</c:v>
                </c:pt>
                <c:pt idx="843">
                  <c:v>8</c:v>
                </c:pt>
                <c:pt idx="844">
                  <c:v>12</c:v>
                </c:pt>
                <c:pt idx="845">
                  <c:v>9</c:v>
                </c:pt>
                <c:pt idx="846">
                  <c:v>10</c:v>
                </c:pt>
                <c:pt idx="847">
                  <c:v>10</c:v>
                </c:pt>
                <c:pt idx="848">
                  <c:v>6</c:v>
                </c:pt>
                <c:pt idx="849">
                  <c:v>9</c:v>
                </c:pt>
                <c:pt idx="850">
                  <c:v>8</c:v>
                </c:pt>
                <c:pt idx="851">
                  <c:v>14</c:v>
                </c:pt>
                <c:pt idx="852">
                  <c:v>11</c:v>
                </c:pt>
                <c:pt idx="853">
                  <c:v>11</c:v>
                </c:pt>
                <c:pt idx="854">
                  <c:v>10</c:v>
                </c:pt>
                <c:pt idx="855">
                  <c:v>10</c:v>
                </c:pt>
                <c:pt idx="856">
                  <c:v>12</c:v>
                </c:pt>
                <c:pt idx="857">
                  <c:v>11</c:v>
                </c:pt>
                <c:pt idx="858">
                  <c:v>12</c:v>
                </c:pt>
                <c:pt idx="859">
                  <c:v>13</c:v>
                </c:pt>
                <c:pt idx="860">
                  <c:v>12</c:v>
                </c:pt>
                <c:pt idx="861">
                  <c:v>15</c:v>
                </c:pt>
                <c:pt idx="862">
                  <c:v>10</c:v>
                </c:pt>
                <c:pt idx="863">
                  <c:v>9</c:v>
                </c:pt>
                <c:pt idx="864">
                  <c:v>17</c:v>
                </c:pt>
                <c:pt idx="865">
                  <c:v>7</c:v>
                </c:pt>
                <c:pt idx="866">
                  <c:v>10</c:v>
                </c:pt>
                <c:pt idx="867">
                  <c:v>12</c:v>
                </c:pt>
                <c:pt idx="868">
                  <c:v>10</c:v>
                </c:pt>
                <c:pt idx="869">
                  <c:v>10</c:v>
                </c:pt>
                <c:pt idx="870">
                  <c:v>7</c:v>
                </c:pt>
                <c:pt idx="871">
                  <c:v>11</c:v>
                </c:pt>
                <c:pt idx="872">
                  <c:v>11</c:v>
                </c:pt>
                <c:pt idx="873">
                  <c:v>3</c:v>
                </c:pt>
                <c:pt idx="874">
                  <c:v>9</c:v>
                </c:pt>
                <c:pt idx="875">
                  <c:v>12</c:v>
                </c:pt>
                <c:pt idx="876">
                  <c:v>8</c:v>
                </c:pt>
                <c:pt idx="877">
                  <c:v>8</c:v>
                </c:pt>
                <c:pt idx="878">
                  <c:v>13</c:v>
                </c:pt>
                <c:pt idx="879">
                  <c:v>13</c:v>
                </c:pt>
                <c:pt idx="880">
                  <c:v>7</c:v>
                </c:pt>
                <c:pt idx="881">
                  <c:v>6</c:v>
                </c:pt>
                <c:pt idx="882">
                  <c:v>7</c:v>
                </c:pt>
                <c:pt idx="883">
                  <c:v>6</c:v>
                </c:pt>
                <c:pt idx="884">
                  <c:v>18</c:v>
                </c:pt>
                <c:pt idx="885">
                  <c:v>15</c:v>
                </c:pt>
                <c:pt idx="886">
                  <c:v>10</c:v>
                </c:pt>
                <c:pt idx="887">
                  <c:v>9</c:v>
                </c:pt>
                <c:pt idx="888">
                  <c:v>8</c:v>
                </c:pt>
                <c:pt idx="889">
                  <c:v>8</c:v>
                </c:pt>
                <c:pt idx="890">
                  <c:v>9</c:v>
                </c:pt>
                <c:pt idx="891">
                  <c:v>7</c:v>
                </c:pt>
                <c:pt idx="892">
                  <c:v>14</c:v>
                </c:pt>
                <c:pt idx="893">
                  <c:v>14</c:v>
                </c:pt>
                <c:pt idx="894">
                  <c:v>9</c:v>
                </c:pt>
                <c:pt idx="895">
                  <c:v>7</c:v>
                </c:pt>
                <c:pt idx="896">
                  <c:v>7</c:v>
                </c:pt>
                <c:pt idx="897">
                  <c:v>8</c:v>
                </c:pt>
                <c:pt idx="898">
                  <c:v>8</c:v>
                </c:pt>
                <c:pt idx="899">
                  <c:v>9</c:v>
                </c:pt>
                <c:pt idx="900">
                  <c:v>15</c:v>
                </c:pt>
                <c:pt idx="901">
                  <c:v>9</c:v>
                </c:pt>
                <c:pt idx="902">
                  <c:v>12</c:v>
                </c:pt>
                <c:pt idx="903">
                  <c:v>13</c:v>
                </c:pt>
                <c:pt idx="904">
                  <c:v>8</c:v>
                </c:pt>
                <c:pt idx="905">
                  <c:v>4</c:v>
                </c:pt>
                <c:pt idx="906">
                  <c:v>9</c:v>
                </c:pt>
                <c:pt idx="907">
                  <c:v>10</c:v>
                </c:pt>
                <c:pt idx="908">
                  <c:v>13</c:v>
                </c:pt>
                <c:pt idx="909">
                  <c:v>11</c:v>
                </c:pt>
                <c:pt idx="910">
                  <c:v>7</c:v>
                </c:pt>
                <c:pt idx="911">
                  <c:v>6</c:v>
                </c:pt>
                <c:pt idx="912">
                  <c:v>9</c:v>
                </c:pt>
                <c:pt idx="913">
                  <c:v>14</c:v>
                </c:pt>
                <c:pt idx="914">
                  <c:v>9</c:v>
                </c:pt>
                <c:pt idx="915">
                  <c:v>13</c:v>
                </c:pt>
                <c:pt idx="916">
                  <c:v>9</c:v>
                </c:pt>
                <c:pt idx="917">
                  <c:v>13</c:v>
                </c:pt>
                <c:pt idx="918">
                  <c:v>7</c:v>
                </c:pt>
                <c:pt idx="919">
                  <c:v>5</c:v>
                </c:pt>
                <c:pt idx="920">
                  <c:v>9</c:v>
                </c:pt>
                <c:pt idx="921">
                  <c:v>9</c:v>
                </c:pt>
                <c:pt idx="922">
                  <c:v>6</c:v>
                </c:pt>
                <c:pt idx="923">
                  <c:v>9</c:v>
                </c:pt>
                <c:pt idx="924">
                  <c:v>9</c:v>
                </c:pt>
                <c:pt idx="925">
                  <c:v>8</c:v>
                </c:pt>
                <c:pt idx="926">
                  <c:v>13</c:v>
                </c:pt>
                <c:pt idx="927">
                  <c:v>10</c:v>
                </c:pt>
                <c:pt idx="928">
                  <c:v>9</c:v>
                </c:pt>
                <c:pt idx="929">
                  <c:v>7</c:v>
                </c:pt>
                <c:pt idx="930">
                  <c:v>10</c:v>
                </c:pt>
                <c:pt idx="931">
                  <c:v>10</c:v>
                </c:pt>
                <c:pt idx="932">
                  <c:v>11</c:v>
                </c:pt>
                <c:pt idx="933">
                  <c:v>10</c:v>
                </c:pt>
                <c:pt idx="934">
                  <c:v>10</c:v>
                </c:pt>
                <c:pt idx="935">
                  <c:v>9</c:v>
                </c:pt>
                <c:pt idx="936">
                  <c:v>12</c:v>
                </c:pt>
                <c:pt idx="937">
                  <c:v>11</c:v>
                </c:pt>
                <c:pt idx="938">
                  <c:v>6</c:v>
                </c:pt>
                <c:pt idx="939">
                  <c:v>12</c:v>
                </c:pt>
                <c:pt idx="940">
                  <c:v>6</c:v>
                </c:pt>
                <c:pt idx="941">
                  <c:v>9</c:v>
                </c:pt>
                <c:pt idx="942">
                  <c:v>10</c:v>
                </c:pt>
                <c:pt idx="943">
                  <c:v>11</c:v>
                </c:pt>
                <c:pt idx="944">
                  <c:v>13</c:v>
                </c:pt>
                <c:pt idx="945">
                  <c:v>12</c:v>
                </c:pt>
                <c:pt idx="946">
                  <c:v>7</c:v>
                </c:pt>
                <c:pt idx="947">
                  <c:v>10</c:v>
                </c:pt>
                <c:pt idx="948">
                  <c:v>6</c:v>
                </c:pt>
                <c:pt idx="949">
                  <c:v>17</c:v>
                </c:pt>
                <c:pt idx="950">
                  <c:v>5</c:v>
                </c:pt>
                <c:pt idx="951">
                  <c:v>19</c:v>
                </c:pt>
                <c:pt idx="952">
                  <c:v>10</c:v>
                </c:pt>
                <c:pt idx="953">
                  <c:v>8</c:v>
                </c:pt>
                <c:pt idx="954">
                  <c:v>8</c:v>
                </c:pt>
                <c:pt idx="955">
                  <c:v>11</c:v>
                </c:pt>
                <c:pt idx="956">
                  <c:v>9</c:v>
                </c:pt>
                <c:pt idx="957">
                  <c:v>10</c:v>
                </c:pt>
                <c:pt idx="958">
                  <c:v>21</c:v>
                </c:pt>
                <c:pt idx="959">
                  <c:v>17</c:v>
                </c:pt>
                <c:pt idx="960">
                  <c:v>9</c:v>
                </c:pt>
                <c:pt idx="961">
                  <c:v>11</c:v>
                </c:pt>
                <c:pt idx="962">
                  <c:v>6</c:v>
                </c:pt>
                <c:pt idx="963">
                  <c:v>7</c:v>
                </c:pt>
                <c:pt idx="964">
                  <c:v>8</c:v>
                </c:pt>
                <c:pt idx="965">
                  <c:v>11</c:v>
                </c:pt>
                <c:pt idx="966">
                  <c:v>9</c:v>
                </c:pt>
                <c:pt idx="967">
                  <c:v>11</c:v>
                </c:pt>
                <c:pt idx="968">
                  <c:v>7</c:v>
                </c:pt>
                <c:pt idx="969">
                  <c:v>11</c:v>
                </c:pt>
                <c:pt idx="970">
                  <c:v>15</c:v>
                </c:pt>
                <c:pt idx="971">
                  <c:v>6</c:v>
                </c:pt>
                <c:pt idx="972">
                  <c:v>6</c:v>
                </c:pt>
                <c:pt idx="973">
                  <c:v>9</c:v>
                </c:pt>
                <c:pt idx="974">
                  <c:v>12</c:v>
                </c:pt>
                <c:pt idx="975">
                  <c:v>8</c:v>
                </c:pt>
                <c:pt idx="976">
                  <c:v>7</c:v>
                </c:pt>
                <c:pt idx="977">
                  <c:v>14</c:v>
                </c:pt>
                <c:pt idx="978">
                  <c:v>8</c:v>
                </c:pt>
                <c:pt idx="979">
                  <c:v>7</c:v>
                </c:pt>
                <c:pt idx="980">
                  <c:v>7</c:v>
                </c:pt>
                <c:pt idx="981">
                  <c:v>8</c:v>
                </c:pt>
                <c:pt idx="982">
                  <c:v>9</c:v>
                </c:pt>
                <c:pt idx="983">
                  <c:v>10</c:v>
                </c:pt>
                <c:pt idx="984">
                  <c:v>7</c:v>
                </c:pt>
                <c:pt idx="985">
                  <c:v>11</c:v>
                </c:pt>
                <c:pt idx="986">
                  <c:v>8</c:v>
                </c:pt>
                <c:pt idx="987">
                  <c:v>7</c:v>
                </c:pt>
                <c:pt idx="988">
                  <c:v>11</c:v>
                </c:pt>
                <c:pt idx="989">
                  <c:v>10</c:v>
                </c:pt>
                <c:pt idx="990">
                  <c:v>6</c:v>
                </c:pt>
                <c:pt idx="991">
                  <c:v>6</c:v>
                </c:pt>
                <c:pt idx="992">
                  <c:v>14</c:v>
                </c:pt>
                <c:pt idx="993">
                  <c:v>8</c:v>
                </c:pt>
                <c:pt idx="994">
                  <c:v>8</c:v>
                </c:pt>
                <c:pt idx="995">
                  <c:v>10</c:v>
                </c:pt>
                <c:pt idx="996">
                  <c:v>14</c:v>
                </c:pt>
                <c:pt idx="997">
                  <c:v>11</c:v>
                </c:pt>
                <c:pt idx="998">
                  <c:v>10</c:v>
                </c:pt>
                <c:pt idx="999">
                  <c:v>11</c:v>
                </c:pt>
                <c:pt idx="1000">
                  <c:v>7</c:v>
                </c:pt>
                <c:pt idx="1001">
                  <c:v>8</c:v>
                </c:pt>
                <c:pt idx="1002">
                  <c:v>17</c:v>
                </c:pt>
                <c:pt idx="1003">
                  <c:v>10</c:v>
                </c:pt>
                <c:pt idx="1004">
                  <c:v>13</c:v>
                </c:pt>
                <c:pt idx="1005">
                  <c:v>7</c:v>
                </c:pt>
                <c:pt idx="1006">
                  <c:v>11</c:v>
                </c:pt>
                <c:pt idx="1007">
                  <c:v>15</c:v>
                </c:pt>
                <c:pt idx="1008">
                  <c:v>6</c:v>
                </c:pt>
                <c:pt idx="1009">
                  <c:v>9</c:v>
                </c:pt>
                <c:pt idx="1010">
                  <c:v>7</c:v>
                </c:pt>
                <c:pt idx="1011">
                  <c:v>11</c:v>
                </c:pt>
                <c:pt idx="1012">
                  <c:v>10</c:v>
                </c:pt>
                <c:pt idx="1013">
                  <c:v>12</c:v>
                </c:pt>
                <c:pt idx="1014">
                  <c:v>4</c:v>
                </c:pt>
                <c:pt idx="1015">
                  <c:v>8</c:v>
                </c:pt>
                <c:pt idx="1016">
                  <c:v>11</c:v>
                </c:pt>
                <c:pt idx="1017">
                  <c:v>8</c:v>
                </c:pt>
                <c:pt idx="1018">
                  <c:v>21</c:v>
                </c:pt>
                <c:pt idx="1019">
                  <c:v>10</c:v>
                </c:pt>
                <c:pt idx="1020">
                  <c:v>7</c:v>
                </c:pt>
                <c:pt idx="1021">
                  <c:v>12</c:v>
                </c:pt>
                <c:pt idx="1022">
                  <c:v>9</c:v>
                </c:pt>
                <c:pt idx="1023">
                  <c:v>7</c:v>
                </c:pt>
                <c:pt idx="1024">
                  <c:v>6</c:v>
                </c:pt>
                <c:pt idx="1025">
                  <c:v>9</c:v>
                </c:pt>
                <c:pt idx="1026">
                  <c:v>10</c:v>
                </c:pt>
                <c:pt idx="1027">
                  <c:v>10</c:v>
                </c:pt>
                <c:pt idx="1028">
                  <c:v>15</c:v>
                </c:pt>
                <c:pt idx="1029">
                  <c:v>11</c:v>
                </c:pt>
                <c:pt idx="1030">
                  <c:v>7</c:v>
                </c:pt>
                <c:pt idx="1031">
                  <c:v>12</c:v>
                </c:pt>
                <c:pt idx="1032">
                  <c:v>10</c:v>
                </c:pt>
                <c:pt idx="1033">
                  <c:v>15</c:v>
                </c:pt>
                <c:pt idx="1034">
                  <c:v>8</c:v>
                </c:pt>
                <c:pt idx="1035">
                  <c:v>9</c:v>
                </c:pt>
                <c:pt idx="1036">
                  <c:v>4</c:v>
                </c:pt>
                <c:pt idx="1037">
                  <c:v>9</c:v>
                </c:pt>
                <c:pt idx="1038">
                  <c:v>19</c:v>
                </c:pt>
                <c:pt idx="1039">
                  <c:v>13</c:v>
                </c:pt>
                <c:pt idx="1040">
                  <c:v>7</c:v>
                </c:pt>
                <c:pt idx="1041">
                  <c:v>12</c:v>
                </c:pt>
                <c:pt idx="1042">
                  <c:v>13</c:v>
                </c:pt>
                <c:pt idx="1043">
                  <c:v>3</c:v>
                </c:pt>
                <c:pt idx="1044">
                  <c:v>6</c:v>
                </c:pt>
                <c:pt idx="1045">
                  <c:v>6</c:v>
                </c:pt>
                <c:pt idx="1046">
                  <c:v>11</c:v>
                </c:pt>
                <c:pt idx="1047">
                  <c:v>9</c:v>
                </c:pt>
                <c:pt idx="1048">
                  <c:v>9</c:v>
                </c:pt>
                <c:pt idx="1049">
                  <c:v>16</c:v>
                </c:pt>
                <c:pt idx="1050">
                  <c:v>9</c:v>
                </c:pt>
                <c:pt idx="1051">
                  <c:v>10</c:v>
                </c:pt>
                <c:pt idx="1052">
                  <c:v>10</c:v>
                </c:pt>
                <c:pt idx="1053">
                  <c:v>9</c:v>
                </c:pt>
                <c:pt idx="1054">
                  <c:v>14</c:v>
                </c:pt>
                <c:pt idx="1055">
                  <c:v>9</c:v>
                </c:pt>
                <c:pt idx="1056">
                  <c:v>16</c:v>
                </c:pt>
                <c:pt idx="1057">
                  <c:v>14</c:v>
                </c:pt>
                <c:pt idx="1058">
                  <c:v>12</c:v>
                </c:pt>
                <c:pt idx="1059">
                  <c:v>9</c:v>
                </c:pt>
                <c:pt idx="1060">
                  <c:v>9</c:v>
                </c:pt>
                <c:pt idx="1061">
                  <c:v>9</c:v>
                </c:pt>
                <c:pt idx="1062">
                  <c:v>13</c:v>
                </c:pt>
                <c:pt idx="1063">
                  <c:v>9</c:v>
                </c:pt>
                <c:pt idx="1064">
                  <c:v>9</c:v>
                </c:pt>
                <c:pt idx="1065">
                  <c:v>11</c:v>
                </c:pt>
                <c:pt idx="1066">
                  <c:v>10</c:v>
                </c:pt>
                <c:pt idx="1067">
                  <c:v>9</c:v>
                </c:pt>
                <c:pt idx="1068">
                  <c:v>19</c:v>
                </c:pt>
                <c:pt idx="1069">
                  <c:v>9</c:v>
                </c:pt>
                <c:pt idx="1070">
                  <c:v>10</c:v>
                </c:pt>
                <c:pt idx="1071">
                  <c:v>4</c:v>
                </c:pt>
                <c:pt idx="1072">
                  <c:v>8</c:v>
                </c:pt>
                <c:pt idx="1073">
                  <c:v>8</c:v>
                </c:pt>
                <c:pt idx="1074">
                  <c:v>10</c:v>
                </c:pt>
                <c:pt idx="1075">
                  <c:v>13</c:v>
                </c:pt>
                <c:pt idx="1076">
                  <c:v>11</c:v>
                </c:pt>
                <c:pt idx="1077">
                  <c:v>8</c:v>
                </c:pt>
                <c:pt idx="1078">
                  <c:v>7</c:v>
                </c:pt>
                <c:pt idx="1079">
                  <c:v>8</c:v>
                </c:pt>
                <c:pt idx="1080">
                  <c:v>9</c:v>
                </c:pt>
                <c:pt idx="1081">
                  <c:v>19</c:v>
                </c:pt>
                <c:pt idx="1082">
                  <c:v>5</c:v>
                </c:pt>
                <c:pt idx="1083">
                  <c:v>10</c:v>
                </c:pt>
                <c:pt idx="1084">
                  <c:v>9</c:v>
                </c:pt>
                <c:pt idx="1085">
                  <c:v>11</c:v>
                </c:pt>
                <c:pt idx="1086">
                  <c:v>9</c:v>
                </c:pt>
                <c:pt idx="1087">
                  <c:v>7</c:v>
                </c:pt>
                <c:pt idx="1088">
                  <c:v>8</c:v>
                </c:pt>
                <c:pt idx="1089">
                  <c:v>10</c:v>
                </c:pt>
                <c:pt idx="1090">
                  <c:v>9</c:v>
                </c:pt>
                <c:pt idx="1091">
                  <c:v>11</c:v>
                </c:pt>
                <c:pt idx="1092">
                  <c:v>6</c:v>
                </c:pt>
                <c:pt idx="1093">
                  <c:v>15</c:v>
                </c:pt>
                <c:pt idx="1094">
                  <c:v>11</c:v>
                </c:pt>
                <c:pt idx="1095">
                  <c:v>8</c:v>
                </c:pt>
                <c:pt idx="1096">
                  <c:v>12</c:v>
                </c:pt>
                <c:pt idx="1097">
                  <c:v>11</c:v>
                </c:pt>
                <c:pt idx="1098">
                  <c:v>10</c:v>
                </c:pt>
                <c:pt idx="1099">
                  <c:v>9</c:v>
                </c:pt>
                <c:pt idx="1100">
                  <c:v>9</c:v>
                </c:pt>
                <c:pt idx="1101">
                  <c:v>9</c:v>
                </c:pt>
                <c:pt idx="1102">
                  <c:v>7</c:v>
                </c:pt>
                <c:pt idx="1103">
                  <c:v>7</c:v>
                </c:pt>
                <c:pt idx="1104">
                  <c:v>8</c:v>
                </c:pt>
                <c:pt idx="1105">
                  <c:v>12</c:v>
                </c:pt>
                <c:pt idx="1106">
                  <c:v>10</c:v>
                </c:pt>
                <c:pt idx="1107">
                  <c:v>9</c:v>
                </c:pt>
                <c:pt idx="1108">
                  <c:v>14</c:v>
                </c:pt>
                <c:pt idx="1109">
                  <c:v>12</c:v>
                </c:pt>
                <c:pt idx="1110">
                  <c:v>9</c:v>
                </c:pt>
                <c:pt idx="1111">
                  <c:v>17</c:v>
                </c:pt>
                <c:pt idx="1112">
                  <c:v>11</c:v>
                </c:pt>
                <c:pt idx="1113">
                  <c:v>8</c:v>
                </c:pt>
                <c:pt idx="1114">
                  <c:v>15</c:v>
                </c:pt>
                <c:pt idx="1115">
                  <c:v>10</c:v>
                </c:pt>
                <c:pt idx="1116">
                  <c:v>10</c:v>
                </c:pt>
                <c:pt idx="1117">
                  <c:v>7</c:v>
                </c:pt>
                <c:pt idx="1118">
                  <c:v>13</c:v>
                </c:pt>
                <c:pt idx="1119">
                  <c:v>9</c:v>
                </c:pt>
                <c:pt idx="1120">
                  <c:v>10</c:v>
                </c:pt>
                <c:pt idx="1121">
                  <c:v>9</c:v>
                </c:pt>
                <c:pt idx="1122">
                  <c:v>10</c:v>
                </c:pt>
                <c:pt idx="1123">
                  <c:v>14</c:v>
                </c:pt>
                <c:pt idx="1124">
                  <c:v>6</c:v>
                </c:pt>
                <c:pt idx="1125">
                  <c:v>13</c:v>
                </c:pt>
                <c:pt idx="1126">
                  <c:v>5</c:v>
                </c:pt>
                <c:pt idx="1127">
                  <c:v>14</c:v>
                </c:pt>
                <c:pt idx="1128">
                  <c:v>8</c:v>
                </c:pt>
                <c:pt idx="1129">
                  <c:v>15</c:v>
                </c:pt>
                <c:pt idx="1130">
                  <c:v>11</c:v>
                </c:pt>
                <c:pt idx="1131">
                  <c:v>17</c:v>
                </c:pt>
                <c:pt idx="1132">
                  <c:v>8</c:v>
                </c:pt>
                <c:pt idx="1133">
                  <c:v>9</c:v>
                </c:pt>
                <c:pt idx="1134">
                  <c:v>18</c:v>
                </c:pt>
                <c:pt idx="1135">
                  <c:v>7</c:v>
                </c:pt>
                <c:pt idx="1136">
                  <c:v>14</c:v>
                </c:pt>
                <c:pt idx="1137">
                  <c:v>9</c:v>
                </c:pt>
                <c:pt idx="1138">
                  <c:v>9</c:v>
                </c:pt>
                <c:pt idx="1139">
                  <c:v>11</c:v>
                </c:pt>
                <c:pt idx="1140">
                  <c:v>10</c:v>
                </c:pt>
                <c:pt idx="1141">
                  <c:v>10</c:v>
                </c:pt>
                <c:pt idx="1142">
                  <c:v>14</c:v>
                </c:pt>
                <c:pt idx="1143">
                  <c:v>8</c:v>
                </c:pt>
                <c:pt idx="1144">
                  <c:v>12</c:v>
                </c:pt>
                <c:pt idx="1145">
                  <c:v>9</c:v>
                </c:pt>
                <c:pt idx="1146">
                  <c:v>4</c:v>
                </c:pt>
                <c:pt idx="1147">
                  <c:v>10</c:v>
                </c:pt>
                <c:pt idx="1148">
                  <c:v>14</c:v>
                </c:pt>
                <c:pt idx="1149">
                  <c:v>7</c:v>
                </c:pt>
                <c:pt idx="1150">
                  <c:v>10</c:v>
                </c:pt>
                <c:pt idx="1151">
                  <c:v>10</c:v>
                </c:pt>
                <c:pt idx="1152">
                  <c:v>11</c:v>
                </c:pt>
                <c:pt idx="1153">
                  <c:v>7</c:v>
                </c:pt>
                <c:pt idx="1154">
                  <c:v>6</c:v>
                </c:pt>
                <c:pt idx="1155">
                  <c:v>11</c:v>
                </c:pt>
                <c:pt idx="1156">
                  <c:v>10</c:v>
                </c:pt>
                <c:pt idx="1157">
                  <c:v>12</c:v>
                </c:pt>
                <c:pt idx="1158">
                  <c:v>10</c:v>
                </c:pt>
                <c:pt idx="1159">
                  <c:v>9</c:v>
                </c:pt>
                <c:pt idx="1160">
                  <c:v>9</c:v>
                </c:pt>
                <c:pt idx="1161">
                  <c:v>18</c:v>
                </c:pt>
                <c:pt idx="1162">
                  <c:v>12</c:v>
                </c:pt>
                <c:pt idx="1163">
                  <c:v>8</c:v>
                </c:pt>
                <c:pt idx="1164">
                  <c:v>8</c:v>
                </c:pt>
                <c:pt idx="1165">
                  <c:v>5</c:v>
                </c:pt>
                <c:pt idx="1166">
                  <c:v>8</c:v>
                </c:pt>
                <c:pt idx="1167">
                  <c:v>11</c:v>
                </c:pt>
                <c:pt idx="1168">
                  <c:v>7</c:v>
                </c:pt>
                <c:pt idx="1169">
                  <c:v>8</c:v>
                </c:pt>
                <c:pt idx="1170">
                  <c:v>6</c:v>
                </c:pt>
                <c:pt idx="1171">
                  <c:v>8</c:v>
                </c:pt>
                <c:pt idx="1172">
                  <c:v>8</c:v>
                </c:pt>
                <c:pt idx="1173">
                  <c:v>10</c:v>
                </c:pt>
                <c:pt idx="1174">
                  <c:v>10</c:v>
                </c:pt>
                <c:pt idx="1175">
                  <c:v>12</c:v>
                </c:pt>
                <c:pt idx="1176">
                  <c:v>10</c:v>
                </c:pt>
                <c:pt idx="1177">
                  <c:v>12</c:v>
                </c:pt>
                <c:pt idx="1178">
                  <c:v>9</c:v>
                </c:pt>
                <c:pt idx="1179">
                  <c:v>4</c:v>
                </c:pt>
                <c:pt idx="1180">
                  <c:v>8</c:v>
                </c:pt>
                <c:pt idx="1181">
                  <c:v>10</c:v>
                </c:pt>
                <c:pt idx="1182">
                  <c:v>9</c:v>
                </c:pt>
                <c:pt idx="1183">
                  <c:v>10</c:v>
                </c:pt>
                <c:pt idx="1184">
                  <c:v>8</c:v>
                </c:pt>
                <c:pt idx="1185">
                  <c:v>6</c:v>
                </c:pt>
                <c:pt idx="1186">
                  <c:v>9</c:v>
                </c:pt>
                <c:pt idx="1187">
                  <c:v>13</c:v>
                </c:pt>
                <c:pt idx="1188">
                  <c:v>7</c:v>
                </c:pt>
                <c:pt idx="1189">
                  <c:v>9</c:v>
                </c:pt>
                <c:pt idx="1190">
                  <c:v>7</c:v>
                </c:pt>
                <c:pt idx="1191">
                  <c:v>8</c:v>
                </c:pt>
                <c:pt idx="1192">
                  <c:v>10</c:v>
                </c:pt>
                <c:pt idx="1193">
                  <c:v>11</c:v>
                </c:pt>
                <c:pt idx="1194">
                  <c:v>11</c:v>
                </c:pt>
                <c:pt idx="1195">
                  <c:v>11</c:v>
                </c:pt>
                <c:pt idx="1196">
                  <c:v>10</c:v>
                </c:pt>
                <c:pt idx="1197">
                  <c:v>8</c:v>
                </c:pt>
                <c:pt idx="1198">
                  <c:v>10</c:v>
                </c:pt>
                <c:pt idx="1199">
                  <c:v>9</c:v>
                </c:pt>
                <c:pt idx="1200">
                  <c:v>13</c:v>
                </c:pt>
                <c:pt idx="1201">
                  <c:v>12</c:v>
                </c:pt>
                <c:pt idx="1202">
                  <c:v>11</c:v>
                </c:pt>
                <c:pt idx="1203">
                  <c:v>8</c:v>
                </c:pt>
                <c:pt idx="1204">
                  <c:v>21</c:v>
                </c:pt>
                <c:pt idx="1205">
                  <c:v>7</c:v>
                </c:pt>
                <c:pt idx="1206">
                  <c:v>11</c:v>
                </c:pt>
                <c:pt idx="1207">
                  <c:v>8</c:v>
                </c:pt>
                <c:pt idx="1208">
                  <c:v>7</c:v>
                </c:pt>
                <c:pt idx="1209">
                  <c:v>10</c:v>
                </c:pt>
                <c:pt idx="1210">
                  <c:v>9</c:v>
                </c:pt>
                <c:pt idx="1211">
                  <c:v>9</c:v>
                </c:pt>
                <c:pt idx="1212">
                  <c:v>6</c:v>
                </c:pt>
                <c:pt idx="1213">
                  <c:v>9</c:v>
                </c:pt>
                <c:pt idx="1214">
                  <c:v>11</c:v>
                </c:pt>
                <c:pt idx="1215">
                  <c:v>11</c:v>
                </c:pt>
                <c:pt idx="1216">
                  <c:v>14</c:v>
                </c:pt>
                <c:pt idx="1217">
                  <c:v>9</c:v>
                </c:pt>
                <c:pt idx="1218">
                  <c:v>9</c:v>
                </c:pt>
                <c:pt idx="1219">
                  <c:v>6</c:v>
                </c:pt>
                <c:pt idx="1220">
                  <c:v>11</c:v>
                </c:pt>
                <c:pt idx="1221">
                  <c:v>9</c:v>
                </c:pt>
                <c:pt idx="1222">
                  <c:v>11</c:v>
                </c:pt>
                <c:pt idx="1223">
                  <c:v>9</c:v>
                </c:pt>
                <c:pt idx="1224">
                  <c:v>9</c:v>
                </c:pt>
                <c:pt idx="1225">
                  <c:v>5</c:v>
                </c:pt>
                <c:pt idx="1226">
                  <c:v>10</c:v>
                </c:pt>
                <c:pt idx="1227">
                  <c:v>6</c:v>
                </c:pt>
                <c:pt idx="1228">
                  <c:v>9</c:v>
                </c:pt>
                <c:pt idx="1229">
                  <c:v>8</c:v>
                </c:pt>
                <c:pt idx="1230">
                  <c:v>11</c:v>
                </c:pt>
                <c:pt idx="1231">
                  <c:v>13</c:v>
                </c:pt>
                <c:pt idx="1232">
                  <c:v>12</c:v>
                </c:pt>
                <c:pt idx="1233">
                  <c:v>10</c:v>
                </c:pt>
                <c:pt idx="1234">
                  <c:v>10</c:v>
                </c:pt>
                <c:pt idx="1235">
                  <c:v>6</c:v>
                </c:pt>
                <c:pt idx="1236">
                  <c:v>10</c:v>
                </c:pt>
                <c:pt idx="1237">
                  <c:v>15</c:v>
                </c:pt>
                <c:pt idx="1238">
                  <c:v>7</c:v>
                </c:pt>
                <c:pt idx="1239">
                  <c:v>16</c:v>
                </c:pt>
                <c:pt idx="1240">
                  <c:v>8</c:v>
                </c:pt>
                <c:pt idx="1241">
                  <c:v>16</c:v>
                </c:pt>
                <c:pt idx="1242">
                  <c:v>12</c:v>
                </c:pt>
                <c:pt idx="1243">
                  <c:v>10</c:v>
                </c:pt>
                <c:pt idx="1244">
                  <c:v>16</c:v>
                </c:pt>
                <c:pt idx="1245">
                  <c:v>10</c:v>
                </c:pt>
                <c:pt idx="1246">
                  <c:v>10</c:v>
                </c:pt>
                <c:pt idx="1247">
                  <c:v>6</c:v>
                </c:pt>
                <c:pt idx="1248">
                  <c:v>10</c:v>
                </c:pt>
                <c:pt idx="1249">
                  <c:v>8</c:v>
                </c:pt>
                <c:pt idx="1250">
                  <c:v>11</c:v>
                </c:pt>
                <c:pt idx="1251">
                  <c:v>12</c:v>
                </c:pt>
                <c:pt idx="1252">
                  <c:v>10</c:v>
                </c:pt>
                <c:pt idx="1253">
                  <c:v>11</c:v>
                </c:pt>
                <c:pt idx="1254">
                  <c:v>8</c:v>
                </c:pt>
                <c:pt idx="1255">
                  <c:v>13</c:v>
                </c:pt>
                <c:pt idx="1256">
                  <c:v>9</c:v>
                </c:pt>
                <c:pt idx="1257">
                  <c:v>14</c:v>
                </c:pt>
                <c:pt idx="1258">
                  <c:v>10</c:v>
                </c:pt>
                <c:pt idx="1259">
                  <c:v>9</c:v>
                </c:pt>
                <c:pt idx="1260">
                  <c:v>9</c:v>
                </c:pt>
                <c:pt idx="1261">
                  <c:v>9</c:v>
                </c:pt>
                <c:pt idx="1262">
                  <c:v>12</c:v>
                </c:pt>
                <c:pt idx="1263">
                  <c:v>10</c:v>
                </c:pt>
                <c:pt idx="1264">
                  <c:v>12</c:v>
                </c:pt>
                <c:pt idx="1265">
                  <c:v>9</c:v>
                </c:pt>
                <c:pt idx="1266">
                  <c:v>11</c:v>
                </c:pt>
                <c:pt idx="1267">
                  <c:v>10</c:v>
                </c:pt>
                <c:pt idx="1268">
                  <c:v>11</c:v>
                </c:pt>
                <c:pt idx="1269">
                  <c:v>8</c:v>
                </c:pt>
                <c:pt idx="1270">
                  <c:v>9</c:v>
                </c:pt>
                <c:pt idx="1271">
                  <c:v>8</c:v>
                </c:pt>
                <c:pt idx="1272">
                  <c:v>18</c:v>
                </c:pt>
                <c:pt idx="1273">
                  <c:v>5</c:v>
                </c:pt>
                <c:pt idx="1274">
                  <c:v>15</c:v>
                </c:pt>
                <c:pt idx="1275">
                  <c:v>7</c:v>
                </c:pt>
                <c:pt idx="1276">
                  <c:v>9</c:v>
                </c:pt>
                <c:pt idx="1277">
                  <c:v>8</c:v>
                </c:pt>
                <c:pt idx="1278">
                  <c:v>10</c:v>
                </c:pt>
                <c:pt idx="1279">
                  <c:v>7</c:v>
                </c:pt>
                <c:pt idx="1280">
                  <c:v>11</c:v>
                </c:pt>
                <c:pt idx="1281">
                  <c:v>14</c:v>
                </c:pt>
                <c:pt idx="1282">
                  <c:v>7</c:v>
                </c:pt>
                <c:pt idx="1283">
                  <c:v>12</c:v>
                </c:pt>
                <c:pt idx="1284">
                  <c:v>11</c:v>
                </c:pt>
                <c:pt idx="1285">
                  <c:v>6</c:v>
                </c:pt>
                <c:pt idx="1286">
                  <c:v>8</c:v>
                </c:pt>
                <c:pt idx="1287">
                  <c:v>17</c:v>
                </c:pt>
                <c:pt idx="1288">
                  <c:v>11</c:v>
                </c:pt>
                <c:pt idx="1289">
                  <c:v>10</c:v>
                </c:pt>
                <c:pt idx="1290">
                  <c:v>12</c:v>
                </c:pt>
                <c:pt idx="1291">
                  <c:v>10</c:v>
                </c:pt>
                <c:pt idx="1292">
                  <c:v>8</c:v>
                </c:pt>
                <c:pt idx="1293">
                  <c:v>9</c:v>
                </c:pt>
                <c:pt idx="1294">
                  <c:v>6</c:v>
                </c:pt>
                <c:pt idx="1295">
                  <c:v>15</c:v>
                </c:pt>
                <c:pt idx="1296">
                  <c:v>13</c:v>
                </c:pt>
                <c:pt idx="1297">
                  <c:v>7</c:v>
                </c:pt>
                <c:pt idx="1298">
                  <c:v>14</c:v>
                </c:pt>
                <c:pt idx="1299">
                  <c:v>10</c:v>
                </c:pt>
                <c:pt idx="1300">
                  <c:v>8</c:v>
                </c:pt>
                <c:pt idx="1301">
                  <c:v>12</c:v>
                </c:pt>
                <c:pt idx="1302">
                  <c:v>10</c:v>
                </c:pt>
                <c:pt idx="1303">
                  <c:v>8</c:v>
                </c:pt>
                <c:pt idx="1304">
                  <c:v>12</c:v>
                </c:pt>
                <c:pt idx="1305">
                  <c:v>3</c:v>
                </c:pt>
                <c:pt idx="1306">
                  <c:v>5</c:v>
                </c:pt>
                <c:pt idx="1307">
                  <c:v>10</c:v>
                </c:pt>
                <c:pt idx="1308">
                  <c:v>7</c:v>
                </c:pt>
                <c:pt idx="1309">
                  <c:v>12</c:v>
                </c:pt>
                <c:pt idx="1310">
                  <c:v>8</c:v>
                </c:pt>
                <c:pt idx="1311">
                  <c:v>7</c:v>
                </c:pt>
                <c:pt idx="1312">
                  <c:v>8</c:v>
                </c:pt>
                <c:pt idx="1313">
                  <c:v>5</c:v>
                </c:pt>
                <c:pt idx="1314">
                  <c:v>10</c:v>
                </c:pt>
                <c:pt idx="1315">
                  <c:v>7</c:v>
                </c:pt>
                <c:pt idx="1316">
                  <c:v>14</c:v>
                </c:pt>
                <c:pt idx="1317">
                  <c:v>8</c:v>
                </c:pt>
                <c:pt idx="1318">
                  <c:v>11</c:v>
                </c:pt>
                <c:pt idx="1319">
                  <c:v>12</c:v>
                </c:pt>
                <c:pt idx="1320">
                  <c:v>9</c:v>
                </c:pt>
                <c:pt idx="1321">
                  <c:v>8</c:v>
                </c:pt>
                <c:pt idx="1322">
                  <c:v>13</c:v>
                </c:pt>
                <c:pt idx="1323">
                  <c:v>8</c:v>
                </c:pt>
                <c:pt idx="1324">
                  <c:v>9</c:v>
                </c:pt>
                <c:pt idx="1325">
                  <c:v>10</c:v>
                </c:pt>
                <c:pt idx="1326">
                  <c:v>15</c:v>
                </c:pt>
                <c:pt idx="1327">
                  <c:v>7</c:v>
                </c:pt>
                <c:pt idx="1328">
                  <c:v>7</c:v>
                </c:pt>
                <c:pt idx="1329">
                  <c:v>16</c:v>
                </c:pt>
                <c:pt idx="1330">
                  <c:v>8</c:v>
                </c:pt>
                <c:pt idx="1331">
                  <c:v>18</c:v>
                </c:pt>
                <c:pt idx="1332">
                  <c:v>6</c:v>
                </c:pt>
                <c:pt idx="1333">
                  <c:v>10</c:v>
                </c:pt>
                <c:pt idx="1334">
                  <c:v>11</c:v>
                </c:pt>
                <c:pt idx="1335">
                  <c:v>9</c:v>
                </c:pt>
                <c:pt idx="1336">
                  <c:v>14</c:v>
                </c:pt>
                <c:pt idx="1337">
                  <c:v>10</c:v>
                </c:pt>
                <c:pt idx="1338">
                  <c:v>11</c:v>
                </c:pt>
                <c:pt idx="1339">
                  <c:v>9</c:v>
                </c:pt>
                <c:pt idx="1340">
                  <c:v>10</c:v>
                </c:pt>
                <c:pt idx="1341">
                  <c:v>9</c:v>
                </c:pt>
                <c:pt idx="1342">
                  <c:v>10</c:v>
                </c:pt>
                <c:pt idx="1343">
                  <c:v>11</c:v>
                </c:pt>
                <c:pt idx="1344">
                  <c:v>10</c:v>
                </c:pt>
                <c:pt idx="1345">
                  <c:v>8</c:v>
                </c:pt>
                <c:pt idx="1346">
                  <c:v>9</c:v>
                </c:pt>
                <c:pt idx="1347">
                  <c:v>8</c:v>
                </c:pt>
                <c:pt idx="1348">
                  <c:v>12</c:v>
                </c:pt>
                <c:pt idx="1349">
                  <c:v>7</c:v>
                </c:pt>
                <c:pt idx="1350">
                  <c:v>9</c:v>
                </c:pt>
                <c:pt idx="1351">
                  <c:v>9</c:v>
                </c:pt>
                <c:pt idx="1352">
                  <c:v>9</c:v>
                </c:pt>
                <c:pt idx="1353">
                  <c:v>9</c:v>
                </c:pt>
                <c:pt idx="1354">
                  <c:v>11</c:v>
                </c:pt>
                <c:pt idx="1355">
                  <c:v>8</c:v>
                </c:pt>
                <c:pt idx="1356">
                  <c:v>7</c:v>
                </c:pt>
                <c:pt idx="1357">
                  <c:v>7</c:v>
                </c:pt>
                <c:pt idx="1358">
                  <c:v>10</c:v>
                </c:pt>
                <c:pt idx="1359">
                  <c:v>16</c:v>
                </c:pt>
                <c:pt idx="1360">
                  <c:v>10</c:v>
                </c:pt>
                <c:pt idx="1361">
                  <c:v>9</c:v>
                </c:pt>
                <c:pt idx="1362">
                  <c:v>7</c:v>
                </c:pt>
                <c:pt idx="1363">
                  <c:v>16</c:v>
                </c:pt>
                <c:pt idx="1364">
                  <c:v>7</c:v>
                </c:pt>
                <c:pt idx="1365">
                  <c:v>11</c:v>
                </c:pt>
                <c:pt idx="1366">
                  <c:v>9</c:v>
                </c:pt>
                <c:pt idx="1367">
                  <c:v>9</c:v>
                </c:pt>
                <c:pt idx="1368">
                  <c:v>11</c:v>
                </c:pt>
                <c:pt idx="1369">
                  <c:v>13</c:v>
                </c:pt>
                <c:pt idx="1370">
                  <c:v>7</c:v>
                </c:pt>
                <c:pt idx="1371">
                  <c:v>7</c:v>
                </c:pt>
                <c:pt idx="1372">
                  <c:v>10</c:v>
                </c:pt>
                <c:pt idx="1373">
                  <c:v>14</c:v>
                </c:pt>
                <c:pt idx="1374">
                  <c:v>9</c:v>
                </c:pt>
                <c:pt idx="1375">
                  <c:v>14</c:v>
                </c:pt>
                <c:pt idx="1376">
                  <c:v>11</c:v>
                </c:pt>
                <c:pt idx="1377">
                  <c:v>9</c:v>
                </c:pt>
                <c:pt idx="1378">
                  <c:v>8</c:v>
                </c:pt>
                <c:pt idx="1379">
                  <c:v>9</c:v>
                </c:pt>
                <c:pt idx="1380">
                  <c:v>10</c:v>
                </c:pt>
                <c:pt idx="1381">
                  <c:v>11</c:v>
                </c:pt>
                <c:pt idx="1382">
                  <c:v>12</c:v>
                </c:pt>
                <c:pt idx="1383">
                  <c:v>12</c:v>
                </c:pt>
                <c:pt idx="1384">
                  <c:v>7</c:v>
                </c:pt>
                <c:pt idx="1385">
                  <c:v>8</c:v>
                </c:pt>
                <c:pt idx="1386">
                  <c:v>11</c:v>
                </c:pt>
                <c:pt idx="1387">
                  <c:v>12</c:v>
                </c:pt>
                <c:pt idx="1388">
                  <c:v>11</c:v>
                </c:pt>
                <c:pt idx="1389">
                  <c:v>9</c:v>
                </c:pt>
                <c:pt idx="1390">
                  <c:v>8</c:v>
                </c:pt>
                <c:pt idx="1391">
                  <c:v>19</c:v>
                </c:pt>
                <c:pt idx="1392">
                  <c:v>8</c:v>
                </c:pt>
                <c:pt idx="1393">
                  <c:v>12</c:v>
                </c:pt>
                <c:pt idx="1394">
                  <c:v>12</c:v>
                </c:pt>
                <c:pt idx="1395">
                  <c:v>5</c:v>
                </c:pt>
                <c:pt idx="1396">
                  <c:v>12</c:v>
                </c:pt>
                <c:pt idx="1397">
                  <c:v>9</c:v>
                </c:pt>
                <c:pt idx="1398">
                  <c:v>12</c:v>
                </c:pt>
                <c:pt idx="1399">
                  <c:v>8</c:v>
                </c:pt>
                <c:pt idx="1400">
                  <c:v>8</c:v>
                </c:pt>
                <c:pt idx="1401">
                  <c:v>12</c:v>
                </c:pt>
                <c:pt idx="1402">
                  <c:v>6</c:v>
                </c:pt>
                <c:pt idx="1403">
                  <c:v>18</c:v>
                </c:pt>
                <c:pt idx="1404">
                  <c:v>10</c:v>
                </c:pt>
                <c:pt idx="1405">
                  <c:v>10</c:v>
                </c:pt>
                <c:pt idx="1406">
                  <c:v>10</c:v>
                </c:pt>
                <c:pt idx="1407">
                  <c:v>8</c:v>
                </c:pt>
                <c:pt idx="1408">
                  <c:v>7</c:v>
                </c:pt>
                <c:pt idx="1409">
                  <c:v>9</c:v>
                </c:pt>
                <c:pt idx="1410">
                  <c:v>6</c:v>
                </c:pt>
                <c:pt idx="1411">
                  <c:v>8</c:v>
                </c:pt>
                <c:pt idx="1412">
                  <c:v>9</c:v>
                </c:pt>
                <c:pt idx="1413">
                  <c:v>11</c:v>
                </c:pt>
                <c:pt idx="1414">
                  <c:v>12</c:v>
                </c:pt>
                <c:pt idx="1415">
                  <c:v>8</c:v>
                </c:pt>
                <c:pt idx="1416">
                  <c:v>7</c:v>
                </c:pt>
                <c:pt idx="1417">
                  <c:v>8</c:v>
                </c:pt>
                <c:pt idx="1418">
                  <c:v>9</c:v>
                </c:pt>
                <c:pt idx="1419">
                  <c:v>7</c:v>
                </c:pt>
                <c:pt idx="1420">
                  <c:v>11</c:v>
                </c:pt>
                <c:pt idx="1421">
                  <c:v>9</c:v>
                </c:pt>
                <c:pt idx="1422">
                  <c:v>14</c:v>
                </c:pt>
                <c:pt idx="1423">
                  <c:v>10</c:v>
                </c:pt>
                <c:pt idx="1424">
                  <c:v>10</c:v>
                </c:pt>
                <c:pt idx="1425">
                  <c:v>9</c:v>
                </c:pt>
                <c:pt idx="1426">
                  <c:v>7</c:v>
                </c:pt>
                <c:pt idx="1427">
                  <c:v>11</c:v>
                </c:pt>
                <c:pt idx="1428">
                  <c:v>11</c:v>
                </c:pt>
                <c:pt idx="1429">
                  <c:v>8</c:v>
                </c:pt>
                <c:pt idx="1430">
                  <c:v>11</c:v>
                </c:pt>
                <c:pt idx="1431">
                  <c:v>27</c:v>
                </c:pt>
                <c:pt idx="1432">
                  <c:v>9</c:v>
                </c:pt>
                <c:pt idx="1433">
                  <c:v>10</c:v>
                </c:pt>
                <c:pt idx="1434">
                  <c:v>7</c:v>
                </c:pt>
                <c:pt idx="1435">
                  <c:v>18</c:v>
                </c:pt>
                <c:pt idx="1436">
                  <c:v>7</c:v>
                </c:pt>
                <c:pt idx="1437">
                  <c:v>9</c:v>
                </c:pt>
                <c:pt idx="1438">
                  <c:v>11</c:v>
                </c:pt>
                <c:pt idx="1439">
                  <c:v>6</c:v>
                </c:pt>
                <c:pt idx="1440">
                  <c:v>11</c:v>
                </c:pt>
                <c:pt idx="1441">
                  <c:v>6</c:v>
                </c:pt>
                <c:pt idx="1442">
                  <c:v>13</c:v>
                </c:pt>
                <c:pt idx="1443">
                  <c:v>9</c:v>
                </c:pt>
                <c:pt idx="1444">
                  <c:v>16</c:v>
                </c:pt>
                <c:pt idx="1445">
                  <c:v>11</c:v>
                </c:pt>
                <c:pt idx="1446">
                  <c:v>8</c:v>
                </c:pt>
                <c:pt idx="1447">
                  <c:v>11</c:v>
                </c:pt>
                <c:pt idx="1448">
                  <c:v>9</c:v>
                </c:pt>
                <c:pt idx="1449">
                  <c:v>7</c:v>
                </c:pt>
                <c:pt idx="1450">
                  <c:v>8</c:v>
                </c:pt>
                <c:pt idx="1451">
                  <c:v>11</c:v>
                </c:pt>
                <c:pt idx="1452">
                  <c:v>17</c:v>
                </c:pt>
                <c:pt idx="1453">
                  <c:v>10</c:v>
                </c:pt>
                <c:pt idx="1454">
                  <c:v>10</c:v>
                </c:pt>
                <c:pt idx="1455">
                  <c:v>14</c:v>
                </c:pt>
                <c:pt idx="1456">
                  <c:v>13</c:v>
                </c:pt>
                <c:pt idx="1457">
                  <c:v>8</c:v>
                </c:pt>
                <c:pt idx="1458">
                  <c:v>9</c:v>
                </c:pt>
                <c:pt idx="1459">
                  <c:v>14</c:v>
                </c:pt>
                <c:pt idx="1460">
                  <c:v>15</c:v>
                </c:pt>
                <c:pt idx="1461">
                  <c:v>11</c:v>
                </c:pt>
                <c:pt idx="1462">
                  <c:v>7</c:v>
                </c:pt>
                <c:pt idx="1463">
                  <c:v>10</c:v>
                </c:pt>
                <c:pt idx="1464">
                  <c:v>8</c:v>
                </c:pt>
                <c:pt idx="1465">
                  <c:v>8</c:v>
                </c:pt>
                <c:pt idx="1466">
                  <c:v>10</c:v>
                </c:pt>
                <c:pt idx="1467">
                  <c:v>10</c:v>
                </c:pt>
                <c:pt idx="1468">
                  <c:v>8</c:v>
                </c:pt>
                <c:pt idx="1469">
                  <c:v>10</c:v>
                </c:pt>
                <c:pt idx="1470">
                  <c:v>13</c:v>
                </c:pt>
                <c:pt idx="1471">
                  <c:v>10</c:v>
                </c:pt>
                <c:pt idx="1472">
                  <c:v>9</c:v>
                </c:pt>
                <c:pt idx="1473">
                  <c:v>12</c:v>
                </c:pt>
                <c:pt idx="1474">
                  <c:v>7</c:v>
                </c:pt>
                <c:pt idx="1475">
                  <c:v>12</c:v>
                </c:pt>
                <c:pt idx="1476">
                  <c:v>3</c:v>
                </c:pt>
                <c:pt idx="1477">
                  <c:v>7</c:v>
                </c:pt>
                <c:pt idx="1478">
                  <c:v>8</c:v>
                </c:pt>
                <c:pt idx="1479">
                  <c:v>15</c:v>
                </c:pt>
                <c:pt idx="1480">
                  <c:v>10</c:v>
                </c:pt>
                <c:pt idx="1481">
                  <c:v>10</c:v>
                </c:pt>
                <c:pt idx="1482">
                  <c:v>7</c:v>
                </c:pt>
                <c:pt idx="1483">
                  <c:v>4</c:v>
                </c:pt>
                <c:pt idx="1484">
                  <c:v>8</c:v>
                </c:pt>
                <c:pt idx="1485">
                  <c:v>11</c:v>
                </c:pt>
                <c:pt idx="1486">
                  <c:v>18</c:v>
                </c:pt>
                <c:pt idx="1487">
                  <c:v>9</c:v>
                </c:pt>
                <c:pt idx="1488">
                  <c:v>9</c:v>
                </c:pt>
                <c:pt idx="1489">
                  <c:v>10</c:v>
                </c:pt>
                <c:pt idx="1490">
                  <c:v>17</c:v>
                </c:pt>
                <c:pt idx="1491">
                  <c:v>11</c:v>
                </c:pt>
                <c:pt idx="1492">
                  <c:v>8</c:v>
                </c:pt>
                <c:pt idx="1493">
                  <c:v>9</c:v>
                </c:pt>
                <c:pt idx="1494">
                  <c:v>13</c:v>
                </c:pt>
                <c:pt idx="1495">
                  <c:v>7</c:v>
                </c:pt>
                <c:pt idx="1496">
                  <c:v>9</c:v>
                </c:pt>
                <c:pt idx="1497">
                  <c:v>10</c:v>
                </c:pt>
                <c:pt idx="1498">
                  <c:v>11</c:v>
                </c:pt>
                <c:pt idx="1499">
                  <c:v>6</c:v>
                </c:pt>
                <c:pt idx="1500">
                  <c:v>7</c:v>
                </c:pt>
                <c:pt idx="1501">
                  <c:v>7</c:v>
                </c:pt>
                <c:pt idx="1502">
                  <c:v>9</c:v>
                </c:pt>
                <c:pt idx="1503">
                  <c:v>8</c:v>
                </c:pt>
                <c:pt idx="1504">
                  <c:v>11</c:v>
                </c:pt>
                <c:pt idx="1505">
                  <c:v>5</c:v>
                </c:pt>
                <c:pt idx="1506">
                  <c:v>7</c:v>
                </c:pt>
                <c:pt idx="1507">
                  <c:v>12</c:v>
                </c:pt>
                <c:pt idx="1508">
                  <c:v>12</c:v>
                </c:pt>
                <c:pt idx="1509">
                  <c:v>5</c:v>
                </c:pt>
                <c:pt idx="1510">
                  <c:v>17</c:v>
                </c:pt>
                <c:pt idx="1511">
                  <c:v>6</c:v>
                </c:pt>
                <c:pt idx="1512">
                  <c:v>10</c:v>
                </c:pt>
                <c:pt idx="1513">
                  <c:v>11</c:v>
                </c:pt>
                <c:pt idx="1514">
                  <c:v>12</c:v>
                </c:pt>
                <c:pt idx="1515">
                  <c:v>10</c:v>
                </c:pt>
                <c:pt idx="1516">
                  <c:v>10</c:v>
                </c:pt>
                <c:pt idx="1517">
                  <c:v>9</c:v>
                </c:pt>
                <c:pt idx="1518">
                  <c:v>8</c:v>
                </c:pt>
                <c:pt idx="1519">
                  <c:v>6</c:v>
                </c:pt>
                <c:pt idx="1520">
                  <c:v>11</c:v>
                </c:pt>
                <c:pt idx="1521">
                  <c:v>4</c:v>
                </c:pt>
                <c:pt idx="1522">
                  <c:v>9</c:v>
                </c:pt>
                <c:pt idx="1523">
                  <c:v>13</c:v>
                </c:pt>
                <c:pt idx="1524">
                  <c:v>6</c:v>
                </c:pt>
                <c:pt idx="1525">
                  <c:v>13</c:v>
                </c:pt>
                <c:pt idx="1526">
                  <c:v>9</c:v>
                </c:pt>
                <c:pt idx="1527">
                  <c:v>11</c:v>
                </c:pt>
                <c:pt idx="1528">
                  <c:v>7</c:v>
                </c:pt>
                <c:pt idx="1529">
                  <c:v>10</c:v>
                </c:pt>
                <c:pt idx="1530">
                  <c:v>11</c:v>
                </c:pt>
                <c:pt idx="1531">
                  <c:v>6</c:v>
                </c:pt>
                <c:pt idx="1532">
                  <c:v>11</c:v>
                </c:pt>
                <c:pt idx="1533">
                  <c:v>3</c:v>
                </c:pt>
                <c:pt idx="1534">
                  <c:v>15</c:v>
                </c:pt>
                <c:pt idx="1535">
                  <c:v>12</c:v>
                </c:pt>
                <c:pt idx="1536">
                  <c:v>8</c:v>
                </c:pt>
                <c:pt idx="1537">
                  <c:v>9</c:v>
                </c:pt>
                <c:pt idx="1538">
                  <c:v>10</c:v>
                </c:pt>
                <c:pt idx="1539">
                  <c:v>8</c:v>
                </c:pt>
                <c:pt idx="1540">
                  <c:v>7</c:v>
                </c:pt>
                <c:pt idx="1541">
                  <c:v>6</c:v>
                </c:pt>
                <c:pt idx="1542">
                  <c:v>11</c:v>
                </c:pt>
                <c:pt idx="1543">
                  <c:v>10</c:v>
                </c:pt>
                <c:pt idx="1544">
                  <c:v>8</c:v>
                </c:pt>
                <c:pt idx="1545">
                  <c:v>14</c:v>
                </c:pt>
                <c:pt idx="1546">
                  <c:v>11</c:v>
                </c:pt>
                <c:pt idx="1547">
                  <c:v>9</c:v>
                </c:pt>
                <c:pt idx="1548">
                  <c:v>9</c:v>
                </c:pt>
                <c:pt idx="1549">
                  <c:v>10</c:v>
                </c:pt>
                <c:pt idx="1550">
                  <c:v>8</c:v>
                </c:pt>
                <c:pt idx="1551">
                  <c:v>10</c:v>
                </c:pt>
                <c:pt idx="1552">
                  <c:v>6</c:v>
                </c:pt>
                <c:pt idx="1553">
                  <c:v>7</c:v>
                </c:pt>
                <c:pt idx="1554">
                  <c:v>11</c:v>
                </c:pt>
                <c:pt idx="1555">
                  <c:v>9</c:v>
                </c:pt>
                <c:pt idx="1556">
                  <c:v>8</c:v>
                </c:pt>
                <c:pt idx="1557">
                  <c:v>5</c:v>
                </c:pt>
                <c:pt idx="1558">
                  <c:v>8</c:v>
                </c:pt>
                <c:pt idx="1559">
                  <c:v>13</c:v>
                </c:pt>
                <c:pt idx="1560">
                  <c:v>10</c:v>
                </c:pt>
                <c:pt idx="1561">
                  <c:v>16</c:v>
                </c:pt>
                <c:pt idx="1562">
                  <c:v>4</c:v>
                </c:pt>
                <c:pt idx="1563">
                  <c:v>8</c:v>
                </c:pt>
                <c:pt idx="1564">
                  <c:v>8</c:v>
                </c:pt>
                <c:pt idx="1565">
                  <c:v>13</c:v>
                </c:pt>
                <c:pt idx="1566">
                  <c:v>7</c:v>
                </c:pt>
                <c:pt idx="1567">
                  <c:v>9</c:v>
                </c:pt>
                <c:pt idx="1568">
                  <c:v>10</c:v>
                </c:pt>
                <c:pt idx="1569">
                  <c:v>9</c:v>
                </c:pt>
                <c:pt idx="1570">
                  <c:v>8</c:v>
                </c:pt>
                <c:pt idx="1571">
                  <c:v>6</c:v>
                </c:pt>
                <c:pt idx="1572">
                  <c:v>12</c:v>
                </c:pt>
                <c:pt idx="1573">
                  <c:v>16</c:v>
                </c:pt>
                <c:pt idx="1574">
                  <c:v>5</c:v>
                </c:pt>
                <c:pt idx="1575">
                  <c:v>7</c:v>
                </c:pt>
                <c:pt idx="1576">
                  <c:v>8</c:v>
                </c:pt>
                <c:pt idx="1577">
                  <c:v>6</c:v>
                </c:pt>
                <c:pt idx="1578">
                  <c:v>8</c:v>
                </c:pt>
                <c:pt idx="1579">
                  <c:v>8</c:v>
                </c:pt>
                <c:pt idx="1580">
                  <c:v>10</c:v>
                </c:pt>
                <c:pt idx="1581">
                  <c:v>16</c:v>
                </c:pt>
                <c:pt idx="1582">
                  <c:v>7</c:v>
                </c:pt>
                <c:pt idx="1583">
                  <c:v>7</c:v>
                </c:pt>
                <c:pt idx="1584">
                  <c:v>8</c:v>
                </c:pt>
                <c:pt idx="1585">
                  <c:v>9</c:v>
                </c:pt>
                <c:pt idx="1586">
                  <c:v>15</c:v>
                </c:pt>
                <c:pt idx="1587">
                  <c:v>6</c:v>
                </c:pt>
                <c:pt idx="1588">
                  <c:v>13</c:v>
                </c:pt>
                <c:pt idx="1589">
                  <c:v>23</c:v>
                </c:pt>
                <c:pt idx="1590">
                  <c:v>20</c:v>
                </c:pt>
                <c:pt idx="1591">
                  <c:v>16</c:v>
                </c:pt>
                <c:pt idx="1592">
                  <c:v>8</c:v>
                </c:pt>
                <c:pt idx="1593">
                  <c:v>7</c:v>
                </c:pt>
                <c:pt idx="1594">
                  <c:v>9</c:v>
                </c:pt>
                <c:pt idx="1595">
                  <c:v>7</c:v>
                </c:pt>
                <c:pt idx="1596">
                  <c:v>8</c:v>
                </c:pt>
                <c:pt idx="1597">
                  <c:v>11</c:v>
                </c:pt>
                <c:pt idx="1598">
                  <c:v>11</c:v>
                </c:pt>
                <c:pt idx="1599">
                  <c:v>13</c:v>
                </c:pt>
                <c:pt idx="1600">
                  <c:v>14</c:v>
                </c:pt>
                <c:pt idx="1601">
                  <c:v>6</c:v>
                </c:pt>
                <c:pt idx="1602">
                  <c:v>9</c:v>
                </c:pt>
                <c:pt idx="1603">
                  <c:v>11</c:v>
                </c:pt>
                <c:pt idx="1604">
                  <c:v>10</c:v>
                </c:pt>
                <c:pt idx="1605">
                  <c:v>9</c:v>
                </c:pt>
                <c:pt idx="1606">
                  <c:v>8</c:v>
                </c:pt>
                <c:pt idx="1607">
                  <c:v>12</c:v>
                </c:pt>
                <c:pt idx="1608">
                  <c:v>17</c:v>
                </c:pt>
                <c:pt idx="1609">
                  <c:v>11</c:v>
                </c:pt>
                <c:pt idx="1610">
                  <c:v>13</c:v>
                </c:pt>
                <c:pt idx="1611">
                  <c:v>15</c:v>
                </c:pt>
                <c:pt idx="1612">
                  <c:v>23</c:v>
                </c:pt>
                <c:pt idx="1613">
                  <c:v>19</c:v>
                </c:pt>
                <c:pt idx="1614">
                  <c:v>10</c:v>
                </c:pt>
                <c:pt idx="1615">
                  <c:v>7</c:v>
                </c:pt>
                <c:pt idx="1616">
                  <c:v>7</c:v>
                </c:pt>
                <c:pt idx="1617">
                  <c:v>6</c:v>
                </c:pt>
                <c:pt idx="1618">
                  <c:v>12</c:v>
                </c:pt>
                <c:pt idx="1619">
                  <c:v>7</c:v>
                </c:pt>
                <c:pt idx="1620">
                  <c:v>12</c:v>
                </c:pt>
                <c:pt idx="1621">
                  <c:v>5</c:v>
                </c:pt>
                <c:pt idx="1622">
                  <c:v>9</c:v>
                </c:pt>
                <c:pt idx="1623">
                  <c:v>7</c:v>
                </c:pt>
                <c:pt idx="1624">
                  <c:v>4</c:v>
                </c:pt>
                <c:pt idx="1625">
                  <c:v>7</c:v>
                </c:pt>
                <c:pt idx="1626">
                  <c:v>12</c:v>
                </c:pt>
                <c:pt idx="1627">
                  <c:v>10</c:v>
                </c:pt>
                <c:pt idx="1628">
                  <c:v>10</c:v>
                </c:pt>
                <c:pt idx="1629">
                  <c:v>9</c:v>
                </c:pt>
                <c:pt idx="1630">
                  <c:v>8</c:v>
                </c:pt>
                <c:pt idx="1631">
                  <c:v>14</c:v>
                </c:pt>
                <c:pt idx="1632">
                  <c:v>9</c:v>
                </c:pt>
                <c:pt idx="1633">
                  <c:v>11</c:v>
                </c:pt>
                <c:pt idx="1634">
                  <c:v>10</c:v>
                </c:pt>
                <c:pt idx="1635">
                  <c:v>7</c:v>
                </c:pt>
                <c:pt idx="1636">
                  <c:v>10</c:v>
                </c:pt>
                <c:pt idx="1637">
                  <c:v>9</c:v>
                </c:pt>
                <c:pt idx="1638">
                  <c:v>11</c:v>
                </c:pt>
                <c:pt idx="1639">
                  <c:v>8</c:v>
                </c:pt>
                <c:pt idx="1640">
                  <c:v>11</c:v>
                </c:pt>
                <c:pt idx="1641">
                  <c:v>5</c:v>
                </c:pt>
                <c:pt idx="1642">
                  <c:v>10</c:v>
                </c:pt>
                <c:pt idx="1643">
                  <c:v>9</c:v>
                </c:pt>
                <c:pt idx="1644">
                  <c:v>13</c:v>
                </c:pt>
                <c:pt idx="1645">
                  <c:v>8</c:v>
                </c:pt>
                <c:pt idx="1646">
                  <c:v>9</c:v>
                </c:pt>
                <c:pt idx="1647">
                  <c:v>13</c:v>
                </c:pt>
                <c:pt idx="1648">
                  <c:v>11</c:v>
                </c:pt>
                <c:pt idx="1649">
                  <c:v>9</c:v>
                </c:pt>
                <c:pt idx="1650">
                  <c:v>10</c:v>
                </c:pt>
                <c:pt idx="1651">
                  <c:v>14</c:v>
                </c:pt>
                <c:pt idx="1652">
                  <c:v>12</c:v>
                </c:pt>
                <c:pt idx="1653">
                  <c:v>13</c:v>
                </c:pt>
                <c:pt idx="1654">
                  <c:v>10</c:v>
                </c:pt>
                <c:pt idx="1655">
                  <c:v>9</c:v>
                </c:pt>
                <c:pt idx="1656">
                  <c:v>5</c:v>
                </c:pt>
                <c:pt idx="1657">
                  <c:v>7</c:v>
                </c:pt>
                <c:pt idx="1658">
                  <c:v>12</c:v>
                </c:pt>
                <c:pt idx="1659">
                  <c:v>9</c:v>
                </c:pt>
                <c:pt idx="1660">
                  <c:v>8</c:v>
                </c:pt>
                <c:pt idx="1661">
                  <c:v>7</c:v>
                </c:pt>
                <c:pt idx="1662">
                  <c:v>10</c:v>
                </c:pt>
                <c:pt idx="1663">
                  <c:v>8</c:v>
                </c:pt>
                <c:pt idx="1664">
                  <c:v>10</c:v>
                </c:pt>
                <c:pt idx="1665">
                  <c:v>17</c:v>
                </c:pt>
                <c:pt idx="1666">
                  <c:v>6</c:v>
                </c:pt>
                <c:pt idx="1667">
                  <c:v>9</c:v>
                </c:pt>
                <c:pt idx="1668">
                  <c:v>8</c:v>
                </c:pt>
                <c:pt idx="1669">
                  <c:v>11</c:v>
                </c:pt>
                <c:pt idx="1670">
                  <c:v>5</c:v>
                </c:pt>
                <c:pt idx="1671">
                  <c:v>5</c:v>
                </c:pt>
                <c:pt idx="1672">
                  <c:v>10</c:v>
                </c:pt>
                <c:pt idx="1673">
                  <c:v>8</c:v>
                </c:pt>
                <c:pt idx="1674">
                  <c:v>10</c:v>
                </c:pt>
                <c:pt idx="1675">
                  <c:v>10</c:v>
                </c:pt>
                <c:pt idx="1676">
                  <c:v>6</c:v>
                </c:pt>
                <c:pt idx="1677">
                  <c:v>8</c:v>
                </c:pt>
                <c:pt idx="1678">
                  <c:v>3</c:v>
                </c:pt>
                <c:pt idx="1679">
                  <c:v>8</c:v>
                </c:pt>
                <c:pt idx="1680">
                  <c:v>7</c:v>
                </c:pt>
                <c:pt idx="1681">
                  <c:v>8</c:v>
                </c:pt>
                <c:pt idx="1682">
                  <c:v>20</c:v>
                </c:pt>
                <c:pt idx="1683">
                  <c:v>10</c:v>
                </c:pt>
                <c:pt idx="1684">
                  <c:v>20</c:v>
                </c:pt>
                <c:pt idx="1685">
                  <c:v>11</c:v>
                </c:pt>
                <c:pt idx="1686">
                  <c:v>11</c:v>
                </c:pt>
                <c:pt idx="1687">
                  <c:v>9</c:v>
                </c:pt>
                <c:pt idx="1688">
                  <c:v>11</c:v>
                </c:pt>
                <c:pt idx="1689">
                  <c:v>7</c:v>
                </c:pt>
                <c:pt idx="1690">
                  <c:v>11</c:v>
                </c:pt>
                <c:pt idx="1691">
                  <c:v>13</c:v>
                </c:pt>
                <c:pt idx="1692">
                  <c:v>15</c:v>
                </c:pt>
                <c:pt idx="1693">
                  <c:v>8</c:v>
                </c:pt>
                <c:pt idx="1694">
                  <c:v>12</c:v>
                </c:pt>
                <c:pt idx="1695">
                  <c:v>11</c:v>
                </c:pt>
                <c:pt idx="1696">
                  <c:v>8</c:v>
                </c:pt>
                <c:pt idx="1697">
                  <c:v>8</c:v>
                </c:pt>
                <c:pt idx="1698">
                  <c:v>14</c:v>
                </c:pt>
                <c:pt idx="1699">
                  <c:v>10</c:v>
                </c:pt>
                <c:pt idx="1700">
                  <c:v>10</c:v>
                </c:pt>
                <c:pt idx="1701">
                  <c:v>9</c:v>
                </c:pt>
                <c:pt idx="1702">
                  <c:v>3</c:v>
                </c:pt>
                <c:pt idx="1703">
                  <c:v>6</c:v>
                </c:pt>
                <c:pt idx="1704">
                  <c:v>9</c:v>
                </c:pt>
                <c:pt idx="1705">
                  <c:v>10</c:v>
                </c:pt>
                <c:pt idx="1706">
                  <c:v>9</c:v>
                </c:pt>
                <c:pt idx="1707">
                  <c:v>10</c:v>
                </c:pt>
                <c:pt idx="1708">
                  <c:v>17</c:v>
                </c:pt>
                <c:pt idx="1709">
                  <c:v>6</c:v>
                </c:pt>
                <c:pt idx="1710">
                  <c:v>9</c:v>
                </c:pt>
                <c:pt idx="1711">
                  <c:v>6</c:v>
                </c:pt>
                <c:pt idx="1712">
                  <c:v>10</c:v>
                </c:pt>
                <c:pt idx="1713">
                  <c:v>11</c:v>
                </c:pt>
                <c:pt idx="1714">
                  <c:v>9</c:v>
                </c:pt>
                <c:pt idx="1715">
                  <c:v>7</c:v>
                </c:pt>
                <c:pt idx="1716">
                  <c:v>9</c:v>
                </c:pt>
                <c:pt idx="1717">
                  <c:v>14</c:v>
                </c:pt>
                <c:pt idx="1718">
                  <c:v>5</c:v>
                </c:pt>
                <c:pt idx="1719">
                  <c:v>12</c:v>
                </c:pt>
                <c:pt idx="1720">
                  <c:v>11</c:v>
                </c:pt>
                <c:pt idx="1721">
                  <c:v>19</c:v>
                </c:pt>
                <c:pt idx="1722">
                  <c:v>9</c:v>
                </c:pt>
                <c:pt idx="1723">
                  <c:v>9</c:v>
                </c:pt>
                <c:pt idx="1724">
                  <c:v>5</c:v>
                </c:pt>
                <c:pt idx="1725">
                  <c:v>4</c:v>
                </c:pt>
                <c:pt idx="1726">
                  <c:v>10</c:v>
                </c:pt>
                <c:pt idx="1727">
                  <c:v>10</c:v>
                </c:pt>
                <c:pt idx="1728">
                  <c:v>9</c:v>
                </c:pt>
                <c:pt idx="1729">
                  <c:v>6</c:v>
                </c:pt>
                <c:pt idx="1730">
                  <c:v>10</c:v>
                </c:pt>
                <c:pt idx="1731">
                  <c:v>9</c:v>
                </c:pt>
                <c:pt idx="1732">
                  <c:v>7</c:v>
                </c:pt>
                <c:pt idx="1733">
                  <c:v>9</c:v>
                </c:pt>
                <c:pt idx="1734">
                  <c:v>10</c:v>
                </c:pt>
                <c:pt idx="1735">
                  <c:v>12</c:v>
                </c:pt>
                <c:pt idx="1736">
                  <c:v>6</c:v>
                </c:pt>
                <c:pt idx="1737">
                  <c:v>10</c:v>
                </c:pt>
                <c:pt idx="1738">
                  <c:v>8</c:v>
                </c:pt>
                <c:pt idx="1739">
                  <c:v>8</c:v>
                </c:pt>
                <c:pt idx="1740">
                  <c:v>10</c:v>
                </c:pt>
                <c:pt idx="1741">
                  <c:v>8</c:v>
                </c:pt>
                <c:pt idx="1742">
                  <c:v>12</c:v>
                </c:pt>
                <c:pt idx="1743">
                  <c:v>7</c:v>
                </c:pt>
                <c:pt idx="1744">
                  <c:v>11</c:v>
                </c:pt>
                <c:pt idx="1745">
                  <c:v>23</c:v>
                </c:pt>
                <c:pt idx="1746">
                  <c:v>13</c:v>
                </c:pt>
                <c:pt idx="1747">
                  <c:v>8</c:v>
                </c:pt>
                <c:pt idx="1748">
                  <c:v>18</c:v>
                </c:pt>
                <c:pt idx="1749">
                  <c:v>8</c:v>
                </c:pt>
                <c:pt idx="1750">
                  <c:v>10</c:v>
                </c:pt>
                <c:pt idx="1751">
                  <c:v>17</c:v>
                </c:pt>
                <c:pt idx="1752">
                  <c:v>10</c:v>
                </c:pt>
                <c:pt idx="1753">
                  <c:v>8</c:v>
                </c:pt>
                <c:pt idx="1754">
                  <c:v>15</c:v>
                </c:pt>
                <c:pt idx="1755">
                  <c:v>10</c:v>
                </c:pt>
                <c:pt idx="1756">
                  <c:v>8</c:v>
                </c:pt>
                <c:pt idx="1757">
                  <c:v>12</c:v>
                </c:pt>
                <c:pt idx="1758">
                  <c:v>10</c:v>
                </c:pt>
                <c:pt idx="1759">
                  <c:v>10</c:v>
                </c:pt>
                <c:pt idx="1760">
                  <c:v>6</c:v>
                </c:pt>
                <c:pt idx="1761">
                  <c:v>15</c:v>
                </c:pt>
                <c:pt idx="1762">
                  <c:v>10</c:v>
                </c:pt>
                <c:pt idx="1763">
                  <c:v>18</c:v>
                </c:pt>
                <c:pt idx="1764">
                  <c:v>16</c:v>
                </c:pt>
                <c:pt idx="1765">
                  <c:v>8</c:v>
                </c:pt>
                <c:pt idx="1766">
                  <c:v>9</c:v>
                </c:pt>
                <c:pt idx="1767">
                  <c:v>8</c:v>
                </c:pt>
                <c:pt idx="1768">
                  <c:v>11</c:v>
                </c:pt>
                <c:pt idx="1769">
                  <c:v>15</c:v>
                </c:pt>
                <c:pt idx="1770">
                  <c:v>11</c:v>
                </c:pt>
                <c:pt idx="1771">
                  <c:v>11</c:v>
                </c:pt>
                <c:pt idx="1772">
                  <c:v>9</c:v>
                </c:pt>
                <c:pt idx="1773">
                  <c:v>10</c:v>
                </c:pt>
                <c:pt idx="1774">
                  <c:v>9</c:v>
                </c:pt>
                <c:pt idx="1775">
                  <c:v>10</c:v>
                </c:pt>
                <c:pt idx="1776">
                  <c:v>8</c:v>
                </c:pt>
                <c:pt idx="1777">
                  <c:v>10</c:v>
                </c:pt>
                <c:pt idx="1778">
                  <c:v>10</c:v>
                </c:pt>
                <c:pt idx="1779">
                  <c:v>7</c:v>
                </c:pt>
                <c:pt idx="1780">
                  <c:v>16</c:v>
                </c:pt>
                <c:pt idx="1781">
                  <c:v>16</c:v>
                </c:pt>
                <c:pt idx="1782">
                  <c:v>13</c:v>
                </c:pt>
                <c:pt idx="1783">
                  <c:v>9</c:v>
                </c:pt>
                <c:pt idx="1784">
                  <c:v>11</c:v>
                </c:pt>
                <c:pt idx="1785">
                  <c:v>11</c:v>
                </c:pt>
                <c:pt idx="1786">
                  <c:v>9</c:v>
                </c:pt>
                <c:pt idx="1787">
                  <c:v>8</c:v>
                </c:pt>
                <c:pt idx="1788">
                  <c:v>14</c:v>
                </c:pt>
                <c:pt idx="1789">
                  <c:v>8</c:v>
                </c:pt>
                <c:pt idx="1790">
                  <c:v>11</c:v>
                </c:pt>
                <c:pt idx="1791">
                  <c:v>9</c:v>
                </c:pt>
                <c:pt idx="1792">
                  <c:v>8</c:v>
                </c:pt>
                <c:pt idx="1793">
                  <c:v>8</c:v>
                </c:pt>
                <c:pt idx="1794">
                  <c:v>11</c:v>
                </c:pt>
                <c:pt idx="1795">
                  <c:v>16</c:v>
                </c:pt>
                <c:pt idx="1796">
                  <c:v>10</c:v>
                </c:pt>
                <c:pt idx="1797">
                  <c:v>12</c:v>
                </c:pt>
                <c:pt idx="1798">
                  <c:v>6</c:v>
                </c:pt>
                <c:pt idx="1799">
                  <c:v>7</c:v>
                </c:pt>
                <c:pt idx="1800">
                  <c:v>16</c:v>
                </c:pt>
                <c:pt idx="1801">
                  <c:v>12</c:v>
                </c:pt>
                <c:pt idx="1802">
                  <c:v>5</c:v>
                </c:pt>
                <c:pt idx="1803">
                  <c:v>8</c:v>
                </c:pt>
                <c:pt idx="1804">
                  <c:v>10</c:v>
                </c:pt>
                <c:pt idx="1805">
                  <c:v>7</c:v>
                </c:pt>
                <c:pt idx="1806">
                  <c:v>10</c:v>
                </c:pt>
                <c:pt idx="1807">
                  <c:v>12</c:v>
                </c:pt>
                <c:pt idx="1808">
                  <c:v>8</c:v>
                </c:pt>
                <c:pt idx="1809">
                  <c:v>7</c:v>
                </c:pt>
                <c:pt idx="1810">
                  <c:v>13</c:v>
                </c:pt>
                <c:pt idx="1811">
                  <c:v>8</c:v>
                </c:pt>
                <c:pt idx="1812">
                  <c:v>13</c:v>
                </c:pt>
                <c:pt idx="1813">
                  <c:v>8</c:v>
                </c:pt>
                <c:pt idx="1814">
                  <c:v>14</c:v>
                </c:pt>
                <c:pt idx="1815">
                  <c:v>5</c:v>
                </c:pt>
                <c:pt idx="1816">
                  <c:v>10</c:v>
                </c:pt>
                <c:pt idx="1817">
                  <c:v>12</c:v>
                </c:pt>
                <c:pt idx="1818">
                  <c:v>8</c:v>
                </c:pt>
                <c:pt idx="1819">
                  <c:v>10</c:v>
                </c:pt>
                <c:pt idx="1820">
                  <c:v>11</c:v>
                </c:pt>
                <c:pt idx="1821">
                  <c:v>10</c:v>
                </c:pt>
                <c:pt idx="1822">
                  <c:v>10</c:v>
                </c:pt>
                <c:pt idx="1823">
                  <c:v>10</c:v>
                </c:pt>
                <c:pt idx="1824">
                  <c:v>8</c:v>
                </c:pt>
                <c:pt idx="1825">
                  <c:v>11</c:v>
                </c:pt>
                <c:pt idx="1826">
                  <c:v>13</c:v>
                </c:pt>
                <c:pt idx="1827">
                  <c:v>9</c:v>
                </c:pt>
                <c:pt idx="1828">
                  <c:v>10</c:v>
                </c:pt>
                <c:pt idx="1829">
                  <c:v>7</c:v>
                </c:pt>
                <c:pt idx="1830">
                  <c:v>10</c:v>
                </c:pt>
                <c:pt idx="1831">
                  <c:v>10</c:v>
                </c:pt>
                <c:pt idx="1832">
                  <c:v>9</c:v>
                </c:pt>
                <c:pt idx="1833">
                  <c:v>9</c:v>
                </c:pt>
                <c:pt idx="1834">
                  <c:v>13</c:v>
                </c:pt>
                <c:pt idx="1835">
                  <c:v>10</c:v>
                </c:pt>
                <c:pt idx="1836">
                  <c:v>8</c:v>
                </c:pt>
                <c:pt idx="1837">
                  <c:v>12</c:v>
                </c:pt>
                <c:pt idx="1838">
                  <c:v>10</c:v>
                </c:pt>
                <c:pt idx="1839">
                  <c:v>8</c:v>
                </c:pt>
                <c:pt idx="1840">
                  <c:v>11</c:v>
                </c:pt>
                <c:pt idx="1841">
                  <c:v>9</c:v>
                </c:pt>
                <c:pt idx="1842">
                  <c:v>12</c:v>
                </c:pt>
                <c:pt idx="1843">
                  <c:v>5</c:v>
                </c:pt>
                <c:pt idx="1844">
                  <c:v>5</c:v>
                </c:pt>
                <c:pt idx="1845">
                  <c:v>6</c:v>
                </c:pt>
                <c:pt idx="1846">
                  <c:v>17</c:v>
                </c:pt>
                <c:pt idx="1847">
                  <c:v>16</c:v>
                </c:pt>
                <c:pt idx="1848">
                  <c:v>11</c:v>
                </c:pt>
                <c:pt idx="1849">
                  <c:v>8</c:v>
                </c:pt>
                <c:pt idx="1850">
                  <c:v>8</c:v>
                </c:pt>
                <c:pt idx="1851">
                  <c:v>8</c:v>
                </c:pt>
                <c:pt idx="1852">
                  <c:v>9</c:v>
                </c:pt>
                <c:pt idx="1853">
                  <c:v>9</c:v>
                </c:pt>
                <c:pt idx="1854">
                  <c:v>4</c:v>
                </c:pt>
                <c:pt idx="1855">
                  <c:v>8</c:v>
                </c:pt>
                <c:pt idx="1856">
                  <c:v>12</c:v>
                </c:pt>
                <c:pt idx="1857">
                  <c:v>8</c:v>
                </c:pt>
                <c:pt idx="1858">
                  <c:v>11</c:v>
                </c:pt>
                <c:pt idx="1859">
                  <c:v>7</c:v>
                </c:pt>
                <c:pt idx="1860">
                  <c:v>10</c:v>
                </c:pt>
                <c:pt idx="1861">
                  <c:v>8</c:v>
                </c:pt>
                <c:pt idx="1862">
                  <c:v>9</c:v>
                </c:pt>
                <c:pt idx="1863">
                  <c:v>7</c:v>
                </c:pt>
                <c:pt idx="1864">
                  <c:v>10</c:v>
                </c:pt>
                <c:pt idx="1865">
                  <c:v>9</c:v>
                </c:pt>
                <c:pt idx="1866">
                  <c:v>6</c:v>
                </c:pt>
                <c:pt idx="1867">
                  <c:v>9</c:v>
                </c:pt>
                <c:pt idx="1868">
                  <c:v>4</c:v>
                </c:pt>
                <c:pt idx="1869">
                  <c:v>15</c:v>
                </c:pt>
                <c:pt idx="1870">
                  <c:v>14</c:v>
                </c:pt>
                <c:pt idx="1871">
                  <c:v>5</c:v>
                </c:pt>
                <c:pt idx="1872">
                  <c:v>7</c:v>
                </c:pt>
                <c:pt idx="1873">
                  <c:v>10</c:v>
                </c:pt>
                <c:pt idx="1874">
                  <c:v>9</c:v>
                </c:pt>
                <c:pt idx="1875">
                  <c:v>9</c:v>
                </c:pt>
                <c:pt idx="1876">
                  <c:v>11</c:v>
                </c:pt>
                <c:pt idx="1877">
                  <c:v>8</c:v>
                </c:pt>
                <c:pt idx="1878">
                  <c:v>11</c:v>
                </c:pt>
                <c:pt idx="1879">
                  <c:v>10</c:v>
                </c:pt>
                <c:pt idx="1880">
                  <c:v>12</c:v>
                </c:pt>
                <c:pt idx="1881">
                  <c:v>9</c:v>
                </c:pt>
                <c:pt idx="1882">
                  <c:v>12</c:v>
                </c:pt>
                <c:pt idx="1883">
                  <c:v>8</c:v>
                </c:pt>
                <c:pt idx="1884">
                  <c:v>9</c:v>
                </c:pt>
                <c:pt idx="1885">
                  <c:v>10</c:v>
                </c:pt>
                <c:pt idx="1886">
                  <c:v>9</c:v>
                </c:pt>
                <c:pt idx="1887">
                  <c:v>14</c:v>
                </c:pt>
                <c:pt idx="1888">
                  <c:v>8</c:v>
                </c:pt>
                <c:pt idx="1889">
                  <c:v>9</c:v>
                </c:pt>
                <c:pt idx="1890">
                  <c:v>6</c:v>
                </c:pt>
                <c:pt idx="1891">
                  <c:v>13</c:v>
                </c:pt>
                <c:pt idx="1892">
                  <c:v>16</c:v>
                </c:pt>
                <c:pt idx="1893">
                  <c:v>14</c:v>
                </c:pt>
                <c:pt idx="1894">
                  <c:v>10</c:v>
                </c:pt>
                <c:pt idx="1895">
                  <c:v>8</c:v>
                </c:pt>
                <c:pt idx="1896">
                  <c:v>9</c:v>
                </c:pt>
                <c:pt idx="1897">
                  <c:v>9</c:v>
                </c:pt>
                <c:pt idx="1898">
                  <c:v>5</c:v>
                </c:pt>
                <c:pt idx="1899">
                  <c:v>8</c:v>
                </c:pt>
                <c:pt idx="1900">
                  <c:v>5</c:v>
                </c:pt>
                <c:pt idx="1901">
                  <c:v>9</c:v>
                </c:pt>
                <c:pt idx="1902">
                  <c:v>14</c:v>
                </c:pt>
                <c:pt idx="1903">
                  <c:v>11</c:v>
                </c:pt>
                <c:pt idx="1904">
                  <c:v>9</c:v>
                </c:pt>
                <c:pt idx="1905">
                  <c:v>8</c:v>
                </c:pt>
                <c:pt idx="1906">
                  <c:v>10</c:v>
                </c:pt>
                <c:pt idx="1907">
                  <c:v>5</c:v>
                </c:pt>
                <c:pt idx="1908">
                  <c:v>13</c:v>
                </c:pt>
                <c:pt idx="1909">
                  <c:v>8</c:v>
                </c:pt>
                <c:pt idx="1910">
                  <c:v>9</c:v>
                </c:pt>
                <c:pt idx="1911">
                  <c:v>7</c:v>
                </c:pt>
                <c:pt idx="1912">
                  <c:v>7</c:v>
                </c:pt>
                <c:pt idx="1913">
                  <c:v>15</c:v>
                </c:pt>
                <c:pt idx="1914">
                  <c:v>6</c:v>
                </c:pt>
                <c:pt idx="1915">
                  <c:v>11</c:v>
                </c:pt>
                <c:pt idx="1916">
                  <c:v>9</c:v>
                </c:pt>
                <c:pt idx="1917">
                  <c:v>11</c:v>
                </c:pt>
                <c:pt idx="1918">
                  <c:v>10</c:v>
                </c:pt>
                <c:pt idx="1919">
                  <c:v>10</c:v>
                </c:pt>
                <c:pt idx="1920">
                  <c:v>15</c:v>
                </c:pt>
                <c:pt idx="1921">
                  <c:v>10</c:v>
                </c:pt>
                <c:pt idx="1922">
                  <c:v>12</c:v>
                </c:pt>
                <c:pt idx="1923">
                  <c:v>9</c:v>
                </c:pt>
                <c:pt idx="1924">
                  <c:v>11</c:v>
                </c:pt>
                <c:pt idx="1925">
                  <c:v>6</c:v>
                </c:pt>
                <c:pt idx="1926">
                  <c:v>8</c:v>
                </c:pt>
                <c:pt idx="1927">
                  <c:v>11</c:v>
                </c:pt>
                <c:pt idx="1928">
                  <c:v>9</c:v>
                </c:pt>
                <c:pt idx="1929">
                  <c:v>8</c:v>
                </c:pt>
                <c:pt idx="1930">
                  <c:v>9</c:v>
                </c:pt>
                <c:pt idx="1931">
                  <c:v>12</c:v>
                </c:pt>
                <c:pt idx="1932">
                  <c:v>7</c:v>
                </c:pt>
                <c:pt idx="1933">
                  <c:v>7</c:v>
                </c:pt>
                <c:pt idx="1934">
                  <c:v>15</c:v>
                </c:pt>
                <c:pt idx="1935">
                  <c:v>12</c:v>
                </c:pt>
                <c:pt idx="1936">
                  <c:v>13</c:v>
                </c:pt>
                <c:pt idx="1937">
                  <c:v>9</c:v>
                </c:pt>
                <c:pt idx="1938">
                  <c:v>11</c:v>
                </c:pt>
                <c:pt idx="1939">
                  <c:v>8</c:v>
                </c:pt>
                <c:pt idx="1940">
                  <c:v>9</c:v>
                </c:pt>
                <c:pt idx="1941">
                  <c:v>15</c:v>
                </c:pt>
                <c:pt idx="1942">
                  <c:v>8</c:v>
                </c:pt>
                <c:pt idx="1943">
                  <c:v>15</c:v>
                </c:pt>
                <c:pt idx="1944">
                  <c:v>15</c:v>
                </c:pt>
                <c:pt idx="1945">
                  <c:v>13</c:v>
                </c:pt>
                <c:pt idx="1946">
                  <c:v>9</c:v>
                </c:pt>
                <c:pt idx="1947">
                  <c:v>10</c:v>
                </c:pt>
                <c:pt idx="1948">
                  <c:v>10</c:v>
                </c:pt>
                <c:pt idx="1949">
                  <c:v>9</c:v>
                </c:pt>
                <c:pt idx="1950">
                  <c:v>12</c:v>
                </c:pt>
                <c:pt idx="1951">
                  <c:v>6</c:v>
                </c:pt>
                <c:pt idx="1952">
                  <c:v>9</c:v>
                </c:pt>
                <c:pt idx="1953">
                  <c:v>6</c:v>
                </c:pt>
                <c:pt idx="1954">
                  <c:v>18</c:v>
                </c:pt>
                <c:pt idx="1955">
                  <c:v>9</c:v>
                </c:pt>
                <c:pt idx="1956">
                  <c:v>9</c:v>
                </c:pt>
                <c:pt idx="1957">
                  <c:v>16</c:v>
                </c:pt>
                <c:pt idx="1958">
                  <c:v>10</c:v>
                </c:pt>
                <c:pt idx="1959">
                  <c:v>10</c:v>
                </c:pt>
                <c:pt idx="1960">
                  <c:v>9</c:v>
                </c:pt>
                <c:pt idx="1961">
                  <c:v>6</c:v>
                </c:pt>
                <c:pt idx="1962">
                  <c:v>17</c:v>
                </c:pt>
                <c:pt idx="1963">
                  <c:v>9</c:v>
                </c:pt>
                <c:pt idx="1964">
                  <c:v>14</c:v>
                </c:pt>
                <c:pt idx="1965">
                  <c:v>13</c:v>
                </c:pt>
                <c:pt idx="1966">
                  <c:v>13</c:v>
                </c:pt>
                <c:pt idx="1967">
                  <c:v>11</c:v>
                </c:pt>
                <c:pt idx="1968">
                  <c:v>8</c:v>
                </c:pt>
                <c:pt idx="1969">
                  <c:v>11</c:v>
                </c:pt>
                <c:pt idx="1970">
                  <c:v>11</c:v>
                </c:pt>
                <c:pt idx="1971">
                  <c:v>11</c:v>
                </c:pt>
                <c:pt idx="1972">
                  <c:v>9</c:v>
                </c:pt>
                <c:pt idx="1973">
                  <c:v>10</c:v>
                </c:pt>
                <c:pt idx="1974">
                  <c:v>10</c:v>
                </c:pt>
                <c:pt idx="1975">
                  <c:v>7</c:v>
                </c:pt>
                <c:pt idx="1976">
                  <c:v>7</c:v>
                </c:pt>
                <c:pt idx="1977">
                  <c:v>9</c:v>
                </c:pt>
                <c:pt idx="1978">
                  <c:v>10</c:v>
                </c:pt>
                <c:pt idx="1979">
                  <c:v>11</c:v>
                </c:pt>
                <c:pt idx="1980">
                  <c:v>12</c:v>
                </c:pt>
                <c:pt idx="1981">
                  <c:v>4</c:v>
                </c:pt>
                <c:pt idx="1982">
                  <c:v>10</c:v>
                </c:pt>
                <c:pt idx="1983">
                  <c:v>11</c:v>
                </c:pt>
                <c:pt idx="1984">
                  <c:v>5</c:v>
                </c:pt>
                <c:pt idx="1985">
                  <c:v>9</c:v>
                </c:pt>
                <c:pt idx="1986">
                  <c:v>17</c:v>
                </c:pt>
                <c:pt idx="1987">
                  <c:v>8</c:v>
                </c:pt>
                <c:pt idx="1988">
                  <c:v>5</c:v>
                </c:pt>
                <c:pt idx="1989">
                  <c:v>13</c:v>
                </c:pt>
                <c:pt idx="1990">
                  <c:v>8</c:v>
                </c:pt>
                <c:pt idx="1991">
                  <c:v>7</c:v>
                </c:pt>
                <c:pt idx="1992">
                  <c:v>6</c:v>
                </c:pt>
                <c:pt idx="1993">
                  <c:v>9</c:v>
                </c:pt>
                <c:pt idx="1994">
                  <c:v>11</c:v>
                </c:pt>
                <c:pt idx="1995">
                  <c:v>11</c:v>
                </c:pt>
                <c:pt idx="1996">
                  <c:v>10</c:v>
                </c:pt>
                <c:pt idx="1997">
                  <c:v>10</c:v>
                </c:pt>
                <c:pt idx="1998">
                  <c:v>10</c:v>
                </c:pt>
                <c:pt idx="1999">
                  <c:v>9</c:v>
                </c:pt>
                <c:pt idx="2000">
                  <c:v>12</c:v>
                </c:pt>
                <c:pt idx="2001">
                  <c:v>9</c:v>
                </c:pt>
                <c:pt idx="2002">
                  <c:v>7</c:v>
                </c:pt>
                <c:pt idx="2003">
                  <c:v>7</c:v>
                </c:pt>
                <c:pt idx="2004">
                  <c:v>11</c:v>
                </c:pt>
                <c:pt idx="2005">
                  <c:v>11</c:v>
                </c:pt>
                <c:pt idx="2006">
                  <c:v>9</c:v>
                </c:pt>
                <c:pt idx="2007">
                  <c:v>8</c:v>
                </c:pt>
                <c:pt idx="2008">
                  <c:v>6</c:v>
                </c:pt>
                <c:pt idx="2009">
                  <c:v>11</c:v>
                </c:pt>
                <c:pt idx="2010">
                  <c:v>7</c:v>
                </c:pt>
                <c:pt idx="2011">
                  <c:v>7</c:v>
                </c:pt>
                <c:pt idx="2012">
                  <c:v>10</c:v>
                </c:pt>
                <c:pt idx="2013">
                  <c:v>9</c:v>
                </c:pt>
                <c:pt idx="2014">
                  <c:v>20</c:v>
                </c:pt>
                <c:pt idx="2015">
                  <c:v>10</c:v>
                </c:pt>
                <c:pt idx="2016">
                  <c:v>7</c:v>
                </c:pt>
                <c:pt idx="2017">
                  <c:v>10</c:v>
                </c:pt>
                <c:pt idx="2018">
                  <c:v>21</c:v>
                </c:pt>
                <c:pt idx="2019">
                  <c:v>13</c:v>
                </c:pt>
                <c:pt idx="2020">
                  <c:v>10</c:v>
                </c:pt>
                <c:pt idx="2021">
                  <c:v>10</c:v>
                </c:pt>
                <c:pt idx="2022">
                  <c:v>13</c:v>
                </c:pt>
                <c:pt idx="2023">
                  <c:v>7</c:v>
                </c:pt>
                <c:pt idx="2024">
                  <c:v>15</c:v>
                </c:pt>
                <c:pt idx="2025">
                  <c:v>10</c:v>
                </c:pt>
                <c:pt idx="2026">
                  <c:v>12</c:v>
                </c:pt>
                <c:pt idx="2027">
                  <c:v>11</c:v>
                </c:pt>
                <c:pt idx="2028">
                  <c:v>11</c:v>
                </c:pt>
                <c:pt idx="2029">
                  <c:v>12</c:v>
                </c:pt>
                <c:pt idx="2030">
                  <c:v>9</c:v>
                </c:pt>
                <c:pt idx="2031">
                  <c:v>11</c:v>
                </c:pt>
                <c:pt idx="2032">
                  <c:v>4</c:v>
                </c:pt>
                <c:pt idx="2033">
                  <c:v>8</c:v>
                </c:pt>
                <c:pt idx="2034">
                  <c:v>8</c:v>
                </c:pt>
                <c:pt idx="2035">
                  <c:v>6</c:v>
                </c:pt>
                <c:pt idx="2036">
                  <c:v>5</c:v>
                </c:pt>
                <c:pt idx="2037">
                  <c:v>9</c:v>
                </c:pt>
                <c:pt idx="2038">
                  <c:v>23</c:v>
                </c:pt>
                <c:pt idx="2039">
                  <c:v>7</c:v>
                </c:pt>
                <c:pt idx="2040">
                  <c:v>6</c:v>
                </c:pt>
                <c:pt idx="2041">
                  <c:v>8</c:v>
                </c:pt>
                <c:pt idx="2042">
                  <c:v>6</c:v>
                </c:pt>
                <c:pt idx="2043">
                  <c:v>11</c:v>
                </c:pt>
                <c:pt idx="2044">
                  <c:v>9</c:v>
                </c:pt>
                <c:pt idx="2045">
                  <c:v>8</c:v>
                </c:pt>
                <c:pt idx="2046">
                  <c:v>11</c:v>
                </c:pt>
                <c:pt idx="2047">
                  <c:v>11</c:v>
                </c:pt>
                <c:pt idx="2048">
                  <c:v>9</c:v>
                </c:pt>
                <c:pt idx="2049">
                  <c:v>8</c:v>
                </c:pt>
                <c:pt idx="2050">
                  <c:v>9</c:v>
                </c:pt>
                <c:pt idx="2051">
                  <c:v>10</c:v>
                </c:pt>
                <c:pt idx="2052">
                  <c:v>9</c:v>
                </c:pt>
                <c:pt idx="2053">
                  <c:v>11</c:v>
                </c:pt>
                <c:pt idx="2054">
                  <c:v>10</c:v>
                </c:pt>
                <c:pt idx="2055">
                  <c:v>7</c:v>
                </c:pt>
                <c:pt idx="2056">
                  <c:v>15</c:v>
                </c:pt>
                <c:pt idx="2057">
                  <c:v>11</c:v>
                </c:pt>
                <c:pt idx="2058">
                  <c:v>10</c:v>
                </c:pt>
                <c:pt idx="2059">
                  <c:v>11</c:v>
                </c:pt>
                <c:pt idx="2060">
                  <c:v>8</c:v>
                </c:pt>
                <c:pt idx="2061">
                  <c:v>8</c:v>
                </c:pt>
                <c:pt idx="2062">
                  <c:v>16</c:v>
                </c:pt>
                <c:pt idx="2063">
                  <c:v>11</c:v>
                </c:pt>
                <c:pt idx="2064">
                  <c:v>12</c:v>
                </c:pt>
                <c:pt idx="2065">
                  <c:v>8</c:v>
                </c:pt>
                <c:pt idx="2066">
                  <c:v>8</c:v>
                </c:pt>
                <c:pt idx="2067">
                  <c:v>15</c:v>
                </c:pt>
                <c:pt idx="2068">
                  <c:v>9</c:v>
                </c:pt>
                <c:pt idx="2069">
                  <c:v>10</c:v>
                </c:pt>
                <c:pt idx="2070">
                  <c:v>11</c:v>
                </c:pt>
                <c:pt idx="2071">
                  <c:v>19</c:v>
                </c:pt>
                <c:pt idx="2072">
                  <c:v>22</c:v>
                </c:pt>
                <c:pt idx="2073">
                  <c:v>10</c:v>
                </c:pt>
                <c:pt idx="2074">
                  <c:v>5</c:v>
                </c:pt>
                <c:pt idx="2075">
                  <c:v>13</c:v>
                </c:pt>
                <c:pt idx="2076">
                  <c:v>12</c:v>
                </c:pt>
                <c:pt idx="2077">
                  <c:v>5</c:v>
                </c:pt>
                <c:pt idx="2078">
                  <c:v>6</c:v>
                </c:pt>
                <c:pt idx="2079">
                  <c:v>17</c:v>
                </c:pt>
                <c:pt idx="2080">
                  <c:v>8</c:v>
                </c:pt>
                <c:pt idx="2081">
                  <c:v>12</c:v>
                </c:pt>
                <c:pt idx="2082">
                  <c:v>14</c:v>
                </c:pt>
                <c:pt idx="2083">
                  <c:v>9</c:v>
                </c:pt>
                <c:pt idx="2084">
                  <c:v>18</c:v>
                </c:pt>
                <c:pt idx="2085">
                  <c:v>8</c:v>
                </c:pt>
                <c:pt idx="2086">
                  <c:v>11</c:v>
                </c:pt>
                <c:pt idx="2087">
                  <c:v>14</c:v>
                </c:pt>
                <c:pt idx="2088">
                  <c:v>4</c:v>
                </c:pt>
                <c:pt idx="2089">
                  <c:v>12</c:v>
                </c:pt>
                <c:pt idx="2090">
                  <c:v>13</c:v>
                </c:pt>
                <c:pt idx="2091">
                  <c:v>6</c:v>
                </c:pt>
                <c:pt idx="2092">
                  <c:v>8</c:v>
                </c:pt>
                <c:pt idx="2093">
                  <c:v>10</c:v>
                </c:pt>
                <c:pt idx="2094">
                  <c:v>9</c:v>
                </c:pt>
                <c:pt idx="2095">
                  <c:v>11</c:v>
                </c:pt>
                <c:pt idx="2096">
                  <c:v>8</c:v>
                </c:pt>
                <c:pt idx="2097">
                  <c:v>9</c:v>
                </c:pt>
                <c:pt idx="2098">
                  <c:v>11</c:v>
                </c:pt>
                <c:pt idx="2099">
                  <c:v>8</c:v>
                </c:pt>
                <c:pt idx="2100">
                  <c:v>6</c:v>
                </c:pt>
                <c:pt idx="2101">
                  <c:v>8</c:v>
                </c:pt>
                <c:pt idx="2102">
                  <c:v>8</c:v>
                </c:pt>
                <c:pt idx="2103">
                  <c:v>10</c:v>
                </c:pt>
                <c:pt idx="2104">
                  <c:v>15</c:v>
                </c:pt>
                <c:pt idx="2105">
                  <c:v>7</c:v>
                </c:pt>
                <c:pt idx="2106">
                  <c:v>8</c:v>
                </c:pt>
                <c:pt idx="2107">
                  <c:v>8</c:v>
                </c:pt>
                <c:pt idx="2108">
                  <c:v>17</c:v>
                </c:pt>
                <c:pt idx="2109">
                  <c:v>15</c:v>
                </c:pt>
                <c:pt idx="2110">
                  <c:v>14</c:v>
                </c:pt>
                <c:pt idx="2111">
                  <c:v>5</c:v>
                </c:pt>
                <c:pt idx="2112">
                  <c:v>9</c:v>
                </c:pt>
                <c:pt idx="2113">
                  <c:v>12</c:v>
                </c:pt>
                <c:pt idx="2114">
                  <c:v>11</c:v>
                </c:pt>
                <c:pt idx="2115">
                  <c:v>8</c:v>
                </c:pt>
                <c:pt idx="2116">
                  <c:v>14</c:v>
                </c:pt>
                <c:pt idx="2117">
                  <c:v>10</c:v>
                </c:pt>
                <c:pt idx="2118">
                  <c:v>12</c:v>
                </c:pt>
                <c:pt idx="2119">
                  <c:v>8</c:v>
                </c:pt>
                <c:pt idx="2120">
                  <c:v>8</c:v>
                </c:pt>
                <c:pt idx="2121">
                  <c:v>9</c:v>
                </c:pt>
                <c:pt idx="2122">
                  <c:v>11</c:v>
                </c:pt>
                <c:pt idx="2123">
                  <c:v>8</c:v>
                </c:pt>
                <c:pt idx="2124">
                  <c:v>11</c:v>
                </c:pt>
                <c:pt idx="2125">
                  <c:v>8</c:v>
                </c:pt>
                <c:pt idx="2126">
                  <c:v>11</c:v>
                </c:pt>
                <c:pt idx="2127">
                  <c:v>14</c:v>
                </c:pt>
                <c:pt idx="2128">
                  <c:v>14</c:v>
                </c:pt>
                <c:pt idx="2129">
                  <c:v>8</c:v>
                </c:pt>
                <c:pt idx="2130">
                  <c:v>8</c:v>
                </c:pt>
                <c:pt idx="2131">
                  <c:v>11</c:v>
                </c:pt>
                <c:pt idx="2132">
                  <c:v>9</c:v>
                </c:pt>
                <c:pt idx="2133">
                  <c:v>16</c:v>
                </c:pt>
                <c:pt idx="2134">
                  <c:v>10</c:v>
                </c:pt>
                <c:pt idx="2135">
                  <c:v>16</c:v>
                </c:pt>
                <c:pt idx="2136">
                  <c:v>9</c:v>
                </c:pt>
                <c:pt idx="2137">
                  <c:v>6</c:v>
                </c:pt>
                <c:pt idx="2138">
                  <c:v>10</c:v>
                </c:pt>
                <c:pt idx="2139">
                  <c:v>12</c:v>
                </c:pt>
                <c:pt idx="2140">
                  <c:v>10</c:v>
                </c:pt>
                <c:pt idx="2141">
                  <c:v>9</c:v>
                </c:pt>
                <c:pt idx="2142">
                  <c:v>13</c:v>
                </c:pt>
                <c:pt idx="2143">
                  <c:v>11</c:v>
                </c:pt>
                <c:pt idx="2144">
                  <c:v>12</c:v>
                </c:pt>
                <c:pt idx="2145">
                  <c:v>13</c:v>
                </c:pt>
                <c:pt idx="2146">
                  <c:v>6</c:v>
                </c:pt>
                <c:pt idx="2147">
                  <c:v>5</c:v>
                </c:pt>
                <c:pt idx="2148">
                  <c:v>16</c:v>
                </c:pt>
                <c:pt idx="2149">
                  <c:v>14</c:v>
                </c:pt>
                <c:pt idx="2150">
                  <c:v>13</c:v>
                </c:pt>
                <c:pt idx="2151">
                  <c:v>11</c:v>
                </c:pt>
                <c:pt idx="2152">
                  <c:v>10</c:v>
                </c:pt>
                <c:pt idx="2153">
                  <c:v>5</c:v>
                </c:pt>
                <c:pt idx="2154">
                  <c:v>19</c:v>
                </c:pt>
                <c:pt idx="2155">
                  <c:v>8</c:v>
                </c:pt>
                <c:pt idx="2156">
                  <c:v>5</c:v>
                </c:pt>
                <c:pt idx="2157">
                  <c:v>9</c:v>
                </c:pt>
                <c:pt idx="2158">
                  <c:v>8</c:v>
                </c:pt>
                <c:pt idx="2159">
                  <c:v>10</c:v>
                </c:pt>
                <c:pt idx="2160">
                  <c:v>12</c:v>
                </c:pt>
                <c:pt idx="2161">
                  <c:v>9</c:v>
                </c:pt>
                <c:pt idx="2162">
                  <c:v>9</c:v>
                </c:pt>
                <c:pt idx="2163">
                  <c:v>10</c:v>
                </c:pt>
                <c:pt idx="2164">
                  <c:v>10</c:v>
                </c:pt>
                <c:pt idx="2165">
                  <c:v>7</c:v>
                </c:pt>
                <c:pt idx="2166">
                  <c:v>13</c:v>
                </c:pt>
                <c:pt idx="2167">
                  <c:v>10</c:v>
                </c:pt>
                <c:pt idx="2168">
                  <c:v>12</c:v>
                </c:pt>
                <c:pt idx="2169">
                  <c:v>9</c:v>
                </c:pt>
                <c:pt idx="2170">
                  <c:v>6</c:v>
                </c:pt>
                <c:pt idx="2171">
                  <c:v>9</c:v>
                </c:pt>
                <c:pt idx="2172">
                  <c:v>11</c:v>
                </c:pt>
                <c:pt idx="2173">
                  <c:v>9</c:v>
                </c:pt>
                <c:pt idx="2174">
                  <c:v>10</c:v>
                </c:pt>
                <c:pt idx="2175">
                  <c:v>10</c:v>
                </c:pt>
                <c:pt idx="2176">
                  <c:v>10</c:v>
                </c:pt>
                <c:pt idx="2177">
                  <c:v>6</c:v>
                </c:pt>
                <c:pt idx="2178">
                  <c:v>10</c:v>
                </c:pt>
                <c:pt idx="2179">
                  <c:v>13</c:v>
                </c:pt>
                <c:pt idx="2180">
                  <c:v>10</c:v>
                </c:pt>
                <c:pt idx="2181">
                  <c:v>10</c:v>
                </c:pt>
                <c:pt idx="2182">
                  <c:v>10</c:v>
                </c:pt>
                <c:pt idx="2183">
                  <c:v>11</c:v>
                </c:pt>
                <c:pt idx="2184">
                  <c:v>7</c:v>
                </c:pt>
                <c:pt idx="2185">
                  <c:v>13</c:v>
                </c:pt>
                <c:pt idx="2186">
                  <c:v>14</c:v>
                </c:pt>
                <c:pt idx="2187">
                  <c:v>11</c:v>
                </c:pt>
                <c:pt idx="2188">
                  <c:v>10</c:v>
                </c:pt>
                <c:pt idx="2189">
                  <c:v>6</c:v>
                </c:pt>
                <c:pt idx="2190">
                  <c:v>8</c:v>
                </c:pt>
                <c:pt idx="2191">
                  <c:v>8</c:v>
                </c:pt>
                <c:pt idx="2192">
                  <c:v>8</c:v>
                </c:pt>
                <c:pt idx="2193">
                  <c:v>8</c:v>
                </c:pt>
                <c:pt idx="2194">
                  <c:v>11</c:v>
                </c:pt>
                <c:pt idx="2195">
                  <c:v>25</c:v>
                </c:pt>
                <c:pt idx="2196">
                  <c:v>6</c:v>
                </c:pt>
                <c:pt idx="2197">
                  <c:v>5</c:v>
                </c:pt>
                <c:pt idx="2198">
                  <c:v>9</c:v>
                </c:pt>
                <c:pt idx="2199">
                  <c:v>14</c:v>
                </c:pt>
                <c:pt idx="2200">
                  <c:v>8</c:v>
                </c:pt>
                <c:pt idx="2201">
                  <c:v>9</c:v>
                </c:pt>
                <c:pt idx="2202">
                  <c:v>5</c:v>
                </c:pt>
                <c:pt idx="2203">
                  <c:v>11</c:v>
                </c:pt>
                <c:pt idx="2204">
                  <c:v>8</c:v>
                </c:pt>
                <c:pt idx="2205">
                  <c:v>10</c:v>
                </c:pt>
                <c:pt idx="2206">
                  <c:v>11</c:v>
                </c:pt>
                <c:pt idx="2207">
                  <c:v>6</c:v>
                </c:pt>
                <c:pt idx="2208">
                  <c:v>7</c:v>
                </c:pt>
                <c:pt idx="2209">
                  <c:v>12</c:v>
                </c:pt>
                <c:pt idx="2210">
                  <c:v>14</c:v>
                </c:pt>
                <c:pt idx="2211">
                  <c:v>8</c:v>
                </c:pt>
                <c:pt idx="2212">
                  <c:v>9</c:v>
                </c:pt>
                <c:pt idx="2213">
                  <c:v>9</c:v>
                </c:pt>
                <c:pt idx="2214">
                  <c:v>8</c:v>
                </c:pt>
                <c:pt idx="2215">
                  <c:v>11</c:v>
                </c:pt>
                <c:pt idx="2216">
                  <c:v>15</c:v>
                </c:pt>
                <c:pt idx="2217">
                  <c:v>8</c:v>
                </c:pt>
                <c:pt idx="2218">
                  <c:v>15</c:v>
                </c:pt>
                <c:pt idx="2219">
                  <c:v>7</c:v>
                </c:pt>
                <c:pt idx="2220">
                  <c:v>10</c:v>
                </c:pt>
                <c:pt idx="2221">
                  <c:v>6</c:v>
                </c:pt>
                <c:pt idx="2222">
                  <c:v>15</c:v>
                </c:pt>
                <c:pt idx="2223">
                  <c:v>7</c:v>
                </c:pt>
                <c:pt idx="2224">
                  <c:v>15</c:v>
                </c:pt>
                <c:pt idx="2225">
                  <c:v>10</c:v>
                </c:pt>
                <c:pt idx="2226">
                  <c:v>18</c:v>
                </c:pt>
                <c:pt idx="2227">
                  <c:v>20</c:v>
                </c:pt>
                <c:pt idx="2228">
                  <c:v>7</c:v>
                </c:pt>
                <c:pt idx="2229">
                  <c:v>13</c:v>
                </c:pt>
                <c:pt idx="2230">
                  <c:v>13</c:v>
                </c:pt>
                <c:pt idx="2231">
                  <c:v>8</c:v>
                </c:pt>
                <c:pt idx="2232">
                  <c:v>6</c:v>
                </c:pt>
                <c:pt idx="2233">
                  <c:v>9</c:v>
                </c:pt>
                <c:pt idx="2234">
                  <c:v>14</c:v>
                </c:pt>
                <c:pt idx="2235">
                  <c:v>11</c:v>
                </c:pt>
                <c:pt idx="2236">
                  <c:v>7</c:v>
                </c:pt>
                <c:pt idx="2237">
                  <c:v>12</c:v>
                </c:pt>
                <c:pt idx="2238">
                  <c:v>3</c:v>
                </c:pt>
                <c:pt idx="2239">
                  <c:v>8</c:v>
                </c:pt>
                <c:pt idx="2240">
                  <c:v>18</c:v>
                </c:pt>
                <c:pt idx="2241">
                  <c:v>9</c:v>
                </c:pt>
                <c:pt idx="2242">
                  <c:v>6</c:v>
                </c:pt>
                <c:pt idx="2243">
                  <c:v>14</c:v>
                </c:pt>
                <c:pt idx="2244">
                  <c:v>13</c:v>
                </c:pt>
                <c:pt idx="2245">
                  <c:v>8</c:v>
                </c:pt>
                <c:pt idx="2246">
                  <c:v>10</c:v>
                </c:pt>
                <c:pt idx="2247">
                  <c:v>13</c:v>
                </c:pt>
                <c:pt idx="2248">
                  <c:v>9</c:v>
                </c:pt>
                <c:pt idx="2249">
                  <c:v>12</c:v>
                </c:pt>
                <c:pt idx="2250">
                  <c:v>6</c:v>
                </c:pt>
                <c:pt idx="2251">
                  <c:v>8</c:v>
                </c:pt>
                <c:pt idx="2252">
                  <c:v>8</c:v>
                </c:pt>
                <c:pt idx="2253">
                  <c:v>9</c:v>
                </c:pt>
                <c:pt idx="2254">
                  <c:v>14</c:v>
                </c:pt>
                <c:pt idx="2255">
                  <c:v>11</c:v>
                </c:pt>
                <c:pt idx="2256">
                  <c:v>9</c:v>
                </c:pt>
                <c:pt idx="2257">
                  <c:v>8</c:v>
                </c:pt>
                <c:pt idx="2258">
                  <c:v>11</c:v>
                </c:pt>
                <c:pt idx="2259">
                  <c:v>12</c:v>
                </c:pt>
                <c:pt idx="2260">
                  <c:v>8</c:v>
                </c:pt>
                <c:pt idx="2261">
                  <c:v>6</c:v>
                </c:pt>
                <c:pt idx="2262">
                  <c:v>11</c:v>
                </c:pt>
                <c:pt idx="2263">
                  <c:v>9</c:v>
                </c:pt>
                <c:pt idx="2264">
                  <c:v>13</c:v>
                </c:pt>
                <c:pt idx="2265">
                  <c:v>10</c:v>
                </c:pt>
                <c:pt idx="2266">
                  <c:v>8</c:v>
                </c:pt>
                <c:pt idx="2267">
                  <c:v>8</c:v>
                </c:pt>
                <c:pt idx="2268">
                  <c:v>7</c:v>
                </c:pt>
                <c:pt idx="2269">
                  <c:v>3</c:v>
                </c:pt>
                <c:pt idx="2270">
                  <c:v>6</c:v>
                </c:pt>
                <c:pt idx="2271">
                  <c:v>13</c:v>
                </c:pt>
                <c:pt idx="2272">
                  <c:v>11</c:v>
                </c:pt>
                <c:pt idx="2273">
                  <c:v>11</c:v>
                </c:pt>
                <c:pt idx="2274">
                  <c:v>11</c:v>
                </c:pt>
                <c:pt idx="2275">
                  <c:v>12</c:v>
                </c:pt>
                <c:pt idx="2276">
                  <c:v>14</c:v>
                </c:pt>
                <c:pt idx="2277">
                  <c:v>9</c:v>
                </c:pt>
                <c:pt idx="2278">
                  <c:v>12</c:v>
                </c:pt>
                <c:pt idx="2279">
                  <c:v>13</c:v>
                </c:pt>
                <c:pt idx="2280">
                  <c:v>11</c:v>
                </c:pt>
                <c:pt idx="2281">
                  <c:v>10</c:v>
                </c:pt>
                <c:pt idx="2282">
                  <c:v>6</c:v>
                </c:pt>
                <c:pt idx="2283">
                  <c:v>7</c:v>
                </c:pt>
                <c:pt idx="2284">
                  <c:v>9</c:v>
                </c:pt>
                <c:pt idx="2285">
                  <c:v>7</c:v>
                </c:pt>
                <c:pt idx="2286">
                  <c:v>10</c:v>
                </c:pt>
                <c:pt idx="2287">
                  <c:v>10</c:v>
                </c:pt>
                <c:pt idx="2288">
                  <c:v>10</c:v>
                </c:pt>
                <c:pt idx="2289">
                  <c:v>13</c:v>
                </c:pt>
                <c:pt idx="2290">
                  <c:v>13</c:v>
                </c:pt>
                <c:pt idx="2291">
                  <c:v>10</c:v>
                </c:pt>
                <c:pt idx="2292">
                  <c:v>13</c:v>
                </c:pt>
                <c:pt idx="2293">
                  <c:v>10</c:v>
                </c:pt>
                <c:pt idx="2294">
                  <c:v>7</c:v>
                </c:pt>
                <c:pt idx="2295">
                  <c:v>9</c:v>
                </c:pt>
                <c:pt idx="2296">
                  <c:v>11</c:v>
                </c:pt>
                <c:pt idx="2297">
                  <c:v>8</c:v>
                </c:pt>
                <c:pt idx="2298">
                  <c:v>7</c:v>
                </c:pt>
                <c:pt idx="2299">
                  <c:v>9</c:v>
                </c:pt>
                <c:pt idx="2300">
                  <c:v>7</c:v>
                </c:pt>
                <c:pt idx="2301">
                  <c:v>6</c:v>
                </c:pt>
                <c:pt idx="2302">
                  <c:v>10</c:v>
                </c:pt>
                <c:pt idx="2303">
                  <c:v>7</c:v>
                </c:pt>
                <c:pt idx="2304">
                  <c:v>10</c:v>
                </c:pt>
                <c:pt idx="2305">
                  <c:v>12</c:v>
                </c:pt>
                <c:pt idx="2306">
                  <c:v>6</c:v>
                </c:pt>
                <c:pt idx="2307">
                  <c:v>9</c:v>
                </c:pt>
                <c:pt idx="2308">
                  <c:v>9</c:v>
                </c:pt>
                <c:pt idx="2309">
                  <c:v>13</c:v>
                </c:pt>
                <c:pt idx="2310">
                  <c:v>6</c:v>
                </c:pt>
                <c:pt idx="2311">
                  <c:v>5</c:v>
                </c:pt>
                <c:pt idx="2312">
                  <c:v>13</c:v>
                </c:pt>
                <c:pt idx="2313">
                  <c:v>10</c:v>
                </c:pt>
                <c:pt idx="2314">
                  <c:v>10</c:v>
                </c:pt>
                <c:pt idx="2315">
                  <c:v>10</c:v>
                </c:pt>
                <c:pt idx="2316">
                  <c:v>10</c:v>
                </c:pt>
                <c:pt idx="2317">
                  <c:v>6</c:v>
                </c:pt>
                <c:pt idx="2318">
                  <c:v>7</c:v>
                </c:pt>
                <c:pt idx="2319">
                  <c:v>12</c:v>
                </c:pt>
                <c:pt idx="2320">
                  <c:v>7</c:v>
                </c:pt>
                <c:pt idx="2321">
                  <c:v>7</c:v>
                </c:pt>
                <c:pt idx="2322">
                  <c:v>11</c:v>
                </c:pt>
                <c:pt idx="2323">
                  <c:v>12</c:v>
                </c:pt>
                <c:pt idx="2324">
                  <c:v>9</c:v>
                </c:pt>
                <c:pt idx="2325">
                  <c:v>9</c:v>
                </c:pt>
                <c:pt idx="2326">
                  <c:v>10</c:v>
                </c:pt>
                <c:pt idx="2327">
                  <c:v>8</c:v>
                </c:pt>
                <c:pt idx="2328">
                  <c:v>7</c:v>
                </c:pt>
                <c:pt idx="2329">
                  <c:v>8</c:v>
                </c:pt>
                <c:pt idx="2330">
                  <c:v>12</c:v>
                </c:pt>
                <c:pt idx="2331">
                  <c:v>12</c:v>
                </c:pt>
                <c:pt idx="2332">
                  <c:v>13</c:v>
                </c:pt>
                <c:pt idx="2333">
                  <c:v>11</c:v>
                </c:pt>
                <c:pt idx="2334">
                  <c:v>12</c:v>
                </c:pt>
                <c:pt idx="2335">
                  <c:v>6</c:v>
                </c:pt>
                <c:pt idx="2336">
                  <c:v>13</c:v>
                </c:pt>
                <c:pt idx="2337">
                  <c:v>6</c:v>
                </c:pt>
                <c:pt idx="2338">
                  <c:v>10</c:v>
                </c:pt>
                <c:pt idx="2339">
                  <c:v>7</c:v>
                </c:pt>
                <c:pt idx="2340">
                  <c:v>17</c:v>
                </c:pt>
                <c:pt idx="2341">
                  <c:v>12</c:v>
                </c:pt>
                <c:pt idx="2342">
                  <c:v>8</c:v>
                </c:pt>
                <c:pt idx="2343">
                  <c:v>8</c:v>
                </c:pt>
                <c:pt idx="2344">
                  <c:v>13</c:v>
                </c:pt>
                <c:pt idx="2345">
                  <c:v>12</c:v>
                </c:pt>
                <c:pt idx="2346">
                  <c:v>8</c:v>
                </c:pt>
                <c:pt idx="2347">
                  <c:v>18</c:v>
                </c:pt>
                <c:pt idx="2348">
                  <c:v>6</c:v>
                </c:pt>
                <c:pt idx="2349">
                  <c:v>8</c:v>
                </c:pt>
                <c:pt idx="2350">
                  <c:v>9</c:v>
                </c:pt>
                <c:pt idx="2351">
                  <c:v>4</c:v>
                </c:pt>
                <c:pt idx="2352">
                  <c:v>7</c:v>
                </c:pt>
                <c:pt idx="2353">
                  <c:v>8</c:v>
                </c:pt>
                <c:pt idx="2354">
                  <c:v>8</c:v>
                </c:pt>
                <c:pt idx="2355">
                  <c:v>19</c:v>
                </c:pt>
                <c:pt idx="2356">
                  <c:v>11</c:v>
                </c:pt>
                <c:pt idx="2357">
                  <c:v>8</c:v>
                </c:pt>
                <c:pt idx="2358">
                  <c:v>10</c:v>
                </c:pt>
                <c:pt idx="2359">
                  <c:v>7</c:v>
                </c:pt>
                <c:pt idx="2360">
                  <c:v>4</c:v>
                </c:pt>
                <c:pt idx="2361">
                  <c:v>10</c:v>
                </c:pt>
                <c:pt idx="2362">
                  <c:v>9</c:v>
                </c:pt>
                <c:pt idx="2363">
                  <c:v>8</c:v>
                </c:pt>
                <c:pt idx="2364">
                  <c:v>11</c:v>
                </c:pt>
                <c:pt idx="2365">
                  <c:v>9</c:v>
                </c:pt>
                <c:pt idx="2366">
                  <c:v>10</c:v>
                </c:pt>
                <c:pt idx="2367">
                  <c:v>10</c:v>
                </c:pt>
                <c:pt idx="2368">
                  <c:v>7</c:v>
                </c:pt>
                <c:pt idx="2369">
                  <c:v>11</c:v>
                </c:pt>
                <c:pt idx="2370">
                  <c:v>11</c:v>
                </c:pt>
                <c:pt idx="2371">
                  <c:v>21</c:v>
                </c:pt>
                <c:pt idx="2372">
                  <c:v>10</c:v>
                </c:pt>
                <c:pt idx="2373">
                  <c:v>10</c:v>
                </c:pt>
                <c:pt idx="2374">
                  <c:v>10</c:v>
                </c:pt>
                <c:pt idx="2375">
                  <c:v>10</c:v>
                </c:pt>
                <c:pt idx="2376">
                  <c:v>10</c:v>
                </c:pt>
                <c:pt idx="2377">
                  <c:v>7</c:v>
                </c:pt>
                <c:pt idx="2378">
                  <c:v>11</c:v>
                </c:pt>
                <c:pt idx="2379">
                  <c:v>7</c:v>
                </c:pt>
                <c:pt idx="2380">
                  <c:v>14</c:v>
                </c:pt>
                <c:pt idx="2381">
                  <c:v>7</c:v>
                </c:pt>
                <c:pt idx="2382">
                  <c:v>12</c:v>
                </c:pt>
                <c:pt idx="2383">
                  <c:v>8</c:v>
                </c:pt>
                <c:pt idx="2384">
                  <c:v>11</c:v>
                </c:pt>
                <c:pt idx="2385">
                  <c:v>13</c:v>
                </c:pt>
                <c:pt idx="2386">
                  <c:v>9</c:v>
                </c:pt>
                <c:pt idx="2387">
                  <c:v>6</c:v>
                </c:pt>
                <c:pt idx="2388">
                  <c:v>6</c:v>
                </c:pt>
                <c:pt idx="2389">
                  <c:v>9</c:v>
                </c:pt>
                <c:pt idx="2390">
                  <c:v>22</c:v>
                </c:pt>
                <c:pt idx="2391">
                  <c:v>7</c:v>
                </c:pt>
                <c:pt idx="2392">
                  <c:v>6</c:v>
                </c:pt>
                <c:pt idx="2393">
                  <c:v>9</c:v>
                </c:pt>
                <c:pt idx="2394">
                  <c:v>9</c:v>
                </c:pt>
                <c:pt idx="2395">
                  <c:v>14</c:v>
                </c:pt>
                <c:pt idx="2396">
                  <c:v>10</c:v>
                </c:pt>
                <c:pt idx="2397">
                  <c:v>9</c:v>
                </c:pt>
                <c:pt idx="2398">
                  <c:v>19</c:v>
                </c:pt>
                <c:pt idx="2399">
                  <c:v>11</c:v>
                </c:pt>
                <c:pt idx="2400">
                  <c:v>9</c:v>
                </c:pt>
                <c:pt idx="2401">
                  <c:v>4</c:v>
                </c:pt>
                <c:pt idx="2402">
                  <c:v>8</c:v>
                </c:pt>
                <c:pt idx="2403">
                  <c:v>11</c:v>
                </c:pt>
                <c:pt idx="2404">
                  <c:v>15</c:v>
                </c:pt>
                <c:pt idx="2405">
                  <c:v>8</c:v>
                </c:pt>
                <c:pt idx="2406">
                  <c:v>9</c:v>
                </c:pt>
                <c:pt idx="2407">
                  <c:v>11</c:v>
                </c:pt>
                <c:pt idx="2408">
                  <c:v>14</c:v>
                </c:pt>
                <c:pt idx="2409">
                  <c:v>15</c:v>
                </c:pt>
                <c:pt idx="2410">
                  <c:v>10</c:v>
                </c:pt>
                <c:pt idx="2411">
                  <c:v>11</c:v>
                </c:pt>
                <c:pt idx="2412">
                  <c:v>9</c:v>
                </c:pt>
                <c:pt idx="2413">
                  <c:v>10</c:v>
                </c:pt>
                <c:pt idx="2414">
                  <c:v>12</c:v>
                </c:pt>
                <c:pt idx="2415">
                  <c:v>13</c:v>
                </c:pt>
                <c:pt idx="2416">
                  <c:v>9</c:v>
                </c:pt>
                <c:pt idx="2417">
                  <c:v>10</c:v>
                </c:pt>
                <c:pt idx="2418">
                  <c:v>8</c:v>
                </c:pt>
                <c:pt idx="2419">
                  <c:v>7</c:v>
                </c:pt>
                <c:pt idx="2420">
                  <c:v>9</c:v>
                </c:pt>
                <c:pt idx="2421">
                  <c:v>17</c:v>
                </c:pt>
                <c:pt idx="2422">
                  <c:v>13</c:v>
                </c:pt>
                <c:pt idx="2423">
                  <c:v>4</c:v>
                </c:pt>
                <c:pt idx="2424">
                  <c:v>10</c:v>
                </c:pt>
                <c:pt idx="2425">
                  <c:v>8</c:v>
                </c:pt>
                <c:pt idx="2426">
                  <c:v>9</c:v>
                </c:pt>
                <c:pt idx="2427">
                  <c:v>11</c:v>
                </c:pt>
                <c:pt idx="2428">
                  <c:v>16</c:v>
                </c:pt>
                <c:pt idx="2429">
                  <c:v>11</c:v>
                </c:pt>
                <c:pt idx="2430">
                  <c:v>11</c:v>
                </c:pt>
                <c:pt idx="2431">
                  <c:v>7</c:v>
                </c:pt>
                <c:pt idx="2432">
                  <c:v>10</c:v>
                </c:pt>
                <c:pt idx="2433">
                  <c:v>13</c:v>
                </c:pt>
                <c:pt idx="2434">
                  <c:v>9</c:v>
                </c:pt>
                <c:pt idx="2435">
                  <c:v>9</c:v>
                </c:pt>
                <c:pt idx="2436">
                  <c:v>9</c:v>
                </c:pt>
                <c:pt idx="2437">
                  <c:v>12</c:v>
                </c:pt>
                <c:pt idx="2438">
                  <c:v>3</c:v>
                </c:pt>
                <c:pt idx="2439">
                  <c:v>9</c:v>
                </c:pt>
                <c:pt idx="2440">
                  <c:v>14</c:v>
                </c:pt>
                <c:pt idx="2441">
                  <c:v>6</c:v>
                </c:pt>
                <c:pt idx="2442">
                  <c:v>10</c:v>
                </c:pt>
                <c:pt idx="2443">
                  <c:v>8</c:v>
                </c:pt>
                <c:pt idx="2444">
                  <c:v>10</c:v>
                </c:pt>
                <c:pt idx="2445">
                  <c:v>10</c:v>
                </c:pt>
                <c:pt idx="2446">
                  <c:v>17</c:v>
                </c:pt>
                <c:pt idx="2447">
                  <c:v>10</c:v>
                </c:pt>
                <c:pt idx="2448">
                  <c:v>9</c:v>
                </c:pt>
                <c:pt idx="2449">
                  <c:v>9</c:v>
                </c:pt>
                <c:pt idx="2450">
                  <c:v>9</c:v>
                </c:pt>
                <c:pt idx="2451">
                  <c:v>11</c:v>
                </c:pt>
                <c:pt idx="2452">
                  <c:v>13</c:v>
                </c:pt>
                <c:pt idx="2453">
                  <c:v>16</c:v>
                </c:pt>
                <c:pt idx="2454">
                  <c:v>8</c:v>
                </c:pt>
                <c:pt idx="2455">
                  <c:v>8</c:v>
                </c:pt>
                <c:pt idx="2456">
                  <c:v>8</c:v>
                </c:pt>
                <c:pt idx="2457">
                  <c:v>13</c:v>
                </c:pt>
                <c:pt idx="2458">
                  <c:v>10</c:v>
                </c:pt>
                <c:pt idx="2459">
                  <c:v>10</c:v>
                </c:pt>
                <c:pt idx="2460">
                  <c:v>9</c:v>
                </c:pt>
                <c:pt idx="2461">
                  <c:v>5</c:v>
                </c:pt>
                <c:pt idx="2462">
                  <c:v>10</c:v>
                </c:pt>
                <c:pt idx="2463">
                  <c:v>8</c:v>
                </c:pt>
                <c:pt idx="2464">
                  <c:v>10</c:v>
                </c:pt>
                <c:pt idx="2465">
                  <c:v>8</c:v>
                </c:pt>
                <c:pt idx="2466">
                  <c:v>12</c:v>
                </c:pt>
                <c:pt idx="2467">
                  <c:v>8</c:v>
                </c:pt>
                <c:pt idx="2468">
                  <c:v>7</c:v>
                </c:pt>
                <c:pt idx="2469">
                  <c:v>9</c:v>
                </c:pt>
                <c:pt idx="2470">
                  <c:v>9</c:v>
                </c:pt>
                <c:pt idx="2471">
                  <c:v>13</c:v>
                </c:pt>
                <c:pt idx="2472">
                  <c:v>11</c:v>
                </c:pt>
                <c:pt idx="2473">
                  <c:v>10</c:v>
                </c:pt>
                <c:pt idx="2474">
                  <c:v>7</c:v>
                </c:pt>
                <c:pt idx="2475">
                  <c:v>10</c:v>
                </c:pt>
                <c:pt idx="2476">
                  <c:v>10</c:v>
                </c:pt>
                <c:pt idx="2477">
                  <c:v>9</c:v>
                </c:pt>
                <c:pt idx="2478">
                  <c:v>7</c:v>
                </c:pt>
                <c:pt idx="2479">
                  <c:v>7</c:v>
                </c:pt>
                <c:pt idx="2480">
                  <c:v>11</c:v>
                </c:pt>
                <c:pt idx="2481">
                  <c:v>13</c:v>
                </c:pt>
                <c:pt idx="2482">
                  <c:v>5</c:v>
                </c:pt>
                <c:pt idx="2483">
                  <c:v>13</c:v>
                </c:pt>
                <c:pt idx="2484">
                  <c:v>8</c:v>
                </c:pt>
                <c:pt idx="2485">
                  <c:v>10</c:v>
                </c:pt>
                <c:pt idx="2486">
                  <c:v>8</c:v>
                </c:pt>
                <c:pt idx="2487">
                  <c:v>9</c:v>
                </c:pt>
                <c:pt idx="2488">
                  <c:v>9</c:v>
                </c:pt>
                <c:pt idx="2489">
                  <c:v>18</c:v>
                </c:pt>
                <c:pt idx="2490">
                  <c:v>12</c:v>
                </c:pt>
                <c:pt idx="2491">
                  <c:v>9</c:v>
                </c:pt>
                <c:pt idx="2492">
                  <c:v>7</c:v>
                </c:pt>
                <c:pt idx="2493">
                  <c:v>15</c:v>
                </c:pt>
                <c:pt idx="2494">
                  <c:v>5</c:v>
                </c:pt>
                <c:pt idx="2495">
                  <c:v>8</c:v>
                </c:pt>
                <c:pt idx="2496">
                  <c:v>11</c:v>
                </c:pt>
                <c:pt idx="2497">
                  <c:v>11</c:v>
                </c:pt>
                <c:pt idx="2498">
                  <c:v>6</c:v>
                </c:pt>
                <c:pt idx="2499">
                  <c:v>9</c:v>
                </c:pt>
                <c:pt idx="2500">
                  <c:v>7</c:v>
                </c:pt>
                <c:pt idx="2501">
                  <c:v>10</c:v>
                </c:pt>
                <c:pt idx="2502">
                  <c:v>9</c:v>
                </c:pt>
                <c:pt idx="2503">
                  <c:v>7</c:v>
                </c:pt>
                <c:pt idx="2504">
                  <c:v>9</c:v>
                </c:pt>
                <c:pt idx="2505">
                  <c:v>10</c:v>
                </c:pt>
                <c:pt idx="2506">
                  <c:v>10</c:v>
                </c:pt>
                <c:pt idx="2507">
                  <c:v>6</c:v>
                </c:pt>
                <c:pt idx="2508">
                  <c:v>9</c:v>
                </c:pt>
                <c:pt idx="2509">
                  <c:v>8</c:v>
                </c:pt>
                <c:pt idx="2510">
                  <c:v>8</c:v>
                </c:pt>
                <c:pt idx="2511">
                  <c:v>12</c:v>
                </c:pt>
                <c:pt idx="2512">
                  <c:v>8</c:v>
                </c:pt>
                <c:pt idx="2513">
                  <c:v>7</c:v>
                </c:pt>
                <c:pt idx="2514">
                  <c:v>11</c:v>
                </c:pt>
                <c:pt idx="2515">
                  <c:v>13</c:v>
                </c:pt>
                <c:pt idx="2516">
                  <c:v>10</c:v>
                </c:pt>
                <c:pt idx="2517">
                  <c:v>16</c:v>
                </c:pt>
                <c:pt idx="2518">
                  <c:v>9</c:v>
                </c:pt>
                <c:pt idx="2519">
                  <c:v>7</c:v>
                </c:pt>
                <c:pt idx="2520">
                  <c:v>8</c:v>
                </c:pt>
                <c:pt idx="2521">
                  <c:v>10</c:v>
                </c:pt>
                <c:pt idx="2522">
                  <c:v>5</c:v>
                </c:pt>
                <c:pt idx="2523">
                  <c:v>18</c:v>
                </c:pt>
                <c:pt idx="2524">
                  <c:v>8</c:v>
                </c:pt>
                <c:pt idx="2525">
                  <c:v>9</c:v>
                </c:pt>
                <c:pt idx="2526">
                  <c:v>11</c:v>
                </c:pt>
                <c:pt idx="2527">
                  <c:v>10</c:v>
                </c:pt>
                <c:pt idx="2528">
                  <c:v>11</c:v>
                </c:pt>
                <c:pt idx="2529">
                  <c:v>11</c:v>
                </c:pt>
                <c:pt idx="2530">
                  <c:v>6</c:v>
                </c:pt>
                <c:pt idx="2531">
                  <c:v>9</c:v>
                </c:pt>
                <c:pt idx="2532">
                  <c:v>6</c:v>
                </c:pt>
                <c:pt idx="2533">
                  <c:v>7</c:v>
                </c:pt>
                <c:pt idx="2534">
                  <c:v>8</c:v>
                </c:pt>
                <c:pt idx="2535">
                  <c:v>12</c:v>
                </c:pt>
                <c:pt idx="2536">
                  <c:v>8</c:v>
                </c:pt>
                <c:pt idx="2537">
                  <c:v>9</c:v>
                </c:pt>
                <c:pt idx="2538">
                  <c:v>8</c:v>
                </c:pt>
                <c:pt idx="2539">
                  <c:v>9</c:v>
                </c:pt>
                <c:pt idx="2540">
                  <c:v>12</c:v>
                </c:pt>
                <c:pt idx="2541">
                  <c:v>8</c:v>
                </c:pt>
                <c:pt idx="2542">
                  <c:v>4</c:v>
                </c:pt>
                <c:pt idx="2543">
                  <c:v>8</c:v>
                </c:pt>
                <c:pt idx="2544">
                  <c:v>10</c:v>
                </c:pt>
                <c:pt idx="2545">
                  <c:v>14</c:v>
                </c:pt>
                <c:pt idx="2546">
                  <c:v>12</c:v>
                </c:pt>
                <c:pt idx="2547">
                  <c:v>18</c:v>
                </c:pt>
                <c:pt idx="2548">
                  <c:v>10</c:v>
                </c:pt>
                <c:pt idx="2549">
                  <c:v>19</c:v>
                </c:pt>
                <c:pt idx="2550">
                  <c:v>13</c:v>
                </c:pt>
                <c:pt idx="2551">
                  <c:v>9</c:v>
                </c:pt>
                <c:pt idx="2552">
                  <c:v>13</c:v>
                </c:pt>
                <c:pt idx="2553">
                  <c:v>7</c:v>
                </c:pt>
                <c:pt idx="2554">
                  <c:v>11</c:v>
                </c:pt>
                <c:pt idx="2555">
                  <c:v>8</c:v>
                </c:pt>
                <c:pt idx="2556">
                  <c:v>9</c:v>
                </c:pt>
                <c:pt idx="2557">
                  <c:v>8</c:v>
                </c:pt>
                <c:pt idx="2558">
                  <c:v>10</c:v>
                </c:pt>
                <c:pt idx="2559">
                  <c:v>5</c:v>
                </c:pt>
                <c:pt idx="2560">
                  <c:v>9</c:v>
                </c:pt>
                <c:pt idx="2561">
                  <c:v>9</c:v>
                </c:pt>
                <c:pt idx="2562">
                  <c:v>9</c:v>
                </c:pt>
                <c:pt idx="2563">
                  <c:v>24</c:v>
                </c:pt>
                <c:pt idx="2564">
                  <c:v>10</c:v>
                </c:pt>
                <c:pt idx="2565">
                  <c:v>15</c:v>
                </c:pt>
                <c:pt idx="2566">
                  <c:v>19</c:v>
                </c:pt>
                <c:pt idx="2567">
                  <c:v>9</c:v>
                </c:pt>
                <c:pt idx="2568">
                  <c:v>8</c:v>
                </c:pt>
                <c:pt idx="2569">
                  <c:v>7</c:v>
                </c:pt>
                <c:pt idx="2570">
                  <c:v>12</c:v>
                </c:pt>
                <c:pt idx="2571">
                  <c:v>14</c:v>
                </c:pt>
                <c:pt idx="2572">
                  <c:v>6</c:v>
                </c:pt>
                <c:pt idx="2573">
                  <c:v>14</c:v>
                </c:pt>
                <c:pt idx="2574">
                  <c:v>11</c:v>
                </c:pt>
                <c:pt idx="2575">
                  <c:v>14</c:v>
                </c:pt>
                <c:pt idx="2576">
                  <c:v>10</c:v>
                </c:pt>
                <c:pt idx="2577">
                  <c:v>9</c:v>
                </c:pt>
                <c:pt idx="2578">
                  <c:v>11</c:v>
                </c:pt>
                <c:pt idx="2579">
                  <c:v>10</c:v>
                </c:pt>
                <c:pt idx="2580">
                  <c:v>7</c:v>
                </c:pt>
                <c:pt idx="2581">
                  <c:v>6</c:v>
                </c:pt>
                <c:pt idx="2582">
                  <c:v>8</c:v>
                </c:pt>
                <c:pt idx="2583">
                  <c:v>11</c:v>
                </c:pt>
                <c:pt idx="2584">
                  <c:v>11</c:v>
                </c:pt>
                <c:pt idx="2585">
                  <c:v>11</c:v>
                </c:pt>
                <c:pt idx="2586">
                  <c:v>9</c:v>
                </c:pt>
                <c:pt idx="2587">
                  <c:v>10</c:v>
                </c:pt>
                <c:pt idx="2588">
                  <c:v>9</c:v>
                </c:pt>
                <c:pt idx="2589">
                  <c:v>16</c:v>
                </c:pt>
                <c:pt idx="2590">
                  <c:v>10</c:v>
                </c:pt>
                <c:pt idx="2591">
                  <c:v>11</c:v>
                </c:pt>
                <c:pt idx="2592">
                  <c:v>9</c:v>
                </c:pt>
                <c:pt idx="2593">
                  <c:v>6</c:v>
                </c:pt>
                <c:pt idx="2594">
                  <c:v>10</c:v>
                </c:pt>
                <c:pt idx="2595">
                  <c:v>10</c:v>
                </c:pt>
                <c:pt idx="2596">
                  <c:v>8</c:v>
                </c:pt>
                <c:pt idx="2597">
                  <c:v>8</c:v>
                </c:pt>
                <c:pt idx="2598">
                  <c:v>16</c:v>
                </c:pt>
                <c:pt idx="2599">
                  <c:v>7</c:v>
                </c:pt>
                <c:pt idx="2600">
                  <c:v>11</c:v>
                </c:pt>
                <c:pt idx="2601">
                  <c:v>6</c:v>
                </c:pt>
                <c:pt idx="2602">
                  <c:v>10</c:v>
                </c:pt>
                <c:pt idx="2603">
                  <c:v>9</c:v>
                </c:pt>
                <c:pt idx="2604">
                  <c:v>10</c:v>
                </c:pt>
                <c:pt idx="2605">
                  <c:v>7</c:v>
                </c:pt>
                <c:pt idx="2606">
                  <c:v>11</c:v>
                </c:pt>
                <c:pt idx="2607">
                  <c:v>5</c:v>
                </c:pt>
                <c:pt idx="2608">
                  <c:v>8</c:v>
                </c:pt>
                <c:pt idx="2609">
                  <c:v>8</c:v>
                </c:pt>
                <c:pt idx="2610">
                  <c:v>24</c:v>
                </c:pt>
                <c:pt idx="2611">
                  <c:v>10</c:v>
                </c:pt>
                <c:pt idx="2612">
                  <c:v>9</c:v>
                </c:pt>
                <c:pt idx="2613">
                  <c:v>10</c:v>
                </c:pt>
                <c:pt idx="2614">
                  <c:v>11</c:v>
                </c:pt>
                <c:pt idx="2615">
                  <c:v>11</c:v>
                </c:pt>
                <c:pt idx="2616">
                  <c:v>11</c:v>
                </c:pt>
                <c:pt idx="2617">
                  <c:v>7</c:v>
                </c:pt>
                <c:pt idx="2618">
                  <c:v>5</c:v>
                </c:pt>
                <c:pt idx="2619">
                  <c:v>7</c:v>
                </c:pt>
                <c:pt idx="2620">
                  <c:v>7</c:v>
                </c:pt>
                <c:pt idx="2621">
                  <c:v>19</c:v>
                </c:pt>
                <c:pt idx="2622">
                  <c:v>12</c:v>
                </c:pt>
                <c:pt idx="2623">
                  <c:v>10</c:v>
                </c:pt>
                <c:pt idx="2624">
                  <c:v>4</c:v>
                </c:pt>
                <c:pt idx="2625">
                  <c:v>12</c:v>
                </c:pt>
                <c:pt idx="2626">
                  <c:v>5</c:v>
                </c:pt>
                <c:pt idx="2627">
                  <c:v>13</c:v>
                </c:pt>
                <c:pt idx="2628">
                  <c:v>8</c:v>
                </c:pt>
                <c:pt idx="2629">
                  <c:v>5</c:v>
                </c:pt>
                <c:pt idx="2630">
                  <c:v>11</c:v>
                </c:pt>
                <c:pt idx="2631">
                  <c:v>9</c:v>
                </c:pt>
                <c:pt idx="2632">
                  <c:v>11</c:v>
                </c:pt>
                <c:pt idx="2633">
                  <c:v>10</c:v>
                </c:pt>
                <c:pt idx="2634">
                  <c:v>11</c:v>
                </c:pt>
                <c:pt idx="2635">
                  <c:v>10</c:v>
                </c:pt>
                <c:pt idx="2636">
                  <c:v>8</c:v>
                </c:pt>
                <c:pt idx="2637">
                  <c:v>9</c:v>
                </c:pt>
                <c:pt idx="2638">
                  <c:v>6</c:v>
                </c:pt>
                <c:pt idx="2639">
                  <c:v>6</c:v>
                </c:pt>
                <c:pt idx="2640">
                  <c:v>9</c:v>
                </c:pt>
                <c:pt idx="2641">
                  <c:v>12</c:v>
                </c:pt>
                <c:pt idx="2642">
                  <c:v>8</c:v>
                </c:pt>
                <c:pt idx="2643">
                  <c:v>9</c:v>
                </c:pt>
                <c:pt idx="2644">
                  <c:v>12</c:v>
                </c:pt>
                <c:pt idx="2645">
                  <c:v>9</c:v>
                </c:pt>
                <c:pt idx="2646">
                  <c:v>11</c:v>
                </c:pt>
                <c:pt idx="2647">
                  <c:v>7</c:v>
                </c:pt>
                <c:pt idx="2648">
                  <c:v>9</c:v>
                </c:pt>
                <c:pt idx="2649">
                  <c:v>12</c:v>
                </c:pt>
                <c:pt idx="2650">
                  <c:v>10</c:v>
                </c:pt>
                <c:pt idx="2651">
                  <c:v>7</c:v>
                </c:pt>
                <c:pt idx="2652">
                  <c:v>14</c:v>
                </c:pt>
                <c:pt idx="2653">
                  <c:v>13</c:v>
                </c:pt>
                <c:pt idx="2654">
                  <c:v>11</c:v>
                </c:pt>
                <c:pt idx="2655">
                  <c:v>16</c:v>
                </c:pt>
                <c:pt idx="2656">
                  <c:v>8</c:v>
                </c:pt>
                <c:pt idx="2657">
                  <c:v>8</c:v>
                </c:pt>
                <c:pt idx="2658">
                  <c:v>15</c:v>
                </c:pt>
                <c:pt idx="2659">
                  <c:v>9</c:v>
                </c:pt>
                <c:pt idx="2660">
                  <c:v>10</c:v>
                </c:pt>
                <c:pt idx="2661">
                  <c:v>13</c:v>
                </c:pt>
                <c:pt idx="2662">
                  <c:v>11</c:v>
                </c:pt>
                <c:pt idx="2663">
                  <c:v>8</c:v>
                </c:pt>
                <c:pt idx="2664">
                  <c:v>11</c:v>
                </c:pt>
                <c:pt idx="2665">
                  <c:v>7</c:v>
                </c:pt>
                <c:pt idx="2666">
                  <c:v>8</c:v>
                </c:pt>
                <c:pt idx="2667">
                  <c:v>10</c:v>
                </c:pt>
                <c:pt idx="2668">
                  <c:v>8</c:v>
                </c:pt>
                <c:pt idx="2669">
                  <c:v>14</c:v>
                </c:pt>
                <c:pt idx="2670">
                  <c:v>18</c:v>
                </c:pt>
                <c:pt idx="2671">
                  <c:v>7</c:v>
                </c:pt>
                <c:pt idx="2672">
                  <c:v>8</c:v>
                </c:pt>
                <c:pt idx="2673">
                  <c:v>10</c:v>
                </c:pt>
                <c:pt idx="2674">
                  <c:v>11</c:v>
                </c:pt>
                <c:pt idx="2675">
                  <c:v>11</c:v>
                </c:pt>
                <c:pt idx="2676">
                  <c:v>8</c:v>
                </c:pt>
                <c:pt idx="2677">
                  <c:v>8</c:v>
                </c:pt>
                <c:pt idx="2678">
                  <c:v>11</c:v>
                </c:pt>
                <c:pt idx="2679">
                  <c:v>11</c:v>
                </c:pt>
                <c:pt idx="2680">
                  <c:v>9</c:v>
                </c:pt>
                <c:pt idx="2681">
                  <c:v>6</c:v>
                </c:pt>
                <c:pt idx="2682">
                  <c:v>9</c:v>
                </c:pt>
                <c:pt idx="2683">
                  <c:v>6</c:v>
                </c:pt>
                <c:pt idx="2684">
                  <c:v>8</c:v>
                </c:pt>
                <c:pt idx="2685">
                  <c:v>7</c:v>
                </c:pt>
                <c:pt idx="2686">
                  <c:v>5</c:v>
                </c:pt>
                <c:pt idx="2687">
                  <c:v>5</c:v>
                </c:pt>
                <c:pt idx="2688">
                  <c:v>12</c:v>
                </c:pt>
                <c:pt idx="2689">
                  <c:v>11</c:v>
                </c:pt>
                <c:pt idx="2690">
                  <c:v>11</c:v>
                </c:pt>
                <c:pt idx="2691">
                  <c:v>20</c:v>
                </c:pt>
                <c:pt idx="2692">
                  <c:v>6</c:v>
                </c:pt>
                <c:pt idx="2693">
                  <c:v>10</c:v>
                </c:pt>
                <c:pt idx="2694">
                  <c:v>13</c:v>
                </c:pt>
                <c:pt idx="2695">
                  <c:v>11</c:v>
                </c:pt>
                <c:pt idx="2696">
                  <c:v>10</c:v>
                </c:pt>
                <c:pt idx="2697">
                  <c:v>12</c:v>
                </c:pt>
                <c:pt idx="2698">
                  <c:v>7</c:v>
                </c:pt>
                <c:pt idx="2699">
                  <c:v>11</c:v>
                </c:pt>
                <c:pt idx="2700">
                  <c:v>9</c:v>
                </c:pt>
                <c:pt idx="2701">
                  <c:v>9</c:v>
                </c:pt>
                <c:pt idx="2702">
                  <c:v>19</c:v>
                </c:pt>
                <c:pt idx="2703">
                  <c:v>9</c:v>
                </c:pt>
                <c:pt idx="2704">
                  <c:v>7</c:v>
                </c:pt>
                <c:pt idx="2705">
                  <c:v>12</c:v>
                </c:pt>
                <c:pt idx="2706">
                  <c:v>6</c:v>
                </c:pt>
                <c:pt idx="2707">
                  <c:v>8</c:v>
                </c:pt>
                <c:pt idx="2708">
                  <c:v>13</c:v>
                </c:pt>
                <c:pt idx="2709">
                  <c:v>7</c:v>
                </c:pt>
                <c:pt idx="2710">
                  <c:v>11</c:v>
                </c:pt>
                <c:pt idx="2711">
                  <c:v>7</c:v>
                </c:pt>
                <c:pt idx="2712">
                  <c:v>11</c:v>
                </c:pt>
                <c:pt idx="2713">
                  <c:v>10</c:v>
                </c:pt>
                <c:pt idx="2714">
                  <c:v>11</c:v>
                </c:pt>
                <c:pt idx="2715">
                  <c:v>17</c:v>
                </c:pt>
                <c:pt idx="2716">
                  <c:v>11</c:v>
                </c:pt>
                <c:pt idx="2717">
                  <c:v>8</c:v>
                </c:pt>
                <c:pt idx="2718">
                  <c:v>10</c:v>
                </c:pt>
                <c:pt idx="2719">
                  <c:v>8</c:v>
                </c:pt>
                <c:pt idx="2720">
                  <c:v>2</c:v>
                </c:pt>
                <c:pt idx="2721">
                  <c:v>11</c:v>
                </c:pt>
                <c:pt idx="2722">
                  <c:v>9</c:v>
                </c:pt>
                <c:pt idx="2723">
                  <c:v>11</c:v>
                </c:pt>
                <c:pt idx="2724">
                  <c:v>13</c:v>
                </c:pt>
                <c:pt idx="2725">
                  <c:v>11</c:v>
                </c:pt>
                <c:pt idx="2726">
                  <c:v>15</c:v>
                </c:pt>
                <c:pt idx="2727">
                  <c:v>13</c:v>
                </c:pt>
                <c:pt idx="2728">
                  <c:v>9</c:v>
                </c:pt>
                <c:pt idx="2729">
                  <c:v>7</c:v>
                </c:pt>
                <c:pt idx="2730">
                  <c:v>15</c:v>
                </c:pt>
                <c:pt idx="2731">
                  <c:v>9</c:v>
                </c:pt>
                <c:pt idx="2732">
                  <c:v>17</c:v>
                </c:pt>
                <c:pt idx="2733">
                  <c:v>5</c:v>
                </c:pt>
                <c:pt idx="2734">
                  <c:v>6</c:v>
                </c:pt>
                <c:pt idx="2735">
                  <c:v>9</c:v>
                </c:pt>
                <c:pt idx="2736">
                  <c:v>5</c:v>
                </c:pt>
                <c:pt idx="2737">
                  <c:v>12</c:v>
                </c:pt>
                <c:pt idx="2738">
                  <c:v>13</c:v>
                </c:pt>
                <c:pt idx="2739">
                  <c:v>7</c:v>
                </c:pt>
                <c:pt idx="2740">
                  <c:v>9</c:v>
                </c:pt>
                <c:pt idx="2741">
                  <c:v>7</c:v>
                </c:pt>
                <c:pt idx="2742">
                  <c:v>10</c:v>
                </c:pt>
                <c:pt idx="2743">
                  <c:v>10</c:v>
                </c:pt>
                <c:pt idx="2744">
                  <c:v>9</c:v>
                </c:pt>
                <c:pt idx="2745">
                  <c:v>10</c:v>
                </c:pt>
                <c:pt idx="2746">
                  <c:v>9</c:v>
                </c:pt>
                <c:pt idx="2747">
                  <c:v>10</c:v>
                </c:pt>
                <c:pt idx="2748">
                  <c:v>6</c:v>
                </c:pt>
                <c:pt idx="2749">
                  <c:v>11</c:v>
                </c:pt>
                <c:pt idx="2750">
                  <c:v>9</c:v>
                </c:pt>
                <c:pt idx="2751">
                  <c:v>7</c:v>
                </c:pt>
                <c:pt idx="2752">
                  <c:v>15</c:v>
                </c:pt>
                <c:pt idx="2753">
                  <c:v>15</c:v>
                </c:pt>
                <c:pt idx="2754">
                  <c:v>9</c:v>
                </c:pt>
                <c:pt idx="2755">
                  <c:v>10</c:v>
                </c:pt>
                <c:pt idx="2756">
                  <c:v>10</c:v>
                </c:pt>
                <c:pt idx="2757">
                  <c:v>6</c:v>
                </c:pt>
                <c:pt idx="2758">
                  <c:v>13</c:v>
                </c:pt>
                <c:pt idx="2759">
                  <c:v>9</c:v>
                </c:pt>
                <c:pt idx="2760">
                  <c:v>10</c:v>
                </c:pt>
                <c:pt idx="2761">
                  <c:v>5</c:v>
                </c:pt>
                <c:pt idx="2762">
                  <c:v>11</c:v>
                </c:pt>
                <c:pt idx="2763">
                  <c:v>10</c:v>
                </c:pt>
                <c:pt idx="2764">
                  <c:v>7</c:v>
                </c:pt>
                <c:pt idx="2765">
                  <c:v>17</c:v>
                </c:pt>
                <c:pt idx="2766">
                  <c:v>13</c:v>
                </c:pt>
                <c:pt idx="2767">
                  <c:v>21</c:v>
                </c:pt>
                <c:pt idx="2768">
                  <c:v>9</c:v>
                </c:pt>
                <c:pt idx="2769">
                  <c:v>10</c:v>
                </c:pt>
                <c:pt idx="2770">
                  <c:v>17</c:v>
                </c:pt>
                <c:pt idx="2771">
                  <c:v>6</c:v>
                </c:pt>
                <c:pt idx="2772">
                  <c:v>11</c:v>
                </c:pt>
                <c:pt idx="2773">
                  <c:v>10</c:v>
                </c:pt>
                <c:pt idx="2774">
                  <c:v>9</c:v>
                </c:pt>
                <c:pt idx="2775">
                  <c:v>9</c:v>
                </c:pt>
                <c:pt idx="2776">
                  <c:v>10</c:v>
                </c:pt>
                <c:pt idx="2777">
                  <c:v>9</c:v>
                </c:pt>
                <c:pt idx="2778">
                  <c:v>7</c:v>
                </c:pt>
                <c:pt idx="2779">
                  <c:v>9</c:v>
                </c:pt>
                <c:pt idx="2780">
                  <c:v>10</c:v>
                </c:pt>
                <c:pt idx="2781">
                  <c:v>12</c:v>
                </c:pt>
                <c:pt idx="2782">
                  <c:v>7</c:v>
                </c:pt>
                <c:pt idx="2783">
                  <c:v>10</c:v>
                </c:pt>
                <c:pt idx="2784">
                  <c:v>8</c:v>
                </c:pt>
                <c:pt idx="2785">
                  <c:v>9</c:v>
                </c:pt>
                <c:pt idx="2786">
                  <c:v>6</c:v>
                </c:pt>
                <c:pt idx="2787">
                  <c:v>6</c:v>
                </c:pt>
                <c:pt idx="2788">
                  <c:v>17</c:v>
                </c:pt>
                <c:pt idx="2789">
                  <c:v>6</c:v>
                </c:pt>
                <c:pt idx="2790">
                  <c:v>14</c:v>
                </c:pt>
                <c:pt idx="2791">
                  <c:v>9</c:v>
                </c:pt>
                <c:pt idx="2792">
                  <c:v>11</c:v>
                </c:pt>
                <c:pt idx="2793">
                  <c:v>11</c:v>
                </c:pt>
                <c:pt idx="2794">
                  <c:v>10</c:v>
                </c:pt>
                <c:pt idx="2795">
                  <c:v>11</c:v>
                </c:pt>
                <c:pt idx="2796">
                  <c:v>11</c:v>
                </c:pt>
                <c:pt idx="2797">
                  <c:v>11</c:v>
                </c:pt>
                <c:pt idx="2798">
                  <c:v>8</c:v>
                </c:pt>
                <c:pt idx="2799">
                  <c:v>9</c:v>
                </c:pt>
                <c:pt idx="2800">
                  <c:v>11</c:v>
                </c:pt>
                <c:pt idx="2801">
                  <c:v>17</c:v>
                </c:pt>
                <c:pt idx="2802">
                  <c:v>10</c:v>
                </c:pt>
                <c:pt idx="2803">
                  <c:v>11</c:v>
                </c:pt>
                <c:pt idx="2804">
                  <c:v>10</c:v>
                </c:pt>
                <c:pt idx="2805">
                  <c:v>10</c:v>
                </c:pt>
                <c:pt idx="2806">
                  <c:v>13</c:v>
                </c:pt>
                <c:pt idx="2807">
                  <c:v>8</c:v>
                </c:pt>
                <c:pt idx="2808">
                  <c:v>12</c:v>
                </c:pt>
                <c:pt idx="2809">
                  <c:v>9</c:v>
                </c:pt>
                <c:pt idx="2810">
                  <c:v>11</c:v>
                </c:pt>
                <c:pt idx="2811">
                  <c:v>11</c:v>
                </c:pt>
                <c:pt idx="2812">
                  <c:v>11</c:v>
                </c:pt>
                <c:pt idx="2813">
                  <c:v>7</c:v>
                </c:pt>
                <c:pt idx="2814">
                  <c:v>18</c:v>
                </c:pt>
                <c:pt idx="2815">
                  <c:v>11</c:v>
                </c:pt>
                <c:pt idx="2816">
                  <c:v>9</c:v>
                </c:pt>
                <c:pt idx="2817">
                  <c:v>12</c:v>
                </c:pt>
                <c:pt idx="2818">
                  <c:v>9</c:v>
                </c:pt>
                <c:pt idx="2819">
                  <c:v>18</c:v>
                </c:pt>
                <c:pt idx="2820">
                  <c:v>11</c:v>
                </c:pt>
                <c:pt idx="2821">
                  <c:v>10</c:v>
                </c:pt>
                <c:pt idx="2822">
                  <c:v>12</c:v>
                </c:pt>
                <c:pt idx="2823">
                  <c:v>8</c:v>
                </c:pt>
                <c:pt idx="2824">
                  <c:v>12</c:v>
                </c:pt>
                <c:pt idx="2825">
                  <c:v>9</c:v>
                </c:pt>
                <c:pt idx="2826">
                  <c:v>9</c:v>
                </c:pt>
                <c:pt idx="2827">
                  <c:v>12</c:v>
                </c:pt>
                <c:pt idx="2828">
                  <c:v>8</c:v>
                </c:pt>
                <c:pt idx="2829">
                  <c:v>18</c:v>
                </c:pt>
                <c:pt idx="2830">
                  <c:v>5</c:v>
                </c:pt>
                <c:pt idx="2831">
                  <c:v>6</c:v>
                </c:pt>
                <c:pt idx="2832">
                  <c:v>15</c:v>
                </c:pt>
                <c:pt idx="2833">
                  <c:v>9</c:v>
                </c:pt>
                <c:pt idx="2834">
                  <c:v>9</c:v>
                </c:pt>
                <c:pt idx="2835">
                  <c:v>13</c:v>
                </c:pt>
                <c:pt idx="2836">
                  <c:v>15</c:v>
                </c:pt>
                <c:pt idx="2837">
                  <c:v>9</c:v>
                </c:pt>
                <c:pt idx="2838">
                  <c:v>8</c:v>
                </c:pt>
                <c:pt idx="2839">
                  <c:v>10</c:v>
                </c:pt>
                <c:pt idx="2840">
                  <c:v>13</c:v>
                </c:pt>
                <c:pt idx="2841">
                  <c:v>13</c:v>
                </c:pt>
                <c:pt idx="2842">
                  <c:v>12</c:v>
                </c:pt>
                <c:pt idx="2843">
                  <c:v>11</c:v>
                </c:pt>
                <c:pt idx="2844">
                  <c:v>6</c:v>
                </c:pt>
                <c:pt idx="2845">
                  <c:v>8</c:v>
                </c:pt>
                <c:pt idx="2846">
                  <c:v>14</c:v>
                </c:pt>
                <c:pt idx="2847">
                  <c:v>6</c:v>
                </c:pt>
                <c:pt idx="2848">
                  <c:v>8</c:v>
                </c:pt>
                <c:pt idx="2849">
                  <c:v>11</c:v>
                </c:pt>
                <c:pt idx="2850">
                  <c:v>8</c:v>
                </c:pt>
                <c:pt idx="2851">
                  <c:v>9</c:v>
                </c:pt>
                <c:pt idx="2852">
                  <c:v>8</c:v>
                </c:pt>
                <c:pt idx="2853">
                  <c:v>8</c:v>
                </c:pt>
                <c:pt idx="2854">
                  <c:v>12</c:v>
                </c:pt>
                <c:pt idx="2855">
                  <c:v>4</c:v>
                </c:pt>
                <c:pt idx="2856">
                  <c:v>6</c:v>
                </c:pt>
                <c:pt idx="2857">
                  <c:v>5</c:v>
                </c:pt>
                <c:pt idx="2858">
                  <c:v>7</c:v>
                </c:pt>
                <c:pt idx="2859">
                  <c:v>6</c:v>
                </c:pt>
                <c:pt idx="2860">
                  <c:v>9</c:v>
                </c:pt>
                <c:pt idx="2861">
                  <c:v>9</c:v>
                </c:pt>
                <c:pt idx="2862">
                  <c:v>8</c:v>
                </c:pt>
                <c:pt idx="2863">
                  <c:v>11</c:v>
                </c:pt>
                <c:pt idx="2864">
                  <c:v>13</c:v>
                </c:pt>
                <c:pt idx="2865">
                  <c:v>10</c:v>
                </c:pt>
                <c:pt idx="2866">
                  <c:v>12</c:v>
                </c:pt>
                <c:pt idx="2867">
                  <c:v>11</c:v>
                </c:pt>
                <c:pt idx="2868">
                  <c:v>7</c:v>
                </c:pt>
                <c:pt idx="2869">
                  <c:v>11</c:v>
                </c:pt>
                <c:pt idx="2870">
                  <c:v>8</c:v>
                </c:pt>
                <c:pt idx="2871">
                  <c:v>7</c:v>
                </c:pt>
                <c:pt idx="2872">
                  <c:v>9</c:v>
                </c:pt>
                <c:pt idx="2873">
                  <c:v>8</c:v>
                </c:pt>
                <c:pt idx="2874">
                  <c:v>20</c:v>
                </c:pt>
                <c:pt idx="2875">
                  <c:v>9</c:v>
                </c:pt>
                <c:pt idx="2876">
                  <c:v>18</c:v>
                </c:pt>
                <c:pt idx="2877">
                  <c:v>7</c:v>
                </c:pt>
                <c:pt idx="2878">
                  <c:v>10</c:v>
                </c:pt>
                <c:pt idx="2879">
                  <c:v>10</c:v>
                </c:pt>
                <c:pt idx="2880">
                  <c:v>11</c:v>
                </c:pt>
                <c:pt idx="2881">
                  <c:v>7</c:v>
                </c:pt>
                <c:pt idx="2882">
                  <c:v>9</c:v>
                </c:pt>
                <c:pt idx="2883">
                  <c:v>5</c:v>
                </c:pt>
                <c:pt idx="2884">
                  <c:v>9</c:v>
                </c:pt>
                <c:pt idx="2885">
                  <c:v>11</c:v>
                </c:pt>
                <c:pt idx="2886">
                  <c:v>5</c:v>
                </c:pt>
                <c:pt idx="2887">
                  <c:v>6</c:v>
                </c:pt>
                <c:pt idx="2888">
                  <c:v>9</c:v>
                </c:pt>
                <c:pt idx="2889">
                  <c:v>15</c:v>
                </c:pt>
                <c:pt idx="2890">
                  <c:v>9</c:v>
                </c:pt>
                <c:pt idx="2891">
                  <c:v>7</c:v>
                </c:pt>
                <c:pt idx="2892">
                  <c:v>5</c:v>
                </c:pt>
                <c:pt idx="2893">
                  <c:v>10</c:v>
                </c:pt>
                <c:pt idx="2894">
                  <c:v>8</c:v>
                </c:pt>
                <c:pt idx="2895">
                  <c:v>10</c:v>
                </c:pt>
                <c:pt idx="2896">
                  <c:v>7</c:v>
                </c:pt>
                <c:pt idx="2897">
                  <c:v>10</c:v>
                </c:pt>
                <c:pt idx="2898">
                  <c:v>9</c:v>
                </c:pt>
                <c:pt idx="2899">
                  <c:v>10</c:v>
                </c:pt>
                <c:pt idx="2900">
                  <c:v>18</c:v>
                </c:pt>
                <c:pt idx="2901">
                  <c:v>13</c:v>
                </c:pt>
                <c:pt idx="2902">
                  <c:v>10</c:v>
                </c:pt>
                <c:pt idx="2903">
                  <c:v>10</c:v>
                </c:pt>
                <c:pt idx="2904">
                  <c:v>13</c:v>
                </c:pt>
                <c:pt idx="2905">
                  <c:v>8</c:v>
                </c:pt>
                <c:pt idx="2906">
                  <c:v>11</c:v>
                </c:pt>
                <c:pt idx="2907">
                  <c:v>8</c:v>
                </c:pt>
                <c:pt idx="2908">
                  <c:v>12</c:v>
                </c:pt>
                <c:pt idx="2909">
                  <c:v>8</c:v>
                </c:pt>
                <c:pt idx="2910">
                  <c:v>9</c:v>
                </c:pt>
                <c:pt idx="2911">
                  <c:v>10</c:v>
                </c:pt>
                <c:pt idx="2912">
                  <c:v>13</c:v>
                </c:pt>
                <c:pt idx="2913">
                  <c:v>10</c:v>
                </c:pt>
                <c:pt idx="2914">
                  <c:v>8</c:v>
                </c:pt>
                <c:pt idx="2915">
                  <c:v>14</c:v>
                </c:pt>
                <c:pt idx="2916">
                  <c:v>18</c:v>
                </c:pt>
                <c:pt idx="2917">
                  <c:v>11</c:v>
                </c:pt>
                <c:pt idx="2918">
                  <c:v>27</c:v>
                </c:pt>
                <c:pt idx="2919">
                  <c:v>13</c:v>
                </c:pt>
                <c:pt idx="2920">
                  <c:v>10</c:v>
                </c:pt>
                <c:pt idx="2921">
                  <c:v>14</c:v>
                </c:pt>
                <c:pt idx="2922">
                  <c:v>7</c:v>
                </c:pt>
                <c:pt idx="2923">
                  <c:v>9</c:v>
                </c:pt>
                <c:pt idx="2924">
                  <c:v>11</c:v>
                </c:pt>
                <c:pt idx="2925">
                  <c:v>7</c:v>
                </c:pt>
                <c:pt idx="2926">
                  <c:v>17</c:v>
                </c:pt>
                <c:pt idx="2927">
                  <c:v>8</c:v>
                </c:pt>
                <c:pt idx="2928">
                  <c:v>14</c:v>
                </c:pt>
                <c:pt idx="2929">
                  <c:v>6</c:v>
                </c:pt>
                <c:pt idx="2930">
                  <c:v>11</c:v>
                </c:pt>
                <c:pt idx="2931">
                  <c:v>10</c:v>
                </c:pt>
                <c:pt idx="2932">
                  <c:v>20</c:v>
                </c:pt>
                <c:pt idx="2933">
                  <c:v>7</c:v>
                </c:pt>
                <c:pt idx="2934">
                  <c:v>11</c:v>
                </c:pt>
                <c:pt idx="2935">
                  <c:v>7</c:v>
                </c:pt>
                <c:pt idx="2936">
                  <c:v>10</c:v>
                </c:pt>
                <c:pt idx="2937">
                  <c:v>7</c:v>
                </c:pt>
                <c:pt idx="2938">
                  <c:v>9</c:v>
                </c:pt>
                <c:pt idx="2939">
                  <c:v>18</c:v>
                </c:pt>
                <c:pt idx="2940">
                  <c:v>6</c:v>
                </c:pt>
                <c:pt idx="2941">
                  <c:v>6</c:v>
                </c:pt>
                <c:pt idx="2942">
                  <c:v>8</c:v>
                </c:pt>
                <c:pt idx="2943">
                  <c:v>9</c:v>
                </c:pt>
                <c:pt idx="2944">
                  <c:v>12</c:v>
                </c:pt>
                <c:pt idx="2945">
                  <c:v>12</c:v>
                </c:pt>
                <c:pt idx="2946">
                  <c:v>7</c:v>
                </c:pt>
                <c:pt idx="2947">
                  <c:v>9</c:v>
                </c:pt>
                <c:pt idx="2948">
                  <c:v>11</c:v>
                </c:pt>
                <c:pt idx="2949">
                  <c:v>8</c:v>
                </c:pt>
                <c:pt idx="2950">
                  <c:v>8</c:v>
                </c:pt>
                <c:pt idx="2951">
                  <c:v>10</c:v>
                </c:pt>
                <c:pt idx="2952">
                  <c:v>6</c:v>
                </c:pt>
                <c:pt idx="2953">
                  <c:v>8</c:v>
                </c:pt>
                <c:pt idx="2954">
                  <c:v>8</c:v>
                </c:pt>
                <c:pt idx="2955">
                  <c:v>13</c:v>
                </c:pt>
                <c:pt idx="2956">
                  <c:v>9</c:v>
                </c:pt>
                <c:pt idx="2957">
                  <c:v>8</c:v>
                </c:pt>
                <c:pt idx="2958">
                  <c:v>7</c:v>
                </c:pt>
                <c:pt idx="2959">
                  <c:v>12</c:v>
                </c:pt>
                <c:pt idx="2960">
                  <c:v>10</c:v>
                </c:pt>
                <c:pt idx="2961">
                  <c:v>5</c:v>
                </c:pt>
                <c:pt idx="2962">
                  <c:v>18</c:v>
                </c:pt>
                <c:pt idx="2963">
                  <c:v>12</c:v>
                </c:pt>
                <c:pt idx="2964">
                  <c:v>10</c:v>
                </c:pt>
                <c:pt idx="2965">
                  <c:v>10</c:v>
                </c:pt>
                <c:pt idx="2966">
                  <c:v>10</c:v>
                </c:pt>
                <c:pt idx="2967">
                  <c:v>6</c:v>
                </c:pt>
                <c:pt idx="2968">
                  <c:v>13</c:v>
                </c:pt>
                <c:pt idx="2969">
                  <c:v>13</c:v>
                </c:pt>
                <c:pt idx="2970">
                  <c:v>7</c:v>
                </c:pt>
                <c:pt idx="2971">
                  <c:v>14</c:v>
                </c:pt>
                <c:pt idx="2972">
                  <c:v>9</c:v>
                </c:pt>
                <c:pt idx="2973">
                  <c:v>12</c:v>
                </c:pt>
                <c:pt idx="2974">
                  <c:v>6</c:v>
                </c:pt>
                <c:pt idx="2975">
                  <c:v>10</c:v>
                </c:pt>
                <c:pt idx="2976">
                  <c:v>9</c:v>
                </c:pt>
                <c:pt idx="2977">
                  <c:v>13</c:v>
                </c:pt>
                <c:pt idx="2978">
                  <c:v>10</c:v>
                </c:pt>
                <c:pt idx="2979">
                  <c:v>11</c:v>
                </c:pt>
                <c:pt idx="2980">
                  <c:v>7</c:v>
                </c:pt>
                <c:pt idx="2981">
                  <c:v>18</c:v>
                </c:pt>
                <c:pt idx="2982">
                  <c:v>14</c:v>
                </c:pt>
                <c:pt idx="2983">
                  <c:v>10</c:v>
                </c:pt>
                <c:pt idx="2984">
                  <c:v>9</c:v>
                </c:pt>
                <c:pt idx="2985">
                  <c:v>13</c:v>
                </c:pt>
                <c:pt idx="2986">
                  <c:v>10</c:v>
                </c:pt>
                <c:pt idx="2987">
                  <c:v>4</c:v>
                </c:pt>
                <c:pt idx="2988">
                  <c:v>11</c:v>
                </c:pt>
                <c:pt idx="2989">
                  <c:v>9</c:v>
                </c:pt>
                <c:pt idx="2990">
                  <c:v>9</c:v>
                </c:pt>
                <c:pt idx="2991">
                  <c:v>8</c:v>
                </c:pt>
                <c:pt idx="2992">
                  <c:v>4</c:v>
                </c:pt>
                <c:pt idx="2993">
                  <c:v>9</c:v>
                </c:pt>
                <c:pt idx="2994">
                  <c:v>10</c:v>
                </c:pt>
                <c:pt idx="2995">
                  <c:v>10</c:v>
                </c:pt>
                <c:pt idx="2996">
                  <c:v>7</c:v>
                </c:pt>
                <c:pt idx="2997">
                  <c:v>8</c:v>
                </c:pt>
                <c:pt idx="2998">
                  <c:v>9</c:v>
                </c:pt>
                <c:pt idx="2999">
                  <c:v>15</c:v>
                </c:pt>
                <c:pt idx="3000">
                  <c:v>8</c:v>
                </c:pt>
                <c:pt idx="3001">
                  <c:v>12</c:v>
                </c:pt>
                <c:pt idx="3002">
                  <c:v>8</c:v>
                </c:pt>
                <c:pt idx="3003">
                  <c:v>10</c:v>
                </c:pt>
                <c:pt idx="3004">
                  <c:v>10</c:v>
                </c:pt>
                <c:pt idx="3005">
                  <c:v>9</c:v>
                </c:pt>
                <c:pt idx="3006">
                  <c:v>3</c:v>
                </c:pt>
                <c:pt idx="3007">
                  <c:v>10</c:v>
                </c:pt>
                <c:pt idx="3008">
                  <c:v>10</c:v>
                </c:pt>
                <c:pt idx="3009">
                  <c:v>9</c:v>
                </c:pt>
                <c:pt idx="3010">
                  <c:v>12</c:v>
                </c:pt>
                <c:pt idx="3011">
                  <c:v>5</c:v>
                </c:pt>
                <c:pt idx="3012">
                  <c:v>6</c:v>
                </c:pt>
                <c:pt idx="3013">
                  <c:v>9</c:v>
                </c:pt>
                <c:pt idx="3014">
                  <c:v>5</c:v>
                </c:pt>
                <c:pt idx="3015">
                  <c:v>9</c:v>
                </c:pt>
                <c:pt idx="3016">
                  <c:v>5</c:v>
                </c:pt>
                <c:pt idx="3017">
                  <c:v>9</c:v>
                </c:pt>
                <c:pt idx="3018">
                  <c:v>10</c:v>
                </c:pt>
                <c:pt idx="3019">
                  <c:v>10</c:v>
                </c:pt>
                <c:pt idx="3020">
                  <c:v>18</c:v>
                </c:pt>
                <c:pt idx="3021">
                  <c:v>11</c:v>
                </c:pt>
                <c:pt idx="3022">
                  <c:v>7</c:v>
                </c:pt>
                <c:pt idx="3023">
                  <c:v>6</c:v>
                </c:pt>
                <c:pt idx="3024">
                  <c:v>13</c:v>
                </c:pt>
                <c:pt idx="3025">
                  <c:v>11</c:v>
                </c:pt>
                <c:pt idx="3026">
                  <c:v>20</c:v>
                </c:pt>
                <c:pt idx="3027">
                  <c:v>4</c:v>
                </c:pt>
                <c:pt idx="3028">
                  <c:v>20</c:v>
                </c:pt>
                <c:pt idx="3029">
                  <c:v>9</c:v>
                </c:pt>
                <c:pt idx="3030">
                  <c:v>16</c:v>
                </c:pt>
                <c:pt idx="3031">
                  <c:v>11</c:v>
                </c:pt>
                <c:pt idx="3032">
                  <c:v>13</c:v>
                </c:pt>
                <c:pt idx="3033">
                  <c:v>10</c:v>
                </c:pt>
                <c:pt idx="3034">
                  <c:v>9</c:v>
                </c:pt>
                <c:pt idx="3035">
                  <c:v>7</c:v>
                </c:pt>
                <c:pt idx="3036">
                  <c:v>13</c:v>
                </c:pt>
                <c:pt idx="3037">
                  <c:v>13</c:v>
                </c:pt>
                <c:pt idx="3038">
                  <c:v>10</c:v>
                </c:pt>
                <c:pt idx="3039">
                  <c:v>6</c:v>
                </c:pt>
                <c:pt idx="3040">
                  <c:v>9</c:v>
                </c:pt>
                <c:pt idx="3041">
                  <c:v>10</c:v>
                </c:pt>
                <c:pt idx="3042">
                  <c:v>10</c:v>
                </c:pt>
                <c:pt idx="3043">
                  <c:v>14</c:v>
                </c:pt>
                <c:pt idx="3044">
                  <c:v>10</c:v>
                </c:pt>
                <c:pt idx="3045">
                  <c:v>11</c:v>
                </c:pt>
                <c:pt idx="3046">
                  <c:v>10</c:v>
                </c:pt>
                <c:pt idx="3047">
                  <c:v>11</c:v>
                </c:pt>
                <c:pt idx="3048">
                  <c:v>18</c:v>
                </c:pt>
                <c:pt idx="3049">
                  <c:v>9</c:v>
                </c:pt>
                <c:pt idx="3050">
                  <c:v>7</c:v>
                </c:pt>
                <c:pt idx="3051">
                  <c:v>7</c:v>
                </c:pt>
                <c:pt idx="3052">
                  <c:v>9</c:v>
                </c:pt>
                <c:pt idx="3053">
                  <c:v>7</c:v>
                </c:pt>
                <c:pt idx="3054">
                  <c:v>13</c:v>
                </c:pt>
                <c:pt idx="3055">
                  <c:v>12</c:v>
                </c:pt>
                <c:pt idx="3056">
                  <c:v>10</c:v>
                </c:pt>
                <c:pt idx="3057">
                  <c:v>9</c:v>
                </c:pt>
                <c:pt idx="3058">
                  <c:v>10</c:v>
                </c:pt>
                <c:pt idx="3059">
                  <c:v>9</c:v>
                </c:pt>
                <c:pt idx="3060">
                  <c:v>10</c:v>
                </c:pt>
                <c:pt idx="3061">
                  <c:v>7</c:v>
                </c:pt>
                <c:pt idx="3062">
                  <c:v>11</c:v>
                </c:pt>
                <c:pt idx="3063">
                  <c:v>10</c:v>
                </c:pt>
                <c:pt idx="3064">
                  <c:v>9</c:v>
                </c:pt>
                <c:pt idx="3065">
                  <c:v>10</c:v>
                </c:pt>
                <c:pt idx="3066">
                  <c:v>14</c:v>
                </c:pt>
                <c:pt idx="3067">
                  <c:v>8</c:v>
                </c:pt>
                <c:pt idx="3068">
                  <c:v>7</c:v>
                </c:pt>
                <c:pt idx="3069">
                  <c:v>12</c:v>
                </c:pt>
                <c:pt idx="3070">
                  <c:v>9</c:v>
                </c:pt>
                <c:pt idx="3071">
                  <c:v>11</c:v>
                </c:pt>
                <c:pt idx="3072">
                  <c:v>9</c:v>
                </c:pt>
                <c:pt idx="3073">
                  <c:v>9</c:v>
                </c:pt>
                <c:pt idx="3074">
                  <c:v>8</c:v>
                </c:pt>
                <c:pt idx="3075">
                  <c:v>6</c:v>
                </c:pt>
                <c:pt idx="3076">
                  <c:v>8</c:v>
                </c:pt>
                <c:pt idx="3077">
                  <c:v>9</c:v>
                </c:pt>
                <c:pt idx="3078">
                  <c:v>10</c:v>
                </c:pt>
                <c:pt idx="3079">
                  <c:v>7</c:v>
                </c:pt>
                <c:pt idx="3080">
                  <c:v>11</c:v>
                </c:pt>
                <c:pt idx="3081">
                  <c:v>9</c:v>
                </c:pt>
                <c:pt idx="3082">
                  <c:v>18</c:v>
                </c:pt>
                <c:pt idx="3083">
                  <c:v>11</c:v>
                </c:pt>
                <c:pt idx="3084">
                  <c:v>9</c:v>
                </c:pt>
                <c:pt idx="3085">
                  <c:v>11</c:v>
                </c:pt>
                <c:pt idx="3086">
                  <c:v>13</c:v>
                </c:pt>
                <c:pt idx="3087">
                  <c:v>10</c:v>
                </c:pt>
                <c:pt idx="3088">
                  <c:v>6</c:v>
                </c:pt>
                <c:pt idx="3089">
                  <c:v>20</c:v>
                </c:pt>
                <c:pt idx="3090">
                  <c:v>8</c:v>
                </c:pt>
                <c:pt idx="3091">
                  <c:v>10</c:v>
                </c:pt>
                <c:pt idx="3092">
                  <c:v>7</c:v>
                </c:pt>
                <c:pt idx="3093">
                  <c:v>8</c:v>
                </c:pt>
                <c:pt idx="3094">
                  <c:v>6</c:v>
                </c:pt>
                <c:pt idx="3095">
                  <c:v>7</c:v>
                </c:pt>
                <c:pt idx="3096">
                  <c:v>8</c:v>
                </c:pt>
                <c:pt idx="3097">
                  <c:v>12</c:v>
                </c:pt>
                <c:pt idx="3098">
                  <c:v>11</c:v>
                </c:pt>
                <c:pt idx="3099">
                  <c:v>18</c:v>
                </c:pt>
                <c:pt idx="3100">
                  <c:v>8</c:v>
                </c:pt>
                <c:pt idx="3101">
                  <c:v>12</c:v>
                </c:pt>
                <c:pt idx="3102">
                  <c:v>12</c:v>
                </c:pt>
                <c:pt idx="3103">
                  <c:v>18</c:v>
                </c:pt>
                <c:pt idx="3104">
                  <c:v>20</c:v>
                </c:pt>
                <c:pt idx="3105">
                  <c:v>7</c:v>
                </c:pt>
                <c:pt idx="3106">
                  <c:v>13</c:v>
                </c:pt>
                <c:pt idx="3107">
                  <c:v>9</c:v>
                </c:pt>
                <c:pt idx="3108">
                  <c:v>10</c:v>
                </c:pt>
                <c:pt idx="3109">
                  <c:v>6</c:v>
                </c:pt>
                <c:pt idx="3110">
                  <c:v>17</c:v>
                </c:pt>
                <c:pt idx="3111">
                  <c:v>7</c:v>
                </c:pt>
                <c:pt idx="3112">
                  <c:v>9</c:v>
                </c:pt>
                <c:pt idx="3113">
                  <c:v>10</c:v>
                </c:pt>
                <c:pt idx="3114">
                  <c:v>7</c:v>
                </c:pt>
                <c:pt idx="3115">
                  <c:v>7</c:v>
                </c:pt>
                <c:pt idx="3116">
                  <c:v>11</c:v>
                </c:pt>
                <c:pt idx="3117">
                  <c:v>9</c:v>
                </c:pt>
                <c:pt idx="3118">
                  <c:v>10</c:v>
                </c:pt>
                <c:pt idx="3119">
                  <c:v>6</c:v>
                </c:pt>
                <c:pt idx="3120">
                  <c:v>12</c:v>
                </c:pt>
                <c:pt idx="3121">
                  <c:v>12</c:v>
                </c:pt>
                <c:pt idx="3122">
                  <c:v>8</c:v>
                </c:pt>
                <c:pt idx="3123">
                  <c:v>20</c:v>
                </c:pt>
                <c:pt idx="3124">
                  <c:v>10</c:v>
                </c:pt>
                <c:pt idx="3125">
                  <c:v>4</c:v>
                </c:pt>
                <c:pt idx="3126">
                  <c:v>9</c:v>
                </c:pt>
                <c:pt idx="3127">
                  <c:v>7</c:v>
                </c:pt>
                <c:pt idx="3128">
                  <c:v>10</c:v>
                </c:pt>
                <c:pt idx="3129">
                  <c:v>17</c:v>
                </c:pt>
                <c:pt idx="3130">
                  <c:v>8</c:v>
                </c:pt>
                <c:pt idx="3131">
                  <c:v>10</c:v>
                </c:pt>
                <c:pt idx="3132">
                  <c:v>9</c:v>
                </c:pt>
                <c:pt idx="3133">
                  <c:v>10</c:v>
                </c:pt>
                <c:pt idx="3134">
                  <c:v>11</c:v>
                </c:pt>
                <c:pt idx="3135">
                  <c:v>7</c:v>
                </c:pt>
                <c:pt idx="3136">
                  <c:v>6</c:v>
                </c:pt>
                <c:pt idx="3137">
                  <c:v>10</c:v>
                </c:pt>
                <c:pt idx="3138">
                  <c:v>10</c:v>
                </c:pt>
                <c:pt idx="3139">
                  <c:v>17</c:v>
                </c:pt>
                <c:pt idx="3140">
                  <c:v>9</c:v>
                </c:pt>
                <c:pt idx="3141">
                  <c:v>14</c:v>
                </c:pt>
                <c:pt idx="3142">
                  <c:v>10</c:v>
                </c:pt>
                <c:pt idx="3143">
                  <c:v>11</c:v>
                </c:pt>
                <c:pt idx="3144">
                  <c:v>10</c:v>
                </c:pt>
                <c:pt idx="3145">
                  <c:v>10</c:v>
                </c:pt>
                <c:pt idx="3146">
                  <c:v>15</c:v>
                </c:pt>
                <c:pt idx="3147">
                  <c:v>10</c:v>
                </c:pt>
                <c:pt idx="3148">
                  <c:v>9</c:v>
                </c:pt>
                <c:pt idx="3149">
                  <c:v>16</c:v>
                </c:pt>
                <c:pt idx="3150">
                  <c:v>12</c:v>
                </c:pt>
                <c:pt idx="3151">
                  <c:v>8</c:v>
                </c:pt>
                <c:pt idx="3152">
                  <c:v>9</c:v>
                </c:pt>
                <c:pt idx="3153">
                  <c:v>10</c:v>
                </c:pt>
                <c:pt idx="3154">
                  <c:v>11</c:v>
                </c:pt>
                <c:pt idx="3155">
                  <c:v>10</c:v>
                </c:pt>
                <c:pt idx="3156">
                  <c:v>13</c:v>
                </c:pt>
                <c:pt idx="3157">
                  <c:v>11</c:v>
                </c:pt>
                <c:pt idx="3158">
                  <c:v>9</c:v>
                </c:pt>
                <c:pt idx="3159">
                  <c:v>11</c:v>
                </c:pt>
                <c:pt idx="3160">
                  <c:v>9</c:v>
                </c:pt>
                <c:pt idx="3161">
                  <c:v>3</c:v>
                </c:pt>
                <c:pt idx="3162">
                  <c:v>9</c:v>
                </c:pt>
                <c:pt idx="3163">
                  <c:v>7</c:v>
                </c:pt>
                <c:pt idx="3164">
                  <c:v>7</c:v>
                </c:pt>
                <c:pt idx="3165">
                  <c:v>10</c:v>
                </c:pt>
                <c:pt idx="3166">
                  <c:v>7</c:v>
                </c:pt>
                <c:pt idx="3167">
                  <c:v>10</c:v>
                </c:pt>
                <c:pt idx="3168">
                  <c:v>7</c:v>
                </c:pt>
                <c:pt idx="3169">
                  <c:v>8</c:v>
                </c:pt>
                <c:pt idx="3170">
                  <c:v>14</c:v>
                </c:pt>
                <c:pt idx="3171">
                  <c:v>9</c:v>
                </c:pt>
                <c:pt idx="3172">
                  <c:v>10</c:v>
                </c:pt>
                <c:pt idx="3173">
                  <c:v>14</c:v>
                </c:pt>
                <c:pt idx="3174">
                  <c:v>7</c:v>
                </c:pt>
                <c:pt idx="3175">
                  <c:v>6</c:v>
                </c:pt>
                <c:pt idx="3176">
                  <c:v>13</c:v>
                </c:pt>
                <c:pt idx="3177">
                  <c:v>9</c:v>
                </c:pt>
                <c:pt idx="3178">
                  <c:v>10</c:v>
                </c:pt>
                <c:pt idx="3179">
                  <c:v>9</c:v>
                </c:pt>
                <c:pt idx="3180">
                  <c:v>10</c:v>
                </c:pt>
                <c:pt idx="3181">
                  <c:v>15</c:v>
                </c:pt>
                <c:pt idx="3182">
                  <c:v>12</c:v>
                </c:pt>
                <c:pt idx="3183">
                  <c:v>9</c:v>
                </c:pt>
                <c:pt idx="3184">
                  <c:v>9</c:v>
                </c:pt>
                <c:pt idx="3185">
                  <c:v>8</c:v>
                </c:pt>
                <c:pt idx="3186">
                  <c:v>20</c:v>
                </c:pt>
                <c:pt idx="3187">
                  <c:v>10</c:v>
                </c:pt>
                <c:pt idx="3188">
                  <c:v>9</c:v>
                </c:pt>
                <c:pt idx="3189">
                  <c:v>19</c:v>
                </c:pt>
                <c:pt idx="3190">
                  <c:v>8</c:v>
                </c:pt>
                <c:pt idx="3191">
                  <c:v>11</c:v>
                </c:pt>
                <c:pt idx="3192">
                  <c:v>12</c:v>
                </c:pt>
                <c:pt idx="3193">
                  <c:v>13</c:v>
                </c:pt>
                <c:pt idx="3194">
                  <c:v>10</c:v>
                </c:pt>
                <c:pt idx="3195">
                  <c:v>9</c:v>
                </c:pt>
                <c:pt idx="3196">
                  <c:v>5</c:v>
                </c:pt>
                <c:pt idx="3197">
                  <c:v>5</c:v>
                </c:pt>
                <c:pt idx="3198">
                  <c:v>13</c:v>
                </c:pt>
                <c:pt idx="3199">
                  <c:v>7</c:v>
                </c:pt>
                <c:pt idx="3200">
                  <c:v>7</c:v>
                </c:pt>
                <c:pt idx="3201">
                  <c:v>10</c:v>
                </c:pt>
                <c:pt idx="3202">
                  <c:v>7</c:v>
                </c:pt>
                <c:pt idx="3203">
                  <c:v>7</c:v>
                </c:pt>
                <c:pt idx="3204">
                  <c:v>10</c:v>
                </c:pt>
                <c:pt idx="3205">
                  <c:v>9</c:v>
                </c:pt>
                <c:pt idx="3206">
                  <c:v>9</c:v>
                </c:pt>
                <c:pt idx="3207">
                  <c:v>9</c:v>
                </c:pt>
                <c:pt idx="3208">
                  <c:v>10</c:v>
                </c:pt>
                <c:pt idx="3209">
                  <c:v>9</c:v>
                </c:pt>
                <c:pt idx="3210">
                  <c:v>8</c:v>
                </c:pt>
                <c:pt idx="3211">
                  <c:v>15</c:v>
                </c:pt>
                <c:pt idx="3212">
                  <c:v>11</c:v>
                </c:pt>
                <c:pt idx="3213">
                  <c:v>15</c:v>
                </c:pt>
                <c:pt idx="3214">
                  <c:v>9</c:v>
                </c:pt>
                <c:pt idx="3215">
                  <c:v>8</c:v>
                </c:pt>
                <c:pt idx="3216">
                  <c:v>8</c:v>
                </c:pt>
                <c:pt idx="3217">
                  <c:v>8</c:v>
                </c:pt>
                <c:pt idx="3218">
                  <c:v>14</c:v>
                </c:pt>
                <c:pt idx="3219">
                  <c:v>12</c:v>
                </c:pt>
                <c:pt idx="3220">
                  <c:v>6</c:v>
                </c:pt>
                <c:pt idx="3221">
                  <c:v>17</c:v>
                </c:pt>
                <c:pt idx="3222">
                  <c:v>10</c:v>
                </c:pt>
                <c:pt idx="3223">
                  <c:v>9</c:v>
                </c:pt>
                <c:pt idx="3224">
                  <c:v>10</c:v>
                </c:pt>
                <c:pt idx="3225">
                  <c:v>11</c:v>
                </c:pt>
                <c:pt idx="3226">
                  <c:v>10</c:v>
                </c:pt>
                <c:pt idx="3227">
                  <c:v>9</c:v>
                </c:pt>
                <c:pt idx="3228">
                  <c:v>12</c:v>
                </c:pt>
                <c:pt idx="3229">
                  <c:v>10</c:v>
                </c:pt>
                <c:pt idx="3230">
                  <c:v>10</c:v>
                </c:pt>
                <c:pt idx="3231">
                  <c:v>9</c:v>
                </c:pt>
                <c:pt idx="3232">
                  <c:v>7</c:v>
                </c:pt>
                <c:pt idx="3233">
                  <c:v>7</c:v>
                </c:pt>
                <c:pt idx="3234">
                  <c:v>11</c:v>
                </c:pt>
                <c:pt idx="3235">
                  <c:v>11</c:v>
                </c:pt>
                <c:pt idx="3236">
                  <c:v>10</c:v>
                </c:pt>
                <c:pt idx="3237">
                  <c:v>6</c:v>
                </c:pt>
                <c:pt idx="3238">
                  <c:v>13</c:v>
                </c:pt>
                <c:pt idx="3239">
                  <c:v>10</c:v>
                </c:pt>
                <c:pt idx="3240">
                  <c:v>8</c:v>
                </c:pt>
                <c:pt idx="3241">
                  <c:v>11</c:v>
                </c:pt>
                <c:pt idx="3242">
                  <c:v>11</c:v>
                </c:pt>
                <c:pt idx="3243">
                  <c:v>15</c:v>
                </c:pt>
                <c:pt idx="3244">
                  <c:v>17</c:v>
                </c:pt>
                <c:pt idx="3245">
                  <c:v>10</c:v>
                </c:pt>
                <c:pt idx="3246">
                  <c:v>16</c:v>
                </c:pt>
                <c:pt idx="3247">
                  <c:v>11</c:v>
                </c:pt>
                <c:pt idx="3248">
                  <c:v>14</c:v>
                </c:pt>
                <c:pt idx="3249">
                  <c:v>8</c:v>
                </c:pt>
                <c:pt idx="3250">
                  <c:v>8</c:v>
                </c:pt>
                <c:pt idx="3251">
                  <c:v>9</c:v>
                </c:pt>
                <c:pt idx="3252">
                  <c:v>9</c:v>
                </c:pt>
                <c:pt idx="3253">
                  <c:v>10</c:v>
                </c:pt>
                <c:pt idx="3254">
                  <c:v>15</c:v>
                </c:pt>
                <c:pt idx="3255">
                  <c:v>6</c:v>
                </c:pt>
                <c:pt idx="3256">
                  <c:v>6</c:v>
                </c:pt>
                <c:pt idx="3257">
                  <c:v>8</c:v>
                </c:pt>
                <c:pt idx="3258">
                  <c:v>21</c:v>
                </c:pt>
                <c:pt idx="3259">
                  <c:v>10</c:v>
                </c:pt>
                <c:pt idx="3260">
                  <c:v>9</c:v>
                </c:pt>
                <c:pt idx="3261">
                  <c:v>8</c:v>
                </c:pt>
                <c:pt idx="3262">
                  <c:v>6</c:v>
                </c:pt>
                <c:pt idx="3263">
                  <c:v>12</c:v>
                </c:pt>
                <c:pt idx="3264">
                  <c:v>12</c:v>
                </c:pt>
                <c:pt idx="3265">
                  <c:v>8</c:v>
                </c:pt>
                <c:pt idx="3266">
                  <c:v>13</c:v>
                </c:pt>
                <c:pt idx="3267">
                  <c:v>9</c:v>
                </c:pt>
                <c:pt idx="3268">
                  <c:v>4</c:v>
                </c:pt>
                <c:pt idx="3269">
                  <c:v>21</c:v>
                </c:pt>
                <c:pt idx="3270">
                  <c:v>7</c:v>
                </c:pt>
                <c:pt idx="3271">
                  <c:v>9</c:v>
                </c:pt>
                <c:pt idx="3272">
                  <c:v>13</c:v>
                </c:pt>
                <c:pt idx="3273">
                  <c:v>8</c:v>
                </c:pt>
                <c:pt idx="3274">
                  <c:v>6</c:v>
                </c:pt>
                <c:pt idx="3275">
                  <c:v>9</c:v>
                </c:pt>
                <c:pt idx="3276">
                  <c:v>12</c:v>
                </c:pt>
                <c:pt idx="3277">
                  <c:v>10</c:v>
                </c:pt>
                <c:pt idx="3278">
                  <c:v>11</c:v>
                </c:pt>
                <c:pt idx="3279">
                  <c:v>8</c:v>
                </c:pt>
                <c:pt idx="3280">
                  <c:v>9</c:v>
                </c:pt>
                <c:pt idx="3281">
                  <c:v>5</c:v>
                </c:pt>
                <c:pt idx="3282">
                  <c:v>8</c:v>
                </c:pt>
                <c:pt idx="3283">
                  <c:v>11</c:v>
                </c:pt>
                <c:pt idx="3284">
                  <c:v>9</c:v>
                </c:pt>
                <c:pt idx="3285">
                  <c:v>11</c:v>
                </c:pt>
                <c:pt idx="3286">
                  <c:v>9</c:v>
                </c:pt>
                <c:pt idx="3287">
                  <c:v>6</c:v>
                </c:pt>
                <c:pt idx="3288">
                  <c:v>16</c:v>
                </c:pt>
                <c:pt idx="3289">
                  <c:v>10</c:v>
                </c:pt>
                <c:pt idx="3290">
                  <c:v>11</c:v>
                </c:pt>
                <c:pt idx="3291">
                  <c:v>14</c:v>
                </c:pt>
                <c:pt idx="3292">
                  <c:v>5</c:v>
                </c:pt>
                <c:pt idx="3293">
                  <c:v>11</c:v>
                </c:pt>
                <c:pt idx="3294">
                  <c:v>5</c:v>
                </c:pt>
                <c:pt idx="3295">
                  <c:v>8</c:v>
                </c:pt>
                <c:pt idx="3296">
                  <c:v>6</c:v>
                </c:pt>
                <c:pt idx="3297">
                  <c:v>17</c:v>
                </c:pt>
                <c:pt idx="3298">
                  <c:v>10</c:v>
                </c:pt>
                <c:pt idx="3299">
                  <c:v>8</c:v>
                </c:pt>
                <c:pt idx="3300">
                  <c:v>9</c:v>
                </c:pt>
                <c:pt idx="3301">
                  <c:v>7</c:v>
                </c:pt>
                <c:pt idx="3302">
                  <c:v>9</c:v>
                </c:pt>
                <c:pt idx="3303">
                  <c:v>5</c:v>
                </c:pt>
                <c:pt idx="3304">
                  <c:v>9</c:v>
                </c:pt>
                <c:pt idx="3305">
                  <c:v>7</c:v>
                </c:pt>
                <c:pt idx="3306">
                  <c:v>7</c:v>
                </c:pt>
                <c:pt idx="3307">
                  <c:v>16</c:v>
                </c:pt>
                <c:pt idx="3308">
                  <c:v>6</c:v>
                </c:pt>
                <c:pt idx="3309">
                  <c:v>11</c:v>
                </c:pt>
                <c:pt idx="3310">
                  <c:v>13</c:v>
                </c:pt>
                <c:pt idx="3311">
                  <c:v>7</c:v>
                </c:pt>
                <c:pt idx="3312">
                  <c:v>9</c:v>
                </c:pt>
                <c:pt idx="3313">
                  <c:v>8</c:v>
                </c:pt>
                <c:pt idx="3314">
                  <c:v>7</c:v>
                </c:pt>
                <c:pt idx="3315">
                  <c:v>10</c:v>
                </c:pt>
                <c:pt idx="3316">
                  <c:v>10</c:v>
                </c:pt>
                <c:pt idx="3317">
                  <c:v>11</c:v>
                </c:pt>
                <c:pt idx="3318">
                  <c:v>17</c:v>
                </c:pt>
                <c:pt idx="3319">
                  <c:v>8</c:v>
                </c:pt>
                <c:pt idx="3320">
                  <c:v>8</c:v>
                </c:pt>
                <c:pt idx="3321">
                  <c:v>9</c:v>
                </c:pt>
                <c:pt idx="3322">
                  <c:v>8</c:v>
                </c:pt>
                <c:pt idx="3323">
                  <c:v>10</c:v>
                </c:pt>
                <c:pt idx="3324">
                  <c:v>8</c:v>
                </c:pt>
                <c:pt idx="3325">
                  <c:v>7</c:v>
                </c:pt>
                <c:pt idx="3326">
                  <c:v>8</c:v>
                </c:pt>
                <c:pt idx="3327">
                  <c:v>6</c:v>
                </c:pt>
                <c:pt idx="3328">
                  <c:v>8</c:v>
                </c:pt>
                <c:pt idx="3329">
                  <c:v>7</c:v>
                </c:pt>
                <c:pt idx="3330">
                  <c:v>12</c:v>
                </c:pt>
                <c:pt idx="3331">
                  <c:v>6</c:v>
                </c:pt>
                <c:pt idx="3332">
                  <c:v>9</c:v>
                </c:pt>
                <c:pt idx="3333">
                  <c:v>15</c:v>
                </c:pt>
                <c:pt idx="3334">
                  <c:v>9</c:v>
                </c:pt>
                <c:pt idx="3335">
                  <c:v>7</c:v>
                </c:pt>
                <c:pt idx="3336">
                  <c:v>21</c:v>
                </c:pt>
                <c:pt idx="3337">
                  <c:v>9</c:v>
                </c:pt>
                <c:pt idx="3338">
                  <c:v>6</c:v>
                </c:pt>
                <c:pt idx="3339">
                  <c:v>10</c:v>
                </c:pt>
                <c:pt idx="334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Rings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5"/>
      </c:valAx>
      <c:valAx>
        <c:axId val="48650112"/>
        <c:scaling>
          <c:orientation val="minMax"/>
          <c:max val="1.1"/>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Shell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BBBBBB"/>
            </a:solidFill>
            <a:ln xmlns:a="http://schemas.openxmlformats.org/drawingml/2006/main" w="9525">
              <a:solidFill>
                <a:srgbClr val="000000"/>
              </a:solidFill>
              <a:prstDash val="solid"/>
            </a:ln>
          </c:spPr>
          <c:invertIfNegative val="0"/>
          <c:cat>
            <c:strRef>
              <c:f>'Chart Data'!$A$2:$A$4</c:f>
              <c:strCache>
                <c:ptCount val="3"/>
                <c:pt idx="0">
                  <c:v>Baseline</c:v>
                </c:pt>
                <c:pt idx="1">
                  <c:v>Compact</c:v>
                </c:pt>
                <c:pt idx="2">
                  <c:v>Full</c:v>
                </c:pt>
              </c:strCache>
            </c:strRef>
          </c:cat>
          <c:val>
            <c:numRef>
              <c:f>'Chart Data'!$B$2:$B$4</c:f>
              <c:numCache>
                <c:formatCode>General</c:formatCode>
                <c:ptCount val="3"/>
                <c:pt idx="0">
                  <c:v>2.40339109999</c:v>
                </c:pt>
                <c:pt idx="1">
                  <c:v>1.8511299016</c:v>
                </c:pt>
                <c:pt idx="2">
                  <c:v>1.59955145591</c:v>
                </c:pt>
              </c:numCache>
            </c:numRef>
          </c:val>
        </c:ser>
        <c:ser>
          <c:idx val="1"/>
          <c:order val="1"/>
          <c:tx>
            <c:v>RMSE</c:v>
          </c:tx>
          <c:spPr>
            <a:solidFill xmlns:a="http://schemas.openxmlformats.org/drawingml/2006/main">
              <a:srgbClr val="555555"/>
            </a:solidFill>
            <a:ln xmlns:a="http://schemas.openxmlformats.org/drawingml/2006/main" w="9525">
              <a:solidFill>
                <a:srgbClr val="000000"/>
              </a:solidFill>
              <a:prstDash val="solid"/>
            </a:ln>
          </c:spPr>
          <c:invertIfNegative val="0"/>
          <c:cat>
            <c:strRef>
              <c:f>'Chart Data'!$C$2:$C$4</c:f>
              <c:strCache>
                <c:ptCount val="3"/>
                <c:pt idx="0">
                  <c:v>Baseline</c:v>
                </c:pt>
                <c:pt idx="1">
                  <c:v>Compact</c:v>
                </c:pt>
                <c:pt idx="2">
                  <c:v>Full</c:v>
                </c:pt>
              </c:strCache>
            </c:strRef>
          </c:cat>
          <c:val>
            <c:numRef>
              <c:f>'Chart Data'!$D$2:$D$4</c:f>
              <c:numCache>
                <c:formatCode>General</c:formatCode>
                <c:ptCount val="3"/>
                <c:pt idx="0">
                  <c:v>3.26926339028</c:v>
                </c:pt>
                <c:pt idx="1">
                  <c:v>2.57585130094</c:v>
                </c:pt>
                <c:pt idx="2">
                  <c:v>2.25094419582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Prespecified models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error (rings)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97BC48C-C138-4B30-9AD6-5640FD0C8C05}"/>
              </a:ext>
            </a:extLst>
          </p:cNvPr>
          <p:cNvPicPr>
            <a:picLocks xmlns:a="http://schemas.openxmlformats.org/drawingml/2006/main" noChangeAspect="1"/>
          </p:cNvPicPr>
          <p:nvPr/>
        </p:nvPicPr>
        <p:blipFill>
          <a:blip xmlns:r="http://schemas.openxmlformats.org/officeDocument/2006/relationships" xmlns:a="http://schemas.openxmlformats.org/drawingml/2006/main" r:embed="Rbf9a3d14ca4d4e4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5F08D59-74EF-4B78-B0DC-F8360AB665A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2A4A9A6D-F745-4C7B-8D4A-72CEAE475C2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43EF9C56-9D74-4F40-8C05-AF251E2B2B6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Abalone Measurements&#10;and Shell Rings">
            <a:extLst xmlns:a="http://schemas.openxmlformats.org/drawingml/2006/main">
              <a:ext uri="{FF2B5EF4-FFF2-40B4-BE49-F238E27FC236}">
                <a16:creationId xmlns:a16="http://schemas.microsoft.com/office/drawing/2014/main" id="{8DE937B5-12F8-4F73-9D5F-C7CBA57640A6}"/>
              </a:ext>
            </a:extLst>
          </p:cNvPr>
          <p:cNvSpPr>
            <a:spLocks xmlns:a="http://schemas.openxmlformats.org/drawingml/2006/main" noGrp="1"/>
          </p:cNvSpPr>
          <p:nvPr/>
        </p:nvSpPr>
        <p:spPr>
          <a:xfrm xmlns:a="http://schemas.openxmlformats.org/drawingml/2006/main">
            <a:off x="762000" y="16954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00000"/>
                </a:solidFill>
                <a:latin typeface="Arial"/>
                <a:ea typeface="Arial"/>
                <a:cs typeface="Arial"/>
              </a:defRPr>
            </a:defPPr>
          </a:lstStyle>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Abalone Measurements</a:t>
            </a:r>
          </a:p>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and Shell Rings</a:t>
            </a:r>
          </a:p>
        </p:txBody>
      </p:sp>
      <p:sp>
        <p:nvSpPr>
          <p:cNvPr id="6" name="Exploration, Statistical Inference and Regression">
            <a:extLst xmlns:a="http://schemas.openxmlformats.org/drawingml/2006/main">
              <a:ext uri="{FF2B5EF4-FFF2-40B4-BE49-F238E27FC236}">
                <a16:creationId xmlns:a16="http://schemas.microsoft.com/office/drawing/2014/main" id="{AA46A7D0-A8DB-4AFD-9C04-419F59D83C29}"/>
              </a:ext>
            </a:extLst>
          </p:cNvPr>
          <p:cNvSpPr>
            <a:spLocks xmlns:a="http://schemas.openxmlformats.org/drawingml/2006/main" noGrp="1"/>
          </p:cNvSpPr>
          <p:nvPr/>
        </p:nvSpPr>
        <p:spPr>
          <a:xfrm xmlns:a="http://schemas.openxmlformats.org/drawingml/2006/main">
            <a:off x="7620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000000"/>
                </a:solidFill>
                <a:latin typeface="Arial"/>
                <a:ea typeface="Arial"/>
                <a:cs typeface="Arial"/>
              </a:defRPr>
            </a:defPPr>
          </a:lstStyle>
          <a:p xmlns:a="http://schemas.openxmlformats.org/drawingml/2006/main">
            <a:pPr algn="l">
              <a:defRPr sz="2600" b="0">
                <a:solidFill>
                  <a:srgbClr val="000000"/>
                </a:solidFill>
                <a:latin typeface="Arial"/>
                <a:ea typeface="Arial"/>
                <a:cs typeface="Arial"/>
              </a:defRPr>
            </a:pPr>
            <a:r>
              <a:rPr sz="2600" b="0">
                <a:solidFill>
                  <a:srgbClr val="000000"/>
                </a:solidFill>
                <a:latin typeface="Arial"/>
                <a:ea typeface="Arial"/>
                <a:cs typeface="Arial"/>
              </a:rPr>
              <a:t>Exploration, Statistical Inference and Regression</a:t>
            </a:r>
          </a:p>
        </p:txBody>
      </p:sp>
      <p:sp>
        <p:nvSpPr>
          <p:cNvPr id="7" name="NGO LAM TIEN  524H0195&#10;NGUYEN CONG THANH  524H0191&#10;NGUY">
            <a:extLst xmlns:a="http://schemas.openxmlformats.org/drawingml/2006/main">
              <a:ext uri="{FF2B5EF4-FFF2-40B4-BE49-F238E27FC236}">
                <a16:creationId xmlns:a16="http://schemas.microsoft.com/office/drawing/2014/main" id="{AED7FE55-7885-437F-8DA8-C9322312D0F5}"/>
              </a:ext>
            </a:extLst>
          </p:cNvPr>
          <p:cNvSpPr>
            <a:spLocks xmlns:a="http://schemas.openxmlformats.org/drawingml/2006/main" noGrp="1"/>
          </p:cNvSpPr>
          <p:nvPr/>
        </p:nvSpPr>
        <p:spPr>
          <a:xfrm xmlns:a="http://schemas.openxmlformats.org/drawingml/2006/main">
            <a:off x="762000" y="40957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8" name="Theory N4 · VibeCoding_Expert&#10;Advisor: Ho Thi Linh, Ph.">
            <a:extLst xmlns:a="http://schemas.openxmlformats.org/drawingml/2006/main">
              <a:ext uri="{FF2B5EF4-FFF2-40B4-BE49-F238E27FC236}">
                <a16:creationId xmlns:a16="http://schemas.microsoft.com/office/drawing/2014/main" id="{D301D284-31B1-4394-9A9F-6C435E0C1682}"/>
              </a:ext>
            </a:extLst>
          </p:cNvPr>
          <p:cNvSpPr>
            <a:spLocks xmlns:a="http://schemas.openxmlformats.org/drawingml/2006/main" noGrp="1"/>
          </p:cNvSpPr>
          <p:nvPr/>
        </p:nvSpPr>
        <p:spPr>
          <a:xfrm xmlns:a="http://schemas.openxmlformats.org/drawingml/2006/main">
            <a:off x="7524750" y="42386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Theory N4 · VibeCoding_Expert</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Advisor: Ho Thi Linh, Ph.D.</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20 October 2026</a:t>
            </a:r>
          </a:p>
        </p:txBody>
      </p:sp>
      <p:sp>
        <p:nvSpPr>
          <p:cNvPr id="9" name="REVIEW COPY · video link and contribution records await">
            <a:extLst xmlns:a="http://schemas.openxmlformats.org/drawingml/2006/main">
              <a:ext uri="{FF2B5EF4-FFF2-40B4-BE49-F238E27FC236}">
                <a16:creationId xmlns:a16="http://schemas.microsoft.com/office/drawing/2014/main" id="{7E487059-4493-4A7A-B0EC-B84495E320A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REVIEW COPY · video link and contribution records await group confirmation</a:t>
            </a:r>
          </a:p>
        </p:txBody>
      </p:sp>
    </p:spTree>
    <p:extLst>
      <p:ext uri="{BB962C8B-B14F-4D97-AF65-F5344CB8AC3E}">
        <p14:creationId xmlns:p14="http://schemas.microsoft.com/office/powerpoint/2010/main" val="2366644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F9B325B-ACA2-4AB7-8EB2-4C1DAC627AD7}"/>
              </a:ext>
            </a:extLst>
          </p:cNvPr>
          <p:cNvPicPr>
            <a:picLocks xmlns:a="http://schemas.openxmlformats.org/drawingml/2006/main" noChangeAspect="1"/>
          </p:cNvPicPr>
          <p:nvPr/>
        </p:nvPicPr>
        <p:blipFill>
          <a:blip xmlns:r="http://schemas.openxmlformats.org/officeDocument/2006/relationships" xmlns:a="http://schemas.openxmlformats.org/drawingml/2006/main" r:embed="Rf475d070d2284b5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0240B56-10C0-4D65-BCE4-7BEC7E5B40D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Report video</a:t>
            </a:r>
          </a:p>
        </p:txBody>
      </p:sp>
      <p:sp>
        <p:nvSpPr>
          <p:cNvPr id="3" name="Thin monochrome rule">
            <a:extLst xmlns:a="http://schemas.openxmlformats.org/drawingml/2006/main">
              <a:ext uri="{FF2B5EF4-FFF2-40B4-BE49-F238E27FC236}">
                <a16:creationId xmlns:a16="http://schemas.microsoft.com/office/drawing/2014/main" id="{8249835B-C948-4CC9-BE6B-BC5DC10141B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B55A53AF-688E-4FFF-90A8-1733F5EBB2D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YouTube report">
            <a:extLst xmlns:a="http://schemas.openxmlformats.org/drawingml/2006/main">
              <a:ext uri="{FF2B5EF4-FFF2-40B4-BE49-F238E27FC236}">
                <a16:creationId xmlns:a16="http://schemas.microsoft.com/office/drawing/2014/main" id="{B73D5731-846E-4B4E-B8E9-B160E0CC0083}"/>
              </a:ext>
            </a:extLst>
          </p:cNvPr>
          <p:cNvSpPr>
            <a:spLocks xmlns:a="http://schemas.openxmlformats.org/drawingml/2006/main" noGrp="1"/>
          </p:cNvSpPr>
          <p:nvPr/>
        </p:nvSpPr>
        <p:spPr>
          <a:xfrm xmlns:a="http://schemas.openxmlformats.org/drawingml/2006/main">
            <a:off x="7620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Arial"/>
                <a:ea typeface="Arial"/>
                <a:cs typeface="Arial"/>
              </a:defRPr>
            </a:def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YouTube report</a:t>
            </a:r>
          </a:p>
        </p:txBody>
      </p:sp>
      <p:sp>
        <p:nvSpPr>
          <p:cNvPr id="6" name="Video link pending group recording">
            <a:extLst xmlns:a="http://schemas.openxmlformats.org/drawingml/2006/main">
              <a:ext uri="{FF2B5EF4-FFF2-40B4-BE49-F238E27FC236}">
                <a16:creationId xmlns:a16="http://schemas.microsoft.com/office/drawing/2014/main" id="{5B8BF592-D95F-400F-B93F-36FA5D667C1C}"/>
              </a:ext>
            </a:extLst>
          </p:cNvPr>
          <p:cNvSpPr>
            <a:spLocks xmlns:a="http://schemas.openxmlformats.org/drawingml/2006/main" noGrp="1"/>
          </p:cNvSpPr>
          <p:nvPr/>
        </p:nvSpPr>
        <p:spPr>
          <a:xfrm xmlns:a="http://schemas.openxmlformats.org/drawingml/2006/main">
            <a:off x="7620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Video link pending group recording</a:t>
            </a:r>
          </a:p>
        </p:txBody>
      </p:sp>
      <p:sp>
        <p:nvSpPr>
          <p:cNvPr id="7" name="Planned duration: 12 minutes&#10;Required duration: 7–15 mi">
            <a:extLst xmlns:a="http://schemas.openxmlformats.org/drawingml/2006/main">
              <a:ext uri="{FF2B5EF4-FFF2-40B4-BE49-F238E27FC236}">
                <a16:creationId xmlns:a16="http://schemas.microsoft.com/office/drawing/2014/main" id="{F1F18121-D6C9-4553-8D2E-C6AAF0CF603E}"/>
              </a:ext>
            </a:extLst>
          </p:cNvPr>
          <p:cNvSpPr>
            <a:spLocks xmlns:a="http://schemas.openxmlformats.org/drawingml/2006/main" noGrp="1"/>
          </p:cNvSpPr>
          <p:nvPr/>
        </p:nvSpPr>
        <p:spPr>
          <a:xfrm xmlns:a="http://schemas.openxmlformats.org/drawingml/2006/main">
            <a:off x="762000" y="428625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Planned duration: 12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Required duration: 7–15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Video deadline: end of 21 October 2026</a:t>
            </a:r>
          </a:p>
        </p:txBody>
      </p:sp>
      <p:sp>
        <p:nvSpPr>
          <p:cNvPr id="8" name="This slide must contain the actual published link befor">
            <a:extLst xmlns:a="http://schemas.openxmlformats.org/drawingml/2006/main">
              <a:ext uri="{FF2B5EF4-FFF2-40B4-BE49-F238E27FC236}">
                <a16:creationId xmlns:a16="http://schemas.microsoft.com/office/drawing/2014/main" id="{903F60EF-9BB0-4E54-B0F3-7DEC190A8AB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slide must contain the actual published link before submission.</a:t>
            </a:r>
          </a:p>
        </p:txBody>
      </p:sp>
    </p:spTree>
    <p:extLst>
      <p:ext uri="{BB962C8B-B14F-4D97-AF65-F5344CB8AC3E}">
        <p14:creationId xmlns:p14="http://schemas.microsoft.com/office/powerpoint/2010/main" val="15544551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25B1743-7570-4E6E-A6B8-4C3EC28A9B09}"/>
              </a:ext>
            </a:extLst>
          </p:cNvPr>
          <p:cNvPicPr>
            <a:picLocks xmlns:a="http://schemas.openxmlformats.org/drawingml/2006/main" noChangeAspect="1"/>
          </p:cNvPicPr>
          <p:nvPr/>
        </p:nvPicPr>
        <p:blipFill>
          <a:blip xmlns:r="http://schemas.openxmlformats.org/officeDocument/2006/relationships" xmlns:a="http://schemas.openxmlformats.org/drawingml/2006/main" r:embed="R858e17e61cc7401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F2AF55E-7F63-46F3-95E7-2A07B243E7E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research questions</a:t>
            </a:r>
          </a:p>
        </p:txBody>
      </p:sp>
      <p:sp>
        <p:nvSpPr>
          <p:cNvPr id="3" name="Thin monochrome rule">
            <a:extLst xmlns:a="http://schemas.openxmlformats.org/drawingml/2006/main">
              <a:ext uri="{FF2B5EF4-FFF2-40B4-BE49-F238E27FC236}">
                <a16:creationId xmlns:a16="http://schemas.microsoft.com/office/drawing/2014/main" id="{E0776272-5AF2-4F13-B904-310F823D7D4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35392B48-CABC-42B7-8E70-71B37329AD0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28FBE992-8AD3-478C-8CC5-59DC2EEB9C56}"/>
              </a:ext>
            </a:extLst>
          </p:cNvPr>
          <p:cNvGraphicFramePr/>
          <p:nvPr/>
        </p:nvGraphicFramePr>
        <p:xfrm>
          <a:off xmlns:a="http://schemas.openxmlformats.org/drawingml/2006/main" x="762000" y="1695450"/>
          <a:ext xmlns:a="http://schemas.openxmlformats.org/drawingml/2006/main" cx="10668000" cy="3333750"/>
        </p:xfrm>
        <a:graphic xmlns:a="http://schemas.openxmlformats.org/drawingml/2006/main">
          <a:graphicData uri="http://schemas.openxmlformats.org/drawingml/2006/table">
            <a:tbl>
              <a:tblPr firstRow="0" bandRow="0"/>
              <a:tblGrid>
                <a:gridCol w="3459892"/>
                <a:gridCol w="7208108"/>
              </a:tblGrid>
              <a:tr h="555625">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Documented source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Observations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4,177 / 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Predictors / response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8 original inputs / Rings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Groups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 1,528 · F: 1,307 · I: 1,342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Stored measurements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Scaled dimensions and weights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One dataset connects distributions, group inference, co">
            <a:extLst xmlns:a="http://schemas.openxmlformats.org/drawingml/2006/main">
              <a:ext uri="{FF2B5EF4-FFF2-40B4-BE49-F238E27FC236}">
                <a16:creationId xmlns:a16="http://schemas.microsoft.com/office/drawing/2014/main" id="{6B41E3E0-3A72-41BE-8B7B-AF14AFCFD19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 dataset connects distributions, group inference, correlation and prediction.</a:t>
            </a:r>
          </a:p>
        </p:txBody>
      </p:sp>
    </p:spTree>
    <p:extLst>
      <p:ext uri="{BB962C8B-B14F-4D97-AF65-F5344CB8AC3E}">
        <p14:creationId xmlns:p14="http://schemas.microsoft.com/office/powerpoint/2010/main" val="5462635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B2D6DD4-BE8E-4F54-B2F4-DF62559D4111}"/>
              </a:ext>
            </a:extLst>
          </p:cNvPr>
          <p:cNvPicPr>
            <a:picLocks xmlns:a="http://schemas.openxmlformats.org/drawingml/2006/main" noChangeAspect="1"/>
          </p:cNvPicPr>
          <p:nvPr/>
        </p:nvPicPr>
        <p:blipFill>
          <a:blip xmlns:r="http://schemas.openxmlformats.org/officeDocument/2006/relationships" xmlns:a="http://schemas.openxmlformats.org/drawingml/2006/main" r:embed="R4973d66036b746c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C92DAC4-E810-4289-97CB-F337598708A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Quality checks and holdout design</a:t>
            </a:r>
          </a:p>
        </p:txBody>
      </p:sp>
      <p:sp>
        <p:nvSpPr>
          <p:cNvPr id="3" name="Thin monochrome rule">
            <a:extLst xmlns:a="http://schemas.openxmlformats.org/drawingml/2006/main">
              <a:ext uri="{FF2B5EF4-FFF2-40B4-BE49-F238E27FC236}">
                <a16:creationId xmlns:a16="http://schemas.microsoft.com/office/drawing/2014/main" id="{F6F9ACCE-A5B5-4BC6-A83A-617191CD9E6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D7FE39AD-075E-4422-8F3B-6DC582B9F2F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01">
            <a:extLst xmlns:a="http://schemas.openxmlformats.org/drawingml/2006/main">
              <a:ext uri="{FF2B5EF4-FFF2-40B4-BE49-F238E27FC236}">
                <a16:creationId xmlns:a16="http://schemas.microsoft.com/office/drawing/2014/main" id="{15DA3D88-7C33-4475-BFFE-9ACBED78BDB0}"/>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Preserve raw data; audit two zero heights">
            <a:extLst xmlns:a="http://schemas.openxmlformats.org/drawingml/2006/main">
              <a:ext uri="{FF2B5EF4-FFF2-40B4-BE49-F238E27FC236}">
                <a16:creationId xmlns:a16="http://schemas.microsoft.com/office/drawing/2014/main" id="{0DF4C7AC-0B03-4528-81E4-37A36A70132A}"/>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raw data; audit two zero heights</a:t>
            </a:r>
          </a:p>
        </p:txBody>
      </p:sp>
      <p:sp>
        <p:nvSpPr>
          <p:cNvPr id="7" name="02">
            <a:extLst xmlns:a="http://schemas.openxmlformats.org/drawingml/2006/main">
              <a:ext uri="{FF2B5EF4-FFF2-40B4-BE49-F238E27FC236}">
                <a16:creationId xmlns:a16="http://schemas.microsoft.com/office/drawing/2014/main" id="{CDFA64CA-5A49-4A64-85AF-1648D3B5AB7A}"/>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Training: 3,341 · holdout: 836 · seed 42">
            <a:extLst xmlns:a="http://schemas.openxmlformats.org/drawingml/2006/main">
              <a:ext uri="{FF2B5EF4-FFF2-40B4-BE49-F238E27FC236}">
                <a16:creationId xmlns:a16="http://schemas.microsoft.com/office/drawing/2014/main" id="{336CF464-C549-4805-AB58-D3DA8EB4ACB8}"/>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Training: 3,341 · holdout: 836 · seed 42</a:t>
            </a:r>
          </a:p>
        </p:txBody>
      </p:sp>
      <p:sp>
        <p:nvSpPr>
          <p:cNvPr id="9" name="03">
            <a:extLst xmlns:a="http://schemas.openxmlformats.org/drawingml/2006/main">
              <a:ext uri="{FF2B5EF4-FFF2-40B4-BE49-F238E27FC236}">
                <a16:creationId xmlns:a16="http://schemas.microsoft.com/office/drawing/2014/main" id="{096CB256-8150-4B68-AF61-61D0F41570E5}"/>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Fit imputation and scaling within each training fold">
            <a:extLst xmlns:a="http://schemas.openxmlformats.org/drawingml/2006/main">
              <a:ext uri="{FF2B5EF4-FFF2-40B4-BE49-F238E27FC236}">
                <a16:creationId xmlns:a16="http://schemas.microsoft.com/office/drawing/2014/main" id="{A187FCEB-EE9D-40EE-B5A7-651D947FA524}"/>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Fit imputation and scaling within each training fold</a:t>
            </a:r>
          </a:p>
        </p:txBody>
      </p:sp>
      <p:sp>
        <p:nvSpPr>
          <p:cNvPr id="11" name="04">
            <a:extLst xmlns:a="http://schemas.openxmlformats.org/drawingml/2006/main">
              <a:ext uri="{FF2B5EF4-FFF2-40B4-BE49-F238E27FC236}">
                <a16:creationId xmlns:a16="http://schemas.microsoft.com/office/drawing/2014/main" id="{26AF8C94-3161-4182-9E99-FFA3FBB8E0CB}"/>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Flag unusual values; retain them in the primary model">
            <a:extLst xmlns:a="http://schemas.openxmlformats.org/drawingml/2006/main">
              <a:ext uri="{FF2B5EF4-FFF2-40B4-BE49-F238E27FC236}">
                <a16:creationId xmlns:a16="http://schemas.microsoft.com/office/drawing/2014/main" id="{74EE3254-02E9-449D-8B37-9D07A856EE03}"/>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Flag unusual values; retain them in the primary model</a:t>
            </a:r>
          </a:p>
        </p:txBody>
      </p:sp>
      <p:sp>
        <p:nvSpPr>
          <p:cNvPr id="13" name="The test set does not guide preprocessing, feature sele">
            <a:extLst xmlns:a="http://schemas.openxmlformats.org/drawingml/2006/main">
              <a:ext uri="{FF2B5EF4-FFF2-40B4-BE49-F238E27FC236}">
                <a16:creationId xmlns:a16="http://schemas.microsoft.com/office/drawing/2014/main" id="{301D5624-9E89-49FB-B503-DA54F7FF5AC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test set does not guide preprocessing, feature selection or deletion.</a:t>
            </a:r>
          </a:p>
        </p:txBody>
      </p:sp>
    </p:spTree>
    <p:extLst>
      <p:ext uri="{BB962C8B-B14F-4D97-AF65-F5344CB8AC3E}">
        <p14:creationId xmlns:p14="http://schemas.microsoft.com/office/powerpoint/2010/main" val="14707976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FC39EA9-9916-4E41-AE6F-4DE300DA906F}"/>
              </a:ext>
            </a:extLst>
          </p:cNvPr>
          <p:cNvPicPr>
            <a:picLocks xmlns:a="http://schemas.openxmlformats.org/drawingml/2006/main" noChangeAspect="1"/>
          </p:cNvPicPr>
          <p:nvPr/>
        </p:nvPicPr>
        <p:blipFill>
          <a:blip xmlns:r="http://schemas.openxmlformats.org/officeDocument/2006/relationships" xmlns:a="http://schemas.openxmlformats.org/drawingml/2006/main" r:embed="Rfda2654fc7c1479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788DE32-3FD7-485D-A6F4-5751B021182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Distribution of recorded length</a:t>
            </a:r>
          </a:p>
        </p:txBody>
      </p:sp>
      <p:sp>
        <p:nvSpPr>
          <p:cNvPr id="3" name="Thin monochrome rule">
            <a:extLst xmlns:a="http://schemas.openxmlformats.org/drawingml/2006/main">
              <a:ext uri="{FF2B5EF4-FFF2-40B4-BE49-F238E27FC236}">
                <a16:creationId xmlns:a16="http://schemas.microsoft.com/office/drawing/2014/main" id="{30E0DC9C-18DA-40F9-BC91-2EBF33B8D1B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ECB0EB18-2EBD-413B-B9F7-C74EFCC4253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3806239A-B8A4-4812-AB34-66B62098FA6C}"/>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fbd713a8dbe440e5"/>
          </a:graphicData>
        </a:graphic>
      </p:graphicFrame>
      <p:sp>
        <p:nvSpPr>
          <p:cNvPr id="6" name="Training n = 3,341">
            <a:extLst xmlns:a="http://schemas.openxmlformats.org/drawingml/2006/main">
              <a:ext uri="{FF2B5EF4-FFF2-40B4-BE49-F238E27FC236}">
                <a16:creationId xmlns:a16="http://schemas.microsoft.com/office/drawing/2014/main" id="{2C56CC19-10F2-4D23-B94C-D83A0D7E59B2}"/>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Training n = 3,341</a:t>
            </a:r>
          </a:p>
        </p:txBody>
      </p:sp>
      <p:sp>
        <p:nvSpPr>
          <p:cNvPr id="7" name="Mean: 0.524&#10;Median: 0.545&#10;SD: 0.120">
            <a:extLst xmlns:a="http://schemas.openxmlformats.org/drawingml/2006/main">
              <a:ext uri="{FF2B5EF4-FFF2-40B4-BE49-F238E27FC236}">
                <a16:creationId xmlns:a16="http://schemas.microsoft.com/office/drawing/2014/main" id="{96341171-8518-46F8-8755-4EC9B4DB8E88}"/>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Mean: 0.524</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0.545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SD: 0.120</a:t>
            </a:r>
          </a:p>
        </p:txBody>
      </p:sp>
      <p:sp>
        <p:nvSpPr>
          <p:cNvPr id="8" name="A smooth physical measurement need not follow a Normal ">
            <a:extLst xmlns:a="http://schemas.openxmlformats.org/drawingml/2006/main">
              <a:ext uri="{FF2B5EF4-FFF2-40B4-BE49-F238E27FC236}">
                <a16:creationId xmlns:a16="http://schemas.microsoft.com/office/drawing/2014/main" id="{9D01171D-3463-420E-BE2C-397373FA89E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smooth physical measurement need not follow a Normal distribution.</a:t>
            </a:r>
          </a:p>
        </p:txBody>
      </p:sp>
    </p:spTree>
    <p:extLst>
      <p:ext uri="{BB962C8B-B14F-4D97-AF65-F5344CB8AC3E}">
        <p14:creationId xmlns:p14="http://schemas.microsoft.com/office/powerpoint/2010/main" val="7458459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3B679DA-34C2-4D2D-8B99-B88DDCF3EDB7}"/>
              </a:ext>
            </a:extLst>
          </p:cNvPr>
          <p:cNvPicPr>
            <a:picLocks xmlns:a="http://schemas.openxmlformats.org/drawingml/2006/main" noChangeAspect="1"/>
          </p:cNvPicPr>
          <p:nvPr/>
        </p:nvPicPr>
        <p:blipFill>
          <a:blip xmlns:r="http://schemas.openxmlformats.org/officeDocument/2006/relationships" xmlns:a="http://schemas.openxmlformats.org/drawingml/2006/main" r:embed="R89f11d61f039452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71B1AC6-991C-459D-9A58-514FA7AA280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differs across recorded groups</a:t>
            </a:r>
          </a:p>
        </p:txBody>
      </p:sp>
      <p:sp>
        <p:nvSpPr>
          <p:cNvPr id="3" name="Thin monochrome rule">
            <a:extLst xmlns:a="http://schemas.openxmlformats.org/drawingml/2006/main">
              <a:ext uri="{FF2B5EF4-FFF2-40B4-BE49-F238E27FC236}">
                <a16:creationId xmlns:a16="http://schemas.microsoft.com/office/drawing/2014/main" id="{1224C785-9D6D-4018-B5C7-3C8D7BC15BE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8F046B35-933A-4C34-979D-394F4D95D97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752EA286-43DE-49E4-923D-4ED45AB83137}"/>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31b0eb886a7f4631"/>
          </a:graphicData>
        </a:graphic>
      </p:graphicFrame>
      <p:sp>
        <p:nvSpPr>
          <p:cNvPr id="6" name="I means infant">
            <a:extLst xmlns:a="http://schemas.openxmlformats.org/drawingml/2006/main">
              <a:ext uri="{FF2B5EF4-FFF2-40B4-BE49-F238E27FC236}">
                <a16:creationId xmlns:a16="http://schemas.microsoft.com/office/drawing/2014/main" id="{8B3A9870-A5EB-4D1F-B3CE-17E7709F058D}"/>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I means infant</a:t>
            </a:r>
          </a:p>
        </p:txBody>
      </p:sp>
      <p:sp>
        <p:nvSpPr>
          <p:cNvPr id="7" name="Group comparisons mix biological sex and developmental ">
            <a:extLst xmlns:a="http://schemas.openxmlformats.org/drawingml/2006/main">
              <a:ext uri="{FF2B5EF4-FFF2-40B4-BE49-F238E27FC236}">
                <a16:creationId xmlns:a16="http://schemas.microsoft.com/office/drawing/2014/main" id="{CA6E2F2E-06E1-4EB5-A150-AA179127019D}"/>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Group comparisons mix biological sex and developmental status.</a:t>
            </a:r>
          </a:p>
        </p:txBody>
      </p:sp>
      <p:sp>
        <p:nvSpPr>
          <p:cNvPr id="8" name="Observed group differences do not establish a causal me">
            <a:extLst xmlns:a="http://schemas.openxmlformats.org/drawingml/2006/main">
              <a:ext uri="{FF2B5EF4-FFF2-40B4-BE49-F238E27FC236}">
                <a16:creationId xmlns:a16="http://schemas.microsoft.com/office/drawing/2014/main" id="{8FFF1439-9420-4B67-9999-47A07A4DFAE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group differences do not establish a causal mechanism.</a:t>
            </a:r>
          </a:p>
        </p:txBody>
      </p:sp>
    </p:spTree>
    <p:extLst>
      <p:ext uri="{BB962C8B-B14F-4D97-AF65-F5344CB8AC3E}">
        <p14:creationId xmlns:p14="http://schemas.microsoft.com/office/powerpoint/2010/main" val="14108596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D129537-19BB-4B25-99E2-CD04D928982B}"/>
              </a:ext>
            </a:extLst>
          </p:cNvPr>
          <p:cNvPicPr>
            <a:picLocks xmlns:a="http://schemas.openxmlformats.org/drawingml/2006/main" noChangeAspect="1"/>
          </p:cNvPicPr>
          <p:nvPr/>
        </p:nvPicPr>
        <p:blipFill>
          <a:blip xmlns:r="http://schemas.openxmlformats.org/officeDocument/2006/relationships" xmlns:a="http://schemas.openxmlformats.org/drawingml/2006/main" r:embed="R7a6f9188627f4e3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E0810A6-0C2B-40B4-BAA5-90A965D1ECC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against a Normal candidate</a:t>
            </a:r>
          </a:p>
        </p:txBody>
      </p:sp>
      <p:sp>
        <p:nvSpPr>
          <p:cNvPr id="3" name="Thin monochrome rule">
            <a:extLst xmlns:a="http://schemas.openxmlformats.org/drawingml/2006/main">
              <a:ext uri="{FF2B5EF4-FFF2-40B4-BE49-F238E27FC236}">
                <a16:creationId xmlns:a16="http://schemas.microsoft.com/office/drawing/2014/main" id="{0782E472-FD9E-4DD6-87CA-6A987AACD94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4B906709-8976-44B0-B4D6-AB7BD182209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58B52751-BCDE-48F4-8829-CB90194F18F4}"/>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34fb6dac91804749"/>
          </a:graphicData>
        </a:graphic>
      </p:graphicFrame>
      <p:sp>
        <p:nvSpPr>
          <p:cNvPr id="6" name="Normal rejected">
            <a:extLst xmlns:a="http://schemas.openxmlformats.org/drawingml/2006/main">
              <a:ext uri="{FF2B5EF4-FFF2-40B4-BE49-F238E27FC236}">
                <a16:creationId xmlns:a16="http://schemas.microsoft.com/office/drawing/2014/main" id="{341D8560-9506-41BA-AE2D-3B8D06399DD5}"/>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Normal rejected</a:t>
            </a:r>
          </a:p>
        </p:txBody>
      </p:sp>
      <p:sp>
        <p:nvSpPr>
          <p:cNvPr id="7" name="AD = 29.40&#10;Holm p = 0.0015&#10;1,999 simulations">
            <a:extLst xmlns:a="http://schemas.openxmlformats.org/drawingml/2006/main">
              <a:ext uri="{FF2B5EF4-FFF2-40B4-BE49-F238E27FC236}">
                <a16:creationId xmlns:a16="http://schemas.microsoft.com/office/drawing/2014/main" id="{ACEF687C-F56E-4951-8BCC-23E641579225}"/>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 = 29.40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1,999 simulations</a:t>
            </a:r>
          </a:p>
        </p:txBody>
      </p:sp>
      <p:sp>
        <p:nvSpPr>
          <p:cNvPr id="8" name="The Monte Carlo p-value reaches its resolution floor of">
            <a:extLst xmlns:a="http://schemas.openxmlformats.org/drawingml/2006/main">
              <a:ext uri="{FF2B5EF4-FFF2-40B4-BE49-F238E27FC236}">
                <a16:creationId xmlns:a16="http://schemas.microsoft.com/office/drawing/2014/main" id="{B0F2249B-74D2-4268-8056-B60C25C7C24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Monte Carlo p-value reaches its resolution floor of 0.0005 before Holm.</a:t>
            </a:r>
          </a:p>
        </p:txBody>
      </p:sp>
    </p:spTree>
    <p:extLst>
      <p:ext uri="{BB962C8B-B14F-4D97-AF65-F5344CB8AC3E}">
        <p14:creationId xmlns:p14="http://schemas.microsoft.com/office/powerpoint/2010/main" val="4265855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B5FF949-C5C9-4DEC-B9EE-B7AFA909ACFD}"/>
              </a:ext>
            </a:extLst>
          </p:cNvPr>
          <p:cNvPicPr>
            <a:picLocks xmlns:a="http://schemas.openxmlformats.org/drawingml/2006/main" noChangeAspect="1"/>
          </p:cNvPicPr>
          <p:nvPr/>
        </p:nvPicPr>
        <p:blipFill>
          <a:blip xmlns:r="http://schemas.openxmlformats.org/officeDocument/2006/relationships" xmlns:a="http://schemas.openxmlformats.org/drawingml/2006/main" r:embed="R2256c60ce2f44c5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03ED9F6-1567-4C15-A7D4-D1257939876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Weight and candidate distributions</a:t>
            </a:r>
          </a:p>
        </p:txBody>
      </p:sp>
      <p:sp>
        <p:nvSpPr>
          <p:cNvPr id="3" name="Thin monochrome rule">
            <a:extLst xmlns:a="http://schemas.openxmlformats.org/drawingml/2006/main">
              <a:ext uri="{FF2B5EF4-FFF2-40B4-BE49-F238E27FC236}">
                <a16:creationId xmlns:a16="http://schemas.microsoft.com/office/drawing/2014/main" id="{08BAC3EC-3DCD-474C-94BB-6F8E173157C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4D79FE7A-025D-4E7C-9848-E9B99DBDB25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203CFBA8-3AD9-4EE2-B0F7-3058E203760E}"/>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465edfaa470e4041"/>
          </a:graphicData>
        </a:graphic>
      </p:graphicFrame>
      <p:sp>
        <p:nvSpPr>
          <p:cNvPr id="6" name="Both rejected">
            <a:extLst xmlns:a="http://schemas.openxmlformats.org/drawingml/2006/main">
              <a:ext uri="{FF2B5EF4-FFF2-40B4-BE49-F238E27FC236}">
                <a16:creationId xmlns:a16="http://schemas.microsoft.com/office/drawing/2014/main" id="{C8FE31EB-0287-4857-AE38-BA86A25AA034}"/>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Both rejected</a:t>
            </a:r>
          </a:p>
        </p:txBody>
      </p:sp>
      <p:sp>
        <p:nvSpPr>
          <p:cNvPr id="7" name="Normal AD: 16.47&#10;Lognormal AD: 86.51&#10;&#10;Holm p = 0.0015">
            <a:extLst xmlns:a="http://schemas.openxmlformats.org/drawingml/2006/main">
              <a:ext uri="{FF2B5EF4-FFF2-40B4-BE49-F238E27FC236}">
                <a16:creationId xmlns:a16="http://schemas.microsoft.com/office/drawing/2014/main" id="{B9E9B040-7F86-4C3E-B9D1-493B0A8F9550}"/>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Normal AD: 16.47</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Lognormal AD: 86.51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p:txBody>
      </p:sp>
      <p:sp>
        <p:nvSpPr>
          <p:cNvPr id="8" name="Rejection is a valid finding; no extra families are sea">
            <a:extLst xmlns:a="http://schemas.openxmlformats.org/drawingml/2006/main">
              <a:ext uri="{FF2B5EF4-FFF2-40B4-BE49-F238E27FC236}">
                <a16:creationId xmlns:a16="http://schemas.microsoft.com/office/drawing/2014/main" id="{52A63E20-F763-4D73-AFE1-E750C74E859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Rejection is a valid finding; no extra families are searched to obtain a preferred p-value.</a:t>
            </a:r>
          </a:p>
        </p:txBody>
      </p:sp>
    </p:spTree>
    <p:extLst>
      <p:ext uri="{BB962C8B-B14F-4D97-AF65-F5344CB8AC3E}">
        <p14:creationId xmlns:p14="http://schemas.microsoft.com/office/powerpoint/2010/main" val="463502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20BA572-F1E1-4DB0-85D7-6E79773A5D71}"/>
              </a:ext>
            </a:extLst>
          </p:cNvPr>
          <p:cNvPicPr>
            <a:picLocks xmlns:a="http://schemas.openxmlformats.org/drawingml/2006/main" noChangeAspect="1"/>
          </p:cNvPicPr>
          <p:nvPr/>
        </p:nvPicPr>
        <p:blipFill>
          <a:blip xmlns:r="http://schemas.openxmlformats.org/officeDocument/2006/relationships" xmlns:a="http://schemas.openxmlformats.org/drawingml/2006/main" r:embed="R725914ebe25f4d6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DBEC3F0-BC9B-458A-96AB-5346FF420B4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prespecified hypothesis tests</a:t>
            </a:r>
          </a:p>
        </p:txBody>
      </p:sp>
      <p:sp>
        <p:nvSpPr>
          <p:cNvPr id="3" name="Thin monochrome rule">
            <a:extLst xmlns:a="http://schemas.openxmlformats.org/drawingml/2006/main">
              <a:ext uri="{FF2B5EF4-FFF2-40B4-BE49-F238E27FC236}">
                <a16:creationId xmlns:a16="http://schemas.microsoft.com/office/drawing/2014/main" id="{0585C834-F47B-4905-B47B-D4889E50C05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0A1B95A5-B01D-4537-952C-F59D1C0301C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23FF3BD1-DCE9-48CC-9216-D2C6FC0F4D9B}"/>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firstRow="0" bandRow="0"/>
              <a:tblGrid>
                <a:gridCol w="2714625"/>
                <a:gridCol w="8143875"/>
              </a:tblGrid>
              <a:tr h="714375">
                <a:tc>
                  <a:txBody>
                    <a:bodyPr wrap="square" lIns="85725" tIns="85725" rIns="85725" bIns="85725">
                      <a:noAutofit/>
                    </a:bodyPr>
                    <a:lstStyle/>
                    <a:p>
                      <a:pPr algn="l"/>
                      <a:r>
                        <a:rPr sz="21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Null hypothesis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Rings(M) = mean Rings(F)</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Group and ring band are independent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Length(F) = mean Length(I) = mean Length(M)</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α = 0.05 · Holm correction across the three primary que">
            <a:extLst xmlns:a="http://schemas.openxmlformats.org/drawingml/2006/main">
              <a:ext uri="{FF2B5EF4-FFF2-40B4-BE49-F238E27FC236}">
                <a16:creationId xmlns:a16="http://schemas.microsoft.com/office/drawing/2014/main" id="{5F9D9BF2-C77F-49A4-B3C9-50105352E383}"/>
              </a:ext>
            </a:extLst>
          </p:cNvPr>
          <p:cNvSpPr>
            <a:spLocks xmlns:a="http://schemas.openxmlformats.org/drawingml/2006/main" noGrp="1"/>
          </p:cNvSpPr>
          <p:nvPr/>
        </p:nvSpPr>
        <p:spPr>
          <a:xfrm xmlns:a="http://schemas.openxmlformats.org/drawingml/2006/main">
            <a:off x="762000" y="5095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α = 0.05 · Holm correction across the three primary questions</a:t>
            </a:r>
          </a:p>
        </p:txBody>
      </p:sp>
      <p:sp>
        <p:nvSpPr>
          <p:cNvPr id="7" name="Methods still assume appropriate sampling independence;">
            <a:extLst xmlns:a="http://schemas.openxmlformats.org/drawingml/2006/main">
              <a:ext uri="{FF2B5EF4-FFF2-40B4-BE49-F238E27FC236}">
                <a16:creationId xmlns:a16="http://schemas.microsoft.com/office/drawing/2014/main" id="{392BCB65-BF14-4260-BA08-B0CA0D3128F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Methods still assume appropriate sampling independence; missing batch IDs limit inference.</a:t>
            </a:r>
          </a:p>
        </p:txBody>
      </p:sp>
    </p:spTree>
    <p:extLst>
      <p:ext uri="{BB962C8B-B14F-4D97-AF65-F5344CB8AC3E}">
        <p14:creationId xmlns:p14="http://schemas.microsoft.com/office/powerpoint/2010/main" val="6394213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82B2BFF-81BD-4972-A809-D0FE9DA8169B}"/>
              </a:ext>
            </a:extLst>
          </p:cNvPr>
          <p:cNvPicPr>
            <a:picLocks xmlns:a="http://schemas.openxmlformats.org/drawingml/2006/main" noChangeAspect="1"/>
          </p:cNvPicPr>
          <p:nvPr/>
        </p:nvPicPr>
        <p:blipFill>
          <a:blip xmlns:r="http://schemas.openxmlformats.org/officeDocument/2006/relationships" xmlns:a="http://schemas.openxmlformats.org/drawingml/2006/main" r:embed="Rce826959140d4af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C074B35-10C7-45E1-AE38-13F09CFC99C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Results and effect magnitude</a:t>
            </a:r>
          </a:p>
        </p:txBody>
      </p:sp>
      <p:sp>
        <p:nvSpPr>
          <p:cNvPr id="3" name="Thin monochrome rule">
            <a:extLst xmlns:a="http://schemas.openxmlformats.org/drawingml/2006/main">
              <a:ext uri="{FF2B5EF4-FFF2-40B4-BE49-F238E27FC236}">
                <a16:creationId xmlns:a16="http://schemas.microsoft.com/office/drawing/2014/main" id="{8B8705C1-57AB-4996-9C8F-EDFEC9125BF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4B89723B-F95F-4C76-9234-373D6C994BE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B7FD6701-7186-4904-90E5-F0CCB1307DDB}"/>
              </a:ext>
            </a:extLst>
          </p:cNvPr>
          <p:cNvGraphicFramePr/>
          <p:nvPr/>
        </p:nvGraphicFramePr>
        <p:xfrm>
          <a:off xmlns:a="http://schemas.openxmlformats.org/drawingml/2006/main" x="666750" y="1762125"/>
          <a:ext xmlns:a="http://schemas.openxmlformats.org/drawingml/2006/main" cx="10858500" cy="2667000"/>
        </p:xfrm>
        <a:graphic xmlns:a="http://schemas.openxmlformats.org/drawingml/2006/main">
          <a:graphicData uri="http://schemas.openxmlformats.org/drawingml/2006/table">
            <a:tbl>
              <a:tblPr firstRow="0" bandRow="0"/>
              <a:tblGrid>
                <a:gridCol w="4343400"/>
                <a:gridCol w="2714625"/>
                <a:gridCol w="3800475"/>
              </a:tblGrid>
              <a:tr h="666750">
                <a:tc>
                  <a:txBody>
                    <a:bodyPr wrap="square" lIns="85725" tIns="85725" rIns="85725" bIns="85725">
                      <a:noAutofit/>
                    </a:bodyPr>
                    <a:lstStyle/>
                    <a:p>
                      <a:pPr algn="l"/>
                      <a:r>
                        <a:rPr sz="23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Statistic</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Holm p</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-2.765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0.0057</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925.83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8.45e-199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720.44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6.09e-241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M − F: -0.355 rings&#10;95% CI [-0.606, -0.103]">
            <a:extLst xmlns:a="http://schemas.openxmlformats.org/drawingml/2006/main">
              <a:ext uri="{FF2B5EF4-FFF2-40B4-BE49-F238E27FC236}">
                <a16:creationId xmlns:a16="http://schemas.microsoft.com/office/drawing/2014/main" id="{D7A4FC4E-CF45-4085-8FD6-C48DBD14BAB6}"/>
              </a:ext>
            </a:extLst>
          </p:cNvPr>
          <p:cNvSpPr>
            <a:spLocks xmlns:a="http://schemas.openxmlformats.org/drawingml/2006/main" noGrp="1"/>
          </p:cNvSpPr>
          <p:nvPr/>
        </p:nvSpPr>
        <p:spPr>
          <a:xfrm xmlns:a="http://schemas.openxmlformats.org/drawingml/2006/main">
            <a:off x="762000" y="4762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 − F: -0.355 rings</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95% CI [-0.606, -0.103]</a:t>
            </a:r>
          </a:p>
        </p:txBody>
      </p:sp>
      <p:sp>
        <p:nvSpPr>
          <p:cNvPr id="7" name="Cramér’s V = 0.372&#10;Minimum expected count: 334.7">
            <a:extLst xmlns:a="http://schemas.openxmlformats.org/drawingml/2006/main">
              <a:ext uri="{FF2B5EF4-FFF2-40B4-BE49-F238E27FC236}">
                <a16:creationId xmlns:a16="http://schemas.microsoft.com/office/drawing/2014/main" id="{1DA519DF-5A81-4CF2-A6DD-426503845C92}"/>
              </a:ext>
            </a:extLst>
          </p:cNvPr>
          <p:cNvSpPr>
            <a:spLocks xmlns:a="http://schemas.openxmlformats.org/drawingml/2006/main" noGrp="1"/>
          </p:cNvSpPr>
          <p:nvPr/>
        </p:nvSpPr>
        <p:spPr>
          <a:xfrm xmlns:a="http://schemas.openxmlformats.org/drawingml/2006/main">
            <a:off x="7620000" y="4762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Cramér’s V = 0.372</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Minimum expected count: 334.7</a:t>
            </a:r>
          </a:p>
        </p:txBody>
      </p:sp>
      <p:sp>
        <p:nvSpPr>
          <p:cNvPr id="8" name="Statistical significance and practical magnitude answer">
            <a:extLst xmlns:a="http://schemas.openxmlformats.org/drawingml/2006/main">
              <a:ext uri="{FF2B5EF4-FFF2-40B4-BE49-F238E27FC236}">
                <a16:creationId xmlns:a16="http://schemas.microsoft.com/office/drawing/2014/main" id="{FD1FA002-CA85-4531-B451-5F0E53EB907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Statistical significance and practical magnitude answer different questions.</a:t>
            </a:r>
          </a:p>
        </p:txBody>
      </p:sp>
    </p:spTree>
    <p:extLst>
      <p:ext uri="{BB962C8B-B14F-4D97-AF65-F5344CB8AC3E}">
        <p14:creationId xmlns:p14="http://schemas.microsoft.com/office/powerpoint/2010/main" val="9755190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3" name="">
            <a:extLst xmlns:a="http://schemas.openxmlformats.org/drawingml/2006/main">
              <a:ext uri="{FF2B5EF4-FFF2-40B4-BE49-F238E27FC236}">
                <a16:creationId xmlns:a16="http://schemas.microsoft.com/office/drawing/2014/main" id="{94ABB29D-F7B3-4326-9344-D1BE57E2D1A5}"/>
              </a:ext>
            </a:extLst>
          </p:cNvPr>
          <p:cNvPicPr>
            <a:picLocks xmlns:a="http://schemas.openxmlformats.org/drawingml/2006/main" noChangeAspect="1"/>
          </p:cNvPicPr>
          <p:nvPr/>
        </p:nvPicPr>
        <p:blipFill>
          <a:blip xmlns:r="http://schemas.openxmlformats.org/officeDocument/2006/relationships" xmlns:a="http://schemas.openxmlformats.org/drawingml/2006/main" r:embed="Rf9219d55f391459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6516F62-848E-4B06-99C9-6334F266C71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Pearson and Spearman associations</a:t>
            </a:r>
          </a:p>
        </p:txBody>
      </p:sp>
      <p:sp>
        <p:nvSpPr>
          <p:cNvPr id="3" name="Thin monochrome rule">
            <a:extLst xmlns:a="http://schemas.openxmlformats.org/drawingml/2006/main">
              <a:ext uri="{FF2B5EF4-FFF2-40B4-BE49-F238E27FC236}">
                <a16:creationId xmlns:a16="http://schemas.microsoft.com/office/drawing/2014/main" id="{6F545763-8443-4AA1-B352-1A564DB93CE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20704E44-7E5D-4207-B904-35CA9424FAD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length">
            <a:extLst xmlns:a="http://schemas.openxmlformats.org/drawingml/2006/main">
              <a:ext uri="{FF2B5EF4-FFF2-40B4-BE49-F238E27FC236}">
                <a16:creationId xmlns:a16="http://schemas.microsoft.com/office/drawing/2014/main" id="{0F348956-D5B3-4651-B09F-1ABB0F8BCCAF}"/>
              </a:ext>
            </a:extLst>
          </p:cNvPr>
          <p:cNvSpPr>
            <a:spLocks xmlns:a="http://schemas.openxmlformats.org/drawingml/2006/main" noGrp="1"/>
          </p:cNvSpPr>
          <p:nvPr/>
        </p:nvSpPr>
        <p:spPr>
          <a:xfrm xmlns:a="http://schemas.openxmlformats.org/drawingml/2006/main">
            <a:off x="762000" y="23336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length</a:t>
            </a:r>
          </a:p>
        </p:txBody>
      </p:sp>
      <p:sp>
        <p:nvSpPr>
          <p:cNvPr id="6" name="length">
            <a:extLst xmlns:a="http://schemas.openxmlformats.org/drawingml/2006/main">
              <a:ext uri="{FF2B5EF4-FFF2-40B4-BE49-F238E27FC236}">
                <a16:creationId xmlns:a16="http://schemas.microsoft.com/office/drawing/2014/main" id="{50F4B260-0B07-4524-BE31-2D052133F605}"/>
              </a:ext>
            </a:extLst>
          </p:cNvPr>
          <p:cNvSpPr>
            <a:spLocks xmlns:a="http://schemas.openxmlformats.org/drawingml/2006/main" noGrp="1"/>
          </p:cNvSpPr>
          <p:nvPr/>
        </p:nvSpPr>
        <p:spPr>
          <a:xfrm xmlns:a="http://schemas.openxmlformats.org/drawingml/2006/main">
            <a:off x="18573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length</a:t>
            </a:r>
          </a:p>
        </p:txBody>
      </p:sp>
      <p:sp>
        <p:nvSpPr>
          <p:cNvPr id="7" name="Spearman length length">
            <a:extLst xmlns:a="http://schemas.openxmlformats.org/drawingml/2006/main">
              <a:ext uri="{FF2B5EF4-FFF2-40B4-BE49-F238E27FC236}">
                <a16:creationId xmlns:a16="http://schemas.microsoft.com/office/drawing/2014/main" id="{30623311-29A2-405D-BA50-1A7D78294E53}"/>
              </a:ext>
            </a:extLst>
          </p:cNvPr>
          <p:cNvSpPr>
            <a:spLocks xmlns:a="http://schemas.openxmlformats.org/drawingml/2006/main" noGrp="1"/>
          </p:cNvSpPr>
          <p:nvPr/>
        </p:nvSpPr>
        <p:spPr>
          <a:xfrm xmlns:a="http://schemas.openxmlformats.org/drawingml/2006/main">
            <a:off x="1857375" y="22383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 name="1.00">
            <a:extLst xmlns:a="http://schemas.openxmlformats.org/drawingml/2006/main">
              <a:ext uri="{FF2B5EF4-FFF2-40B4-BE49-F238E27FC236}">
                <a16:creationId xmlns:a16="http://schemas.microsoft.com/office/drawing/2014/main" id="{8551D69D-6A06-4747-8178-21947B6D9AA6}"/>
              </a:ext>
            </a:extLst>
          </p:cNvPr>
          <p:cNvSpPr>
            <a:spLocks xmlns:a="http://schemas.openxmlformats.org/drawingml/2006/main" noGrp="1"/>
          </p:cNvSpPr>
          <p:nvPr/>
        </p:nvSpPr>
        <p:spPr>
          <a:xfrm xmlns:a="http://schemas.openxmlformats.org/drawingml/2006/main">
            <a:off x="18573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9" name="Spearman length diameter">
            <a:extLst xmlns:a="http://schemas.openxmlformats.org/drawingml/2006/main">
              <a:ext uri="{FF2B5EF4-FFF2-40B4-BE49-F238E27FC236}">
                <a16:creationId xmlns:a16="http://schemas.microsoft.com/office/drawing/2014/main" id="{CA846C70-8A48-4E35-9375-CBB3840B1C4D}"/>
              </a:ext>
            </a:extLst>
          </p:cNvPr>
          <p:cNvSpPr>
            <a:spLocks xmlns:a="http://schemas.openxmlformats.org/drawingml/2006/main" noGrp="1"/>
          </p:cNvSpPr>
          <p:nvPr/>
        </p:nvSpPr>
        <p:spPr>
          <a:xfrm xmlns:a="http://schemas.openxmlformats.org/drawingml/2006/main">
            <a:off x="2257425" y="223837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10" name="0.98">
            <a:extLst xmlns:a="http://schemas.openxmlformats.org/drawingml/2006/main">
              <a:ext uri="{FF2B5EF4-FFF2-40B4-BE49-F238E27FC236}">
                <a16:creationId xmlns:a16="http://schemas.microsoft.com/office/drawing/2014/main" id="{00A99716-5E13-4AD3-AB1D-98F621CBBA5A}"/>
              </a:ext>
            </a:extLst>
          </p:cNvPr>
          <p:cNvSpPr>
            <a:spLocks xmlns:a="http://schemas.openxmlformats.org/drawingml/2006/main" noGrp="1"/>
          </p:cNvSpPr>
          <p:nvPr/>
        </p:nvSpPr>
        <p:spPr>
          <a:xfrm xmlns:a="http://schemas.openxmlformats.org/drawingml/2006/main">
            <a:off x="22574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11" name="Spearman length height">
            <a:extLst xmlns:a="http://schemas.openxmlformats.org/drawingml/2006/main">
              <a:ext uri="{FF2B5EF4-FFF2-40B4-BE49-F238E27FC236}">
                <a16:creationId xmlns:a16="http://schemas.microsoft.com/office/drawing/2014/main" id="{6229E24D-718C-4C6D-A510-60C1227D5A8E}"/>
              </a:ext>
            </a:extLst>
          </p:cNvPr>
          <p:cNvSpPr>
            <a:spLocks xmlns:a="http://schemas.openxmlformats.org/drawingml/2006/main" noGrp="1"/>
          </p:cNvSpPr>
          <p:nvPr/>
        </p:nvSpPr>
        <p:spPr>
          <a:xfrm xmlns:a="http://schemas.openxmlformats.org/drawingml/2006/main">
            <a:off x="2657475" y="22383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12" name="0.89">
            <a:extLst xmlns:a="http://schemas.openxmlformats.org/drawingml/2006/main">
              <a:ext uri="{FF2B5EF4-FFF2-40B4-BE49-F238E27FC236}">
                <a16:creationId xmlns:a16="http://schemas.microsoft.com/office/drawing/2014/main" id="{A9664911-598F-42D6-919A-771DA334C1AE}"/>
              </a:ext>
            </a:extLst>
          </p:cNvPr>
          <p:cNvSpPr>
            <a:spLocks xmlns:a="http://schemas.openxmlformats.org/drawingml/2006/main" noGrp="1"/>
          </p:cNvSpPr>
          <p:nvPr/>
        </p:nvSpPr>
        <p:spPr>
          <a:xfrm xmlns:a="http://schemas.openxmlformats.org/drawingml/2006/main">
            <a:off x="26574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13" name="Spearman length whole_weight">
            <a:extLst xmlns:a="http://schemas.openxmlformats.org/drawingml/2006/main">
              <a:ext uri="{FF2B5EF4-FFF2-40B4-BE49-F238E27FC236}">
                <a16:creationId xmlns:a16="http://schemas.microsoft.com/office/drawing/2014/main" id="{277426F9-1BA8-4594-8186-3A5AD2C176F9}"/>
              </a:ext>
            </a:extLst>
          </p:cNvPr>
          <p:cNvSpPr>
            <a:spLocks xmlns:a="http://schemas.openxmlformats.org/drawingml/2006/main" noGrp="1"/>
          </p:cNvSpPr>
          <p:nvPr/>
        </p:nvSpPr>
        <p:spPr>
          <a:xfrm xmlns:a="http://schemas.openxmlformats.org/drawingml/2006/main">
            <a:off x="3057525" y="22383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4" name="0.97">
            <a:extLst xmlns:a="http://schemas.openxmlformats.org/drawingml/2006/main">
              <a:ext uri="{FF2B5EF4-FFF2-40B4-BE49-F238E27FC236}">
                <a16:creationId xmlns:a16="http://schemas.microsoft.com/office/drawing/2014/main" id="{F6DB9C07-5E82-45B4-9B9F-089DC82E9B05}"/>
              </a:ext>
            </a:extLst>
          </p:cNvPr>
          <p:cNvSpPr>
            <a:spLocks xmlns:a="http://schemas.openxmlformats.org/drawingml/2006/main" noGrp="1"/>
          </p:cNvSpPr>
          <p:nvPr/>
        </p:nvSpPr>
        <p:spPr>
          <a:xfrm xmlns:a="http://schemas.openxmlformats.org/drawingml/2006/main">
            <a:off x="30575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5" name="Spearman length shucked_weight">
            <a:extLst xmlns:a="http://schemas.openxmlformats.org/drawingml/2006/main">
              <a:ext uri="{FF2B5EF4-FFF2-40B4-BE49-F238E27FC236}">
                <a16:creationId xmlns:a16="http://schemas.microsoft.com/office/drawing/2014/main" id="{408B2E0E-811E-4A06-A22E-4D13964B8213}"/>
              </a:ext>
            </a:extLst>
          </p:cNvPr>
          <p:cNvSpPr>
            <a:spLocks xmlns:a="http://schemas.openxmlformats.org/drawingml/2006/main" noGrp="1"/>
          </p:cNvSpPr>
          <p:nvPr/>
        </p:nvSpPr>
        <p:spPr>
          <a:xfrm xmlns:a="http://schemas.openxmlformats.org/drawingml/2006/main">
            <a:off x="3457575" y="22383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16" name="0.96">
            <a:extLst xmlns:a="http://schemas.openxmlformats.org/drawingml/2006/main">
              <a:ext uri="{FF2B5EF4-FFF2-40B4-BE49-F238E27FC236}">
                <a16:creationId xmlns:a16="http://schemas.microsoft.com/office/drawing/2014/main" id="{4E8DFD6E-DAED-401D-9B1E-6C50396339C9}"/>
              </a:ext>
            </a:extLst>
          </p:cNvPr>
          <p:cNvSpPr>
            <a:spLocks xmlns:a="http://schemas.openxmlformats.org/drawingml/2006/main" noGrp="1"/>
          </p:cNvSpPr>
          <p:nvPr/>
        </p:nvSpPr>
        <p:spPr>
          <a:xfrm xmlns:a="http://schemas.openxmlformats.org/drawingml/2006/main">
            <a:off x="34575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17" name="Spearman length viscera_weight">
            <a:extLst xmlns:a="http://schemas.openxmlformats.org/drawingml/2006/main">
              <a:ext uri="{FF2B5EF4-FFF2-40B4-BE49-F238E27FC236}">
                <a16:creationId xmlns:a16="http://schemas.microsoft.com/office/drawing/2014/main" id="{B0D2D014-4F1A-4700-AB61-66D00235BE4B}"/>
              </a:ext>
            </a:extLst>
          </p:cNvPr>
          <p:cNvSpPr>
            <a:spLocks xmlns:a="http://schemas.openxmlformats.org/drawingml/2006/main" noGrp="1"/>
          </p:cNvSpPr>
          <p:nvPr/>
        </p:nvSpPr>
        <p:spPr>
          <a:xfrm xmlns:a="http://schemas.openxmlformats.org/drawingml/2006/main">
            <a:off x="3857625" y="22383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8" name="0.95">
            <a:extLst xmlns:a="http://schemas.openxmlformats.org/drawingml/2006/main">
              <a:ext uri="{FF2B5EF4-FFF2-40B4-BE49-F238E27FC236}">
                <a16:creationId xmlns:a16="http://schemas.microsoft.com/office/drawing/2014/main" id="{ED459C81-A354-48C4-8415-CC4F0E3F5CAB}"/>
              </a:ext>
            </a:extLst>
          </p:cNvPr>
          <p:cNvSpPr>
            <a:spLocks xmlns:a="http://schemas.openxmlformats.org/drawingml/2006/main" noGrp="1"/>
          </p:cNvSpPr>
          <p:nvPr/>
        </p:nvSpPr>
        <p:spPr>
          <a:xfrm xmlns:a="http://schemas.openxmlformats.org/drawingml/2006/main">
            <a:off x="38576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9" name="Spearman length shell_weight">
            <a:extLst xmlns:a="http://schemas.openxmlformats.org/drawingml/2006/main">
              <a:ext uri="{FF2B5EF4-FFF2-40B4-BE49-F238E27FC236}">
                <a16:creationId xmlns:a16="http://schemas.microsoft.com/office/drawing/2014/main" id="{D57872F9-D20F-4175-AC7E-90FCF097FA1E}"/>
              </a:ext>
            </a:extLst>
          </p:cNvPr>
          <p:cNvSpPr>
            <a:spLocks xmlns:a="http://schemas.openxmlformats.org/drawingml/2006/main" noGrp="1"/>
          </p:cNvSpPr>
          <p:nvPr/>
        </p:nvSpPr>
        <p:spPr>
          <a:xfrm xmlns:a="http://schemas.openxmlformats.org/drawingml/2006/main">
            <a:off x="4257675" y="22383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20" name="0.95">
            <a:extLst xmlns:a="http://schemas.openxmlformats.org/drawingml/2006/main">
              <a:ext uri="{FF2B5EF4-FFF2-40B4-BE49-F238E27FC236}">
                <a16:creationId xmlns:a16="http://schemas.microsoft.com/office/drawing/2014/main" id="{270F5DFD-2DDF-4C04-A3A7-9953E1B6026D}"/>
              </a:ext>
            </a:extLst>
          </p:cNvPr>
          <p:cNvSpPr>
            <a:spLocks xmlns:a="http://schemas.openxmlformats.org/drawingml/2006/main" noGrp="1"/>
          </p:cNvSpPr>
          <p:nvPr/>
        </p:nvSpPr>
        <p:spPr>
          <a:xfrm xmlns:a="http://schemas.openxmlformats.org/drawingml/2006/main">
            <a:off x="42576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21" name="Spearman length rings">
            <a:extLst xmlns:a="http://schemas.openxmlformats.org/drawingml/2006/main">
              <a:ext uri="{FF2B5EF4-FFF2-40B4-BE49-F238E27FC236}">
                <a16:creationId xmlns:a16="http://schemas.microsoft.com/office/drawing/2014/main" id="{4289C76B-384F-46A4-91F3-101DDB0D40EB}"/>
              </a:ext>
            </a:extLst>
          </p:cNvPr>
          <p:cNvSpPr>
            <a:spLocks xmlns:a="http://schemas.openxmlformats.org/drawingml/2006/main" noGrp="1"/>
          </p:cNvSpPr>
          <p:nvPr/>
        </p:nvSpPr>
        <p:spPr>
          <a:xfrm xmlns:a="http://schemas.openxmlformats.org/drawingml/2006/main">
            <a:off x="4657725" y="223837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22" name="0.61">
            <a:extLst xmlns:a="http://schemas.openxmlformats.org/drawingml/2006/main">
              <a:ext uri="{FF2B5EF4-FFF2-40B4-BE49-F238E27FC236}">
                <a16:creationId xmlns:a16="http://schemas.microsoft.com/office/drawing/2014/main" id="{B338E9A3-A7DB-492F-891C-E8B83A722B70}"/>
              </a:ext>
            </a:extLst>
          </p:cNvPr>
          <p:cNvSpPr>
            <a:spLocks xmlns:a="http://schemas.openxmlformats.org/drawingml/2006/main" noGrp="1"/>
          </p:cNvSpPr>
          <p:nvPr/>
        </p:nvSpPr>
        <p:spPr>
          <a:xfrm xmlns:a="http://schemas.openxmlformats.org/drawingml/2006/main">
            <a:off x="46577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23" name="diameter">
            <a:extLst xmlns:a="http://schemas.openxmlformats.org/drawingml/2006/main">
              <a:ext uri="{FF2B5EF4-FFF2-40B4-BE49-F238E27FC236}">
                <a16:creationId xmlns:a16="http://schemas.microsoft.com/office/drawing/2014/main" id="{865EC05E-2046-450E-BFC2-4191170A60D4}"/>
              </a:ext>
            </a:extLst>
          </p:cNvPr>
          <p:cNvSpPr>
            <a:spLocks xmlns:a="http://schemas.openxmlformats.org/drawingml/2006/main" noGrp="1"/>
          </p:cNvSpPr>
          <p:nvPr/>
        </p:nvSpPr>
        <p:spPr>
          <a:xfrm xmlns:a="http://schemas.openxmlformats.org/drawingml/2006/main">
            <a:off x="762000" y="27336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diameter</a:t>
            </a:r>
          </a:p>
        </p:txBody>
      </p:sp>
      <p:sp>
        <p:nvSpPr>
          <p:cNvPr id="24" name="diameter">
            <a:extLst xmlns:a="http://schemas.openxmlformats.org/drawingml/2006/main">
              <a:ext uri="{FF2B5EF4-FFF2-40B4-BE49-F238E27FC236}">
                <a16:creationId xmlns:a16="http://schemas.microsoft.com/office/drawing/2014/main" id="{2EB9E7CD-A87F-415A-8C42-AC0EBC3430A7}"/>
              </a:ext>
            </a:extLst>
          </p:cNvPr>
          <p:cNvSpPr>
            <a:spLocks xmlns:a="http://schemas.openxmlformats.org/drawingml/2006/main" noGrp="1"/>
          </p:cNvSpPr>
          <p:nvPr/>
        </p:nvSpPr>
        <p:spPr>
          <a:xfrm xmlns:a="http://schemas.openxmlformats.org/drawingml/2006/main">
            <a:off x="22574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diameter</a:t>
            </a:r>
          </a:p>
        </p:txBody>
      </p:sp>
      <p:sp>
        <p:nvSpPr>
          <p:cNvPr id="25" name="Spearman diameter length">
            <a:extLst xmlns:a="http://schemas.openxmlformats.org/drawingml/2006/main">
              <a:ext uri="{FF2B5EF4-FFF2-40B4-BE49-F238E27FC236}">
                <a16:creationId xmlns:a16="http://schemas.microsoft.com/office/drawing/2014/main" id="{CDA34092-46B8-44E7-AF45-D6CE0D70E993}"/>
              </a:ext>
            </a:extLst>
          </p:cNvPr>
          <p:cNvSpPr>
            <a:spLocks xmlns:a="http://schemas.openxmlformats.org/drawingml/2006/main" noGrp="1"/>
          </p:cNvSpPr>
          <p:nvPr/>
        </p:nvSpPr>
        <p:spPr>
          <a:xfrm xmlns:a="http://schemas.openxmlformats.org/drawingml/2006/main">
            <a:off x="1857375" y="263842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26" name="0.98">
            <a:extLst xmlns:a="http://schemas.openxmlformats.org/drawingml/2006/main">
              <a:ext uri="{FF2B5EF4-FFF2-40B4-BE49-F238E27FC236}">
                <a16:creationId xmlns:a16="http://schemas.microsoft.com/office/drawing/2014/main" id="{ACCB4387-2675-4042-8F5D-5E87124E1C01}"/>
              </a:ext>
            </a:extLst>
          </p:cNvPr>
          <p:cNvSpPr>
            <a:spLocks xmlns:a="http://schemas.openxmlformats.org/drawingml/2006/main" noGrp="1"/>
          </p:cNvSpPr>
          <p:nvPr/>
        </p:nvSpPr>
        <p:spPr>
          <a:xfrm xmlns:a="http://schemas.openxmlformats.org/drawingml/2006/main">
            <a:off x="18573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27" name="Spearman diameter diameter">
            <a:extLst xmlns:a="http://schemas.openxmlformats.org/drawingml/2006/main">
              <a:ext uri="{FF2B5EF4-FFF2-40B4-BE49-F238E27FC236}">
                <a16:creationId xmlns:a16="http://schemas.microsoft.com/office/drawing/2014/main" id="{9FF76F9E-C180-43E2-82B1-618CF4E0D06B}"/>
              </a:ext>
            </a:extLst>
          </p:cNvPr>
          <p:cNvSpPr>
            <a:spLocks xmlns:a="http://schemas.openxmlformats.org/drawingml/2006/main" noGrp="1"/>
          </p:cNvSpPr>
          <p:nvPr/>
        </p:nvSpPr>
        <p:spPr>
          <a:xfrm xmlns:a="http://schemas.openxmlformats.org/drawingml/2006/main">
            <a:off x="2257425" y="26384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28" name="1.00">
            <a:extLst xmlns:a="http://schemas.openxmlformats.org/drawingml/2006/main">
              <a:ext uri="{FF2B5EF4-FFF2-40B4-BE49-F238E27FC236}">
                <a16:creationId xmlns:a16="http://schemas.microsoft.com/office/drawing/2014/main" id="{882486C3-AF6E-45C8-BD53-4FC2A9D20181}"/>
              </a:ext>
            </a:extLst>
          </p:cNvPr>
          <p:cNvSpPr>
            <a:spLocks xmlns:a="http://schemas.openxmlformats.org/drawingml/2006/main" noGrp="1"/>
          </p:cNvSpPr>
          <p:nvPr/>
        </p:nvSpPr>
        <p:spPr>
          <a:xfrm xmlns:a="http://schemas.openxmlformats.org/drawingml/2006/main">
            <a:off x="22574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29" name="Spearman diameter height">
            <a:extLst xmlns:a="http://schemas.openxmlformats.org/drawingml/2006/main">
              <a:ext uri="{FF2B5EF4-FFF2-40B4-BE49-F238E27FC236}">
                <a16:creationId xmlns:a16="http://schemas.microsoft.com/office/drawing/2014/main" id="{AE5F12D6-49C8-47D1-BF73-B45B6A7A430D}"/>
              </a:ext>
            </a:extLst>
          </p:cNvPr>
          <p:cNvSpPr>
            <a:spLocks xmlns:a="http://schemas.openxmlformats.org/drawingml/2006/main" noGrp="1"/>
          </p:cNvSpPr>
          <p:nvPr/>
        </p:nvSpPr>
        <p:spPr>
          <a:xfrm xmlns:a="http://schemas.openxmlformats.org/drawingml/2006/main">
            <a:off x="2657475" y="263842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30" name="0.90">
            <a:extLst xmlns:a="http://schemas.openxmlformats.org/drawingml/2006/main">
              <a:ext uri="{FF2B5EF4-FFF2-40B4-BE49-F238E27FC236}">
                <a16:creationId xmlns:a16="http://schemas.microsoft.com/office/drawing/2014/main" id="{114041E3-CDCD-4DB1-89BE-035B8B382F1F}"/>
              </a:ext>
            </a:extLst>
          </p:cNvPr>
          <p:cNvSpPr>
            <a:spLocks xmlns:a="http://schemas.openxmlformats.org/drawingml/2006/main" noGrp="1"/>
          </p:cNvSpPr>
          <p:nvPr/>
        </p:nvSpPr>
        <p:spPr>
          <a:xfrm xmlns:a="http://schemas.openxmlformats.org/drawingml/2006/main">
            <a:off x="26574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31" name="Spearman diameter whole_weight">
            <a:extLst xmlns:a="http://schemas.openxmlformats.org/drawingml/2006/main">
              <a:ext uri="{FF2B5EF4-FFF2-40B4-BE49-F238E27FC236}">
                <a16:creationId xmlns:a16="http://schemas.microsoft.com/office/drawing/2014/main" id="{75D2D39C-0828-4952-A573-5C564877A4EE}"/>
              </a:ext>
            </a:extLst>
          </p:cNvPr>
          <p:cNvSpPr>
            <a:spLocks xmlns:a="http://schemas.openxmlformats.org/drawingml/2006/main" noGrp="1"/>
          </p:cNvSpPr>
          <p:nvPr/>
        </p:nvSpPr>
        <p:spPr>
          <a:xfrm xmlns:a="http://schemas.openxmlformats.org/drawingml/2006/main">
            <a:off x="3057525" y="26384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32" name="0.97">
            <a:extLst xmlns:a="http://schemas.openxmlformats.org/drawingml/2006/main">
              <a:ext uri="{FF2B5EF4-FFF2-40B4-BE49-F238E27FC236}">
                <a16:creationId xmlns:a16="http://schemas.microsoft.com/office/drawing/2014/main" id="{EA1C4AC3-CDD2-4D8A-9E4A-8C7B9A10092D}"/>
              </a:ext>
            </a:extLst>
          </p:cNvPr>
          <p:cNvSpPr>
            <a:spLocks xmlns:a="http://schemas.openxmlformats.org/drawingml/2006/main" noGrp="1"/>
          </p:cNvSpPr>
          <p:nvPr/>
        </p:nvSpPr>
        <p:spPr>
          <a:xfrm xmlns:a="http://schemas.openxmlformats.org/drawingml/2006/main">
            <a:off x="30575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33" name="Spearman diameter shucked_weight">
            <a:extLst xmlns:a="http://schemas.openxmlformats.org/drawingml/2006/main">
              <a:ext uri="{FF2B5EF4-FFF2-40B4-BE49-F238E27FC236}">
                <a16:creationId xmlns:a16="http://schemas.microsoft.com/office/drawing/2014/main" id="{B3A13D7D-B525-4FF3-B8DE-4224F32C7925}"/>
              </a:ext>
            </a:extLst>
          </p:cNvPr>
          <p:cNvSpPr>
            <a:spLocks xmlns:a="http://schemas.openxmlformats.org/drawingml/2006/main" noGrp="1"/>
          </p:cNvSpPr>
          <p:nvPr/>
        </p:nvSpPr>
        <p:spPr>
          <a:xfrm xmlns:a="http://schemas.openxmlformats.org/drawingml/2006/main">
            <a:off x="34575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4" name="0.95">
            <a:extLst xmlns:a="http://schemas.openxmlformats.org/drawingml/2006/main">
              <a:ext uri="{FF2B5EF4-FFF2-40B4-BE49-F238E27FC236}">
                <a16:creationId xmlns:a16="http://schemas.microsoft.com/office/drawing/2014/main" id="{A68F72F1-C497-4B33-A9ED-69F5D6015B76}"/>
              </a:ext>
            </a:extLst>
          </p:cNvPr>
          <p:cNvSpPr>
            <a:spLocks xmlns:a="http://schemas.openxmlformats.org/drawingml/2006/main" noGrp="1"/>
          </p:cNvSpPr>
          <p:nvPr/>
        </p:nvSpPr>
        <p:spPr>
          <a:xfrm xmlns:a="http://schemas.openxmlformats.org/drawingml/2006/main">
            <a:off x="34575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5" name="Spearman diameter viscera_weight">
            <a:extLst xmlns:a="http://schemas.openxmlformats.org/drawingml/2006/main">
              <a:ext uri="{FF2B5EF4-FFF2-40B4-BE49-F238E27FC236}">
                <a16:creationId xmlns:a16="http://schemas.microsoft.com/office/drawing/2014/main" id="{66E642D1-25ED-4070-B521-DB4A9915266D}"/>
              </a:ext>
            </a:extLst>
          </p:cNvPr>
          <p:cNvSpPr>
            <a:spLocks xmlns:a="http://schemas.openxmlformats.org/drawingml/2006/main" noGrp="1"/>
          </p:cNvSpPr>
          <p:nvPr/>
        </p:nvSpPr>
        <p:spPr>
          <a:xfrm xmlns:a="http://schemas.openxmlformats.org/drawingml/2006/main">
            <a:off x="3857625" y="26384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36" name="0.95">
            <a:extLst xmlns:a="http://schemas.openxmlformats.org/drawingml/2006/main">
              <a:ext uri="{FF2B5EF4-FFF2-40B4-BE49-F238E27FC236}">
                <a16:creationId xmlns:a16="http://schemas.microsoft.com/office/drawing/2014/main" id="{2D0A8EED-9006-436E-9858-D966515A3E87}"/>
              </a:ext>
            </a:extLst>
          </p:cNvPr>
          <p:cNvSpPr>
            <a:spLocks xmlns:a="http://schemas.openxmlformats.org/drawingml/2006/main" noGrp="1"/>
          </p:cNvSpPr>
          <p:nvPr/>
        </p:nvSpPr>
        <p:spPr>
          <a:xfrm xmlns:a="http://schemas.openxmlformats.org/drawingml/2006/main">
            <a:off x="38576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7" name="Spearman diameter shell_weight">
            <a:extLst xmlns:a="http://schemas.openxmlformats.org/drawingml/2006/main">
              <a:ext uri="{FF2B5EF4-FFF2-40B4-BE49-F238E27FC236}">
                <a16:creationId xmlns:a16="http://schemas.microsoft.com/office/drawing/2014/main" id="{05050EFA-9488-4E80-BD8B-C212F8263005}"/>
              </a:ext>
            </a:extLst>
          </p:cNvPr>
          <p:cNvSpPr>
            <a:spLocks xmlns:a="http://schemas.openxmlformats.org/drawingml/2006/main" noGrp="1"/>
          </p:cNvSpPr>
          <p:nvPr/>
        </p:nvSpPr>
        <p:spPr>
          <a:xfrm xmlns:a="http://schemas.openxmlformats.org/drawingml/2006/main">
            <a:off x="42576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8" name="0.95">
            <a:extLst xmlns:a="http://schemas.openxmlformats.org/drawingml/2006/main">
              <a:ext uri="{FF2B5EF4-FFF2-40B4-BE49-F238E27FC236}">
                <a16:creationId xmlns:a16="http://schemas.microsoft.com/office/drawing/2014/main" id="{96C67563-3C1F-4936-923D-86E53ED711D5}"/>
              </a:ext>
            </a:extLst>
          </p:cNvPr>
          <p:cNvSpPr>
            <a:spLocks xmlns:a="http://schemas.openxmlformats.org/drawingml/2006/main" noGrp="1"/>
          </p:cNvSpPr>
          <p:nvPr/>
        </p:nvSpPr>
        <p:spPr>
          <a:xfrm xmlns:a="http://schemas.openxmlformats.org/drawingml/2006/main">
            <a:off x="42576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9" name="Spearman diameter rings">
            <a:extLst xmlns:a="http://schemas.openxmlformats.org/drawingml/2006/main">
              <a:ext uri="{FF2B5EF4-FFF2-40B4-BE49-F238E27FC236}">
                <a16:creationId xmlns:a16="http://schemas.microsoft.com/office/drawing/2014/main" id="{059FA514-D61A-4A91-AA93-14339BA2B98C}"/>
              </a:ext>
            </a:extLst>
          </p:cNvPr>
          <p:cNvSpPr>
            <a:spLocks xmlns:a="http://schemas.openxmlformats.org/drawingml/2006/main" noGrp="1"/>
          </p:cNvSpPr>
          <p:nvPr/>
        </p:nvSpPr>
        <p:spPr>
          <a:xfrm xmlns:a="http://schemas.openxmlformats.org/drawingml/2006/main">
            <a:off x="4657725" y="26384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40" name="0.63">
            <a:extLst xmlns:a="http://schemas.openxmlformats.org/drawingml/2006/main">
              <a:ext uri="{FF2B5EF4-FFF2-40B4-BE49-F238E27FC236}">
                <a16:creationId xmlns:a16="http://schemas.microsoft.com/office/drawing/2014/main" id="{E0B4797B-1219-4199-8AF7-B0959BB638CC}"/>
              </a:ext>
            </a:extLst>
          </p:cNvPr>
          <p:cNvSpPr>
            <a:spLocks xmlns:a="http://schemas.openxmlformats.org/drawingml/2006/main" noGrp="1"/>
          </p:cNvSpPr>
          <p:nvPr/>
        </p:nvSpPr>
        <p:spPr>
          <a:xfrm xmlns:a="http://schemas.openxmlformats.org/drawingml/2006/main">
            <a:off x="46577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41" name="height">
            <a:extLst xmlns:a="http://schemas.openxmlformats.org/drawingml/2006/main">
              <a:ext uri="{FF2B5EF4-FFF2-40B4-BE49-F238E27FC236}">
                <a16:creationId xmlns:a16="http://schemas.microsoft.com/office/drawing/2014/main" id="{1C06E510-FEBC-4BD6-AC4A-8B707E4F0869}"/>
              </a:ext>
            </a:extLst>
          </p:cNvPr>
          <p:cNvSpPr>
            <a:spLocks xmlns:a="http://schemas.openxmlformats.org/drawingml/2006/main" noGrp="1"/>
          </p:cNvSpPr>
          <p:nvPr/>
        </p:nvSpPr>
        <p:spPr>
          <a:xfrm xmlns:a="http://schemas.openxmlformats.org/drawingml/2006/main">
            <a:off x="762000" y="31337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height</a:t>
            </a:r>
          </a:p>
        </p:txBody>
      </p:sp>
      <p:sp>
        <p:nvSpPr>
          <p:cNvPr id="42" name="height">
            <a:extLst xmlns:a="http://schemas.openxmlformats.org/drawingml/2006/main">
              <a:ext uri="{FF2B5EF4-FFF2-40B4-BE49-F238E27FC236}">
                <a16:creationId xmlns:a16="http://schemas.microsoft.com/office/drawing/2014/main" id="{64039AA5-4163-4570-85CD-307497A30E64}"/>
              </a:ext>
            </a:extLst>
          </p:cNvPr>
          <p:cNvSpPr>
            <a:spLocks xmlns:a="http://schemas.openxmlformats.org/drawingml/2006/main" noGrp="1"/>
          </p:cNvSpPr>
          <p:nvPr/>
        </p:nvSpPr>
        <p:spPr>
          <a:xfrm xmlns:a="http://schemas.openxmlformats.org/drawingml/2006/main">
            <a:off x="26574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height</a:t>
            </a:r>
          </a:p>
        </p:txBody>
      </p:sp>
      <p:sp>
        <p:nvSpPr>
          <p:cNvPr id="43" name="Spearman height length">
            <a:extLst xmlns:a="http://schemas.openxmlformats.org/drawingml/2006/main">
              <a:ext uri="{FF2B5EF4-FFF2-40B4-BE49-F238E27FC236}">
                <a16:creationId xmlns:a16="http://schemas.microsoft.com/office/drawing/2014/main" id="{726ADF21-3413-4B83-9D30-AD9EFEC70FFB}"/>
              </a:ext>
            </a:extLst>
          </p:cNvPr>
          <p:cNvSpPr>
            <a:spLocks xmlns:a="http://schemas.openxmlformats.org/drawingml/2006/main" noGrp="1"/>
          </p:cNvSpPr>
          <p:nvPr/>
        </p:nvSpPr>
        <p:spPr>
          <a:xfrm xmlns:a="http://schemas.openxmlformats.org/drawingml/2006/main">
            <a:off x="1857375" y="30384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44" name="0.89">
            <a:extLst xmlns:a="http://schemas.openxmlformats.org/drawingml/2006/main">
              <a:ext uri="{FF2B5EF4-FFF2-40B4-BE49-F238E27FC236}">
                <a16:creationId xmlns:a16="http://schemas.microsoft.com/office/drawing/2014/main" id="{4881A833-3C2B-4B5F-A8A9-A22837CFE1CE}"/>
              </a:ext>
            </a:extLst>
          </p:cNvPr>
          <p:cNvSpPr>
            <a:spLocks xmlns:a="http://schemas.openxmlformats.org/drawingml/2006/main" noGrp="1"/>
          </p:cNvSpPr>
          <p:nvPr/>
        </p:nvSpPr>
        <p:spPr>
          <a:xfrm xmlns:a="http://schemas.openxmlformats.org/drawingml/2006/main">
            <a:off x="18573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45" name="Spearman height diameter">
            <a:extLst xmlns:a="http://schemas.openxmlformats.org/drawingml/2006/main">
              <a:ext uri="{FF2B5EF4-FFF2-40B4-BE49-F238E27FC236}">
                <a16:creationId xmlns:a16="http://schemas.microsoft.com/office/drawing/2014/main" id="{D2241058-ECAC-4C2F-999D-0F09BA5BD386}"/>
              </a:ext>
            </a:extLst>
          </p:cNvPr>
          <p:cNvSpPr>
            <a:spLocks xmlns:a="http://schemas.openxmlformats.org/drawingml/2006/main" noGrp="1"/>
          </p:cNvSpPr>
          <p:nvPr/>
        </p:nvSpPr>
        <p:spPr>
          <a:xfrm xmlns:a="http://schemas.openxmlformats.org/drawingml/2006/main">
            <a:off x="2257425" y="303847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46" name="0.90">
            <a:extLst xmlns:a="http://schemas.openxmlformats.org/drawingml/2006/main">
              <a:ext uri="{FF2B5EF4-FFF2-40B4-BE49-F238E27FC236}">
                <a16:creationId xmlns:a16="http://schemas.microsoft.com/office/drawing/2014/main" id="{DC8469A3-0A1C-4E85-B72E-C3F6A8516458}"/>
              </a:ext>
            </a:extLst>
          </p:cNvPr>
          <p:cNvSpPr>
            <a:spLocks xmlns:a="http://schemas.openxmlformats.org/drawingml/2006/main" noGrp="1"/>
          </p:cNvSpPr>
          <p:nvPr/>
        </p:nvSpPr>
        <p:spPr>
          <a:xfrm xmlns:a="http://schemas.openxmlformats.org/drawingml/2006/main">
            <a:off x="22574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47" name="Spearman height height">
            <a:extLst xmlns:a="http://schemas.openxmlformats.org/drawingml/2006/main">
              <a:ext uri="{FF2B5EF4-FFF2-40B4-BE49-F238E27FC236}">
                <a16:creationId xmlns:a16="http://schemas.microsoft.com/office/drawing/2014/main" id="{6985F9E4-5246-447F-9DEA-767F4B97489E}"/>
              </a:ext>
            </a:extLst>
          </p:cNvPr>
          <p:cNvSpPr>
            <a:spLocks xmlns:a="http://schemas.openxmlformats.org/drawingml/2006/main" noGrp="1"/>
          </p:cNvSpPr>
          <p:nvPr/>
        </p:nvSpPr>
        <p:spPr>
          <a:xfrm xmlns:a="http://schemas.openxmlformats.org/drawingml/2006/main">
            <a:off x="2657475" y="30384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48" name="1.00">
            <a:extLst xmlns:a="http://schemas.openxmlformats.org/drawingml/2006/main">
              <a:ext uri="{FF2B5EF4-FFF2-40B4-BE49-F238E27FC236}">
                <a16:creationId xmlns:a16="http://schemas.microsoft.com/office/drawing/2014/main" id="{40406459-B23A-4BD0-8D5D-F075FD88E6A0}"/>
              </a:ext>
            </a:extLst>
          </p:cNvPr>
          <p:cNvSpPr>
            <a:spLocks xmlns:a="http://schemas.openxmlformats.org/drawingml/2006/main" noGrp="1"/>
          </p:cNvSpPr>
          <p:nvPr/>
        </p:nvSpPr>
        <p:spPr>
          <a:xfrm xmlns:a="http://schemas.openxmlformats.org/drawingml/2006/main">
            <a:off x="26574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49" name="Spearman height whole_weight">
            <a:extLst xmlns:a="http://schemas.openxmlformats.org/drawingml/2006/main">
              <a:ext uri="{FF2B5EF4-FFF2-40B4-BE49-F238E27FC236}">
                <a16:creationId xmlns:a16="http://schemas.microsoft.com/office/drawing/2014/main" id="{063982FB-1AEA-47C4-B66C-207348FB1876}"/>
              </a:ext>
            </a:extLst>
          </p:cNvPr>
          <p:cNvSpPr>
            <a:spLocks xmlns:a="http://schemas.openxmlformats.org/drawingml/2006/main" noGrp="1"/>
          </p:cNvSpPr>
          <p:nvPr/>
        </p:nvSpPr>
        <p:spPr>
          <a:xfrm xmlns:a="http://schemas.openxmlformats.org/drawingml/2006/main">
            <a:off x="3057525" y="30384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50" name="0.92">
            <a:extLst xmlns:a="http://schemas.openxmlformats.org/drawingml/2006/main">
              <a:ext uri="{FF2B5EF4-FFF2-40B4-BE49-F238E27FC236}">
                <a16:creationId xmlns:a16="http://schemas.microsoft.com/office/drawing/2014/main" id="{DD7D69B3-365E-40F0-9AE9-139C8455F31E}"/>
              </a:ext>
            </a:extLst>
          </p:cNvPr>
          <p:cNvSpPr>
            <a:spLocks xmlns:a="http://schemas.openxmlformats.org/drawingml/2006/main" noGrp="1"/>
          </p:cNvSpPr>
          <p:nvPr/>
        </p:nvSpPr>
        <p:spPr>
          <a:xfrm xmlns:a="http://schemas.openxmlformats.org/drawingml/2006/main">
            <a:off x="30575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1" name="Spearman height shucked_weight">
            <a:extLst xmlns:a="http://schemas.openxmlformats.org/drawingml/2006/main">
              <a:ext uri="{FF2B5EF4-FFF2-40B4-BE49-F238E27FC236}">
                <a16:creationId xmlns:a16="http://schemas.microsoft.com/office/drawing/2014/main" id="{41535E56-B310-4519-89F0-01DDD44ADE81}"/>
              </a:ext>
            </a:extLst>
          </p:cNvPr>
          <p:cNvSpPr>
            <a:spLocks xmlns:a="http://schemas.openxmlformats.org/drawingml/2006/main" noGrp="1"/>
          </p:cNvSpPr>
          <p:nvPr/>
        </p:nvSpPr>
        <p:spPr>
          <a:xfrm xmlns:a="http://schemas.openxmlformats.org/drawingml/2006/main">
            <a:off x="3457575" y="30384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52" name="0.88">
            <a:extLst xmlns:a="http://schemas.openxmlformats.org/drawingml/2006/main">
              <a:ext uri="{FF2B5EF4-FFF2-40B4-BE49-F238E27FC236}">
                <a16:creationId xmlns:a16="http://schemas.microsoft.com/office/drawing/2014/main" id="{0212DB12-7850-425B-B175-2CA98DA90526}"/>
              </a:ext>
            </a:extLst>
          </p:cNvPr>
          <p:cNvSpPr>
            <a:spLocks xmlns:a="http://schemas.openxmlformats.org/drawingml/2006/main" noGrp="1"/>
          </p:cNvSpPr>
          <p:nvPr/>
        </p:nvSpPr>
        <p:spPr>
          <a:xfrm xmlns:a="http://schemas.openxmlformats.org/drawingml/2006/main">
            <a:off x="34575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53" name="Spearman height viscera_weight">
            <a:extLst xmlns:a="http://schemas.openxmlformats.org/drawingml/2006/main">
              <a:ext uri="{FF2B5EF4-FFF2-40B4-BE49-F238E27FC236}">
                <a16:creationId xmlns:a16="http://schemas.microsoft.com/office/drawing/2014/main" id="{C369A310-44ED-41B2-8E52-F432022EBDB9}"/>
              </a:ext>
            </a:extLst>
          </p:cNvPr>
          <p:cNvSpPr>
            <a:spLocks xmlns:a="http://schemas.openxmlformats.org/drawingml/2006/main" noGrp="1"/>
          </p:cNvSpPr>
          <p:nvPr/>
        </p:nvSpPr>
        <p:spPr>
          <a:xfrm xmlns:a="http://schemas.openxmlformats.org/drawingml/2006/main">
            <a:off x="3857625" y="303847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54" name="0.90">
            <a:extLst xmlns:a="http://schemas.openxmlformats.org/drawingml/2006/main">
              <a:ext uri="{FF2B5EF4-FFF2-40B4-BE49-F238E27FC236}">
                <a16:creationId xmlns:a16="http://schemas.microsoft.com/office/drawing/2014/main" id="{93F72E32-B10B-4C1F-9E13-DD5AF20E469D}"/>
              </a:ext>
            </a:extLst>
          </p:cNvPr>
          <p:cNvSpPr>
            <a:spLocks xmlns:a="http://schemas.openxmlformats.org/drawingml/2006/main" noGrp="1"/>
          </p:cNvSpPr>
          <p:nvPr/>
        </p:nvSpPr>
        <p:spPr>
          <a:xfrm xmlns:a="http://schemas.openxmlformats.org/drawingml/2006/main">
            <a:off x="38576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55" name="Spearman height shell_weight">
            <a:extLst xmlns:a="http://schemas.openxmlformats.org/drawingml/2006/main">
              <a:ext uri="{FF2B5EF4-FFF2-40B4-BE49-F238E27FC236}">
                <a16:creationId xmlns:a16="http://schemas.microsoft.com/office/drawing/2014/main" id="{157075CF-87A3-4631-AA42-346E339CB689}"/>
              </a:ext>
            </a:extLst>
          </p:cNvPr>
          <p:cNvSpPr>
            <a:spLocks xmlns:a="http://schemas.openxmlformats.org/drawingml/2006/main" noGrp="1"/>
          </p:cNvSpPr>
          <p:nvPr/>
        </p:nvSpPr>
        <p:spPr>
          <a:xfrm xmlns:a="http://schemas.openxmlformats.org/drawingml/2006/main">
            <a:off x="4257675" y="30384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56" name="0.92">
            <a:extLst xmlns:a="http://schemas.openxmlformats.org/drawingml/2006/main">
              <a:ext uri="{FF2B5EF4-FFF2-40B4-BE49-F238E27FC236}">
                <a16:creationId xmlns:a16="http://schemas.microsoft.com/office/drawing/2014/main" id="{550200E1-530F-43D8-BC83-EC5757ED720C}"/>
              </a:ext>
            </a:extLst>
          </p:cNvPr>
          <p:cNvSpPr>
            <a:spLocks xmlns:a="http://schemas.openxmlformats.org/drawingml/2006/main" noGrp="1"/>
          </p:cNvSpPr>
          <p:nvPr/>
        </p:nvSpPr>
        <p:spPr>
          <a:xfrm xmlns:a="http://schemas.openxmlformats.org/drawingml/2006/main">
            <a:off x="42576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7" name="Spearman height rings">
            <a:extLst xmlns:a="http://schemas.openxmlformats.org/drawingml/2006/main">
              <a:ext uri="{FF2B5EF4-FFF2-40B4-BE49-F238E27FC236}">
                <a16:creationId xmlns:a16="http://schemas.microsoft.com/office/drawing/2014/main" id="{EFC95C54-04B4-4C1C-9F5A-9E1DEEF2D241}"/>
              </a:ext>
            </a:extLst>
          </p:cNvPr>
          <p:cNvSpPr>
            <a:spLocks xmlns:a="http://schemas.openxmlformats.org/drawingml/2006/main" noGrp="1"/>
          </p:cNvSpPr>
          <p:nvPr/>
        </p:nvSpPr>
        <p:spPr>
          <a:xfrm xmlns:a="http://schemas.openxmlformats.org/drawingml/2006/main">
            <a:off x="4657725" y="303847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58" name="0.65">
            <a:extLst xmlns:a="http://schemas.openxmlformats.org/drawingml/2006/main">
              <a:ext uri="{FF2B5EF4-FFF2-40B4-BE49-F238E27FC236}">
                <a16:creationId xmlns:a16="http://schemas.microsoft.com/office/drawing/2014/main" id="{A6F974B3-F6B3-46EE-9724-0EC6A10D1011}"/>
              </a:ext>
            </a:extLst>
          </p:cNvPr>
          <p:cNvSpPr>
            <a:spLocks xmlns:a="http://schemas.openxmlformats.org/drawingml/2006/main" noGrp="1"/>
          </p:cNvSpPr>
          <p:nvPr/>
        </p:nvSpPr>
        <p:spPr>
          <a:xfrm xmlns:a="http://schemas.openxmlformats.org/drawingml/2006/main">
            <a:off x="46577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59" name="whole">
            <a:extLst xmlns:a="http://schemas.openxmlformats.org/drawingml/2006/main">
              <a:ext uri="{FF2B5EF4-FFF2-40B4-BE49-F238E27FC236}">
                <a16:creationId xmlns:a16="http://schemas.microsoft.com/office/drawing/2014/main" id="{F1F14AE7-B07E-4552-8915-57DBB2F42FB4}"/>
              </a:ext>
            </a:extLst>
          </p:cNvPr>
          <p:cNvSpPr>
            <a:spLocks xmlns:a="http://schemas.openxmlformats.org/drawingml/2006/main" noGrp="1"/>
          </p:cNvSpPr>
          <p:nvPr/>
        </p:nvSpPr>
        <p:spPr>
          <a:xfrm xmlns:a="http://schemas.openxmlformats.org/drawingml/2006/main">
            <a:off x="762000" y="35337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whole</a:t>
            </a:r>
          </a:p>
        </p:txBody>
      </p:sp>
      <p:sp>
        <p:nvSpPr>
          <p:cNvPr id="60" name="whole">
            <a:extLst xmlns:a="http://schemas.openxmlformats.org/drawingml/2006/main">
              <a:ext uri="{FF2B5EF4-FFF2-40B4-BE49-F238E27FC236}">
                <a16:creationId xmlns:a16="http://schemas.microsoft.com/office/drawing/2014/main" id="{20295637-7D3F-49B2-B56E-C55CAB5A56AE}"/>
              </a:ext>
            </a:extLst>
          </p:cNvPr>
          <p:cNvSpPr>
            <a:spLocks xmlns:a="http://schemas.openxmlformats.org/drawingml/2006/main" noGrp="1"/>
          </p:cNvSpPr>
          <p:nvPr/>
        </p:nvSpPr>
        <p:spPr>
          <a:xfrm xmlns:a="http://schemas.openxmlformats.org/drawingml/2006/main">
            <a:off x="30575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whole</a:t>
            </a:r>
          </a:p>
        </p:txBody>
      </p:sp>
      <p:sp>
        <p:nvSpPr>
          <p:cNvPr id="61" name="Spearman whole_weight length">
            <a:extLst xmlns:a="http://schemas.openxmlformats.org/drawingml/2006/main">
              <a:ext uri="{FF2B5EF4-FFF2-40B4-BE49-F238E27FC236}">
                <a16:creationId xmlns:a16="http://schemas.microsoft.com/office/drawing/2014/main" id="{8B959B09-92BF-4599-B497-658AC79B51C0}"/>
              </a:ext>
            </a:extLst>
          </p:cNvPr>
          <p:cNvSpPr>
            <a:spLocks xmlns:a="http://schemas.openxmlformats.org/drawingml/2006/main" noGrp="1"/>
          </p:cNvSpPr>
          <p:nvPr/>
        </p:nvSpPr>
        <p:spPr>
          <a:xfrm xmlns:a="http://schemas.openxmlformats.org/drawingml/2006/main">
            <a:off x="185737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2" name="0.97">
            <a:extLst xmlns:a="http://schemas.openxmlformats.org/drawingml/2006/main">
              <a:ext uri="{FF2B5EF4-FFF2-40B4-BE49-F238E27FC236}">
                <a16:creationId xmlns:a16="http://schemas.microsoft.com/office/drawing/2014/main" id="{4C690CE4-A743-45BE-873F-6E74CA77AF15}"/>
              </a:ext>
            </a:extLst>
          </p:cNvPr>
          <p:cNvSpPr>
            <a:spLocks xmlns:a="http://schemas.openxmlformats.org/drawingml/2006/main" noGrp="1"/>
          </p:cNvSpPr>
          <p:nvPr/>
        </p:nvSpPr>
        <p:spPr>
          <a:xfrm xmlns:a="http://schemas.openxmlformats.org/drawingml/2006/main">
            <a:off x="18573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3" name="Spearman whole_weight diameter">
            <a:extLst xmlns:a="http://schemas.openxmlformats.org/drawingml/2006/main">
              <a:ext uri="{FF2B5EF4-FFF2-40B4-BE49-F238E27FC236}">
                <a16:creationId xmlns:a16="http://schemas.microsoft.com/office/drawing/2014/main" id="{E977B254-D2B9-47C7-B04F-4AEA90C9CC22}"/>
              </a:ext>
            </a:extLst>
          </p:cNvPr>
          <p:cNvSpPr>
            <a:spLocks xmlns:a="http://schemas.openxmlformats.org/drawingml/2006/main" noGrp="1"/>
          </p:cNvSpPr>
          <p:nvPr/>
        </p:nvSpPr>
        <p:spPr>
          <a:xfrm xmlns:a="http://schemas.openxmlformats.org/drawingml/2006/main">
            <a:off x="22574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4" name="0.97">
            <a:extLst xmlns:a="http://schemas.openxmlformats.org/drawingml/2006/main">
              <a:ext uri="{FF2B5EF4-FFF2-40B4-BE49-F238E27FC236}">
                <a16:creationId xmlns:a16="http://schemas.microsoft.com/office/drawing/2014/main" id="{8E9C064A-F042-4B18-8EEF-E49916899822}"/>
              </a:ext>
            </a:extLst>
          </p:cNvPr>
          <p:cNvSpPr>
            <a:spLocks xmlns:a="http://schemas.openxmlformats.org/drawingml/2006/main" noGrp="1"/>
          </p:cNvSpPr>
          <p:nvPr/>
        </p:nvSpPr>
        <p:spPr>
          <a:xfrm xmlns:a="http://schemas.openxmlformats.org/drawingml/2006/main">
            <a:off x="22574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5" name="Spearman whole_weight height">
            <a:extLst xmlns:a="http://schemas.openxmlformats.org/drawingml/2006/main">
              <a:ext uri="{FF2B5EF4-FFF2-40B4-BE49-F238E27FC236}">
                <a16:creationId xmlns:a16="http://schemas.microsoft.com/office/drawing/2014/main" id="{59168B91-FFD7-4E30-BB88-5C0A9E1EC95E}"/>
              </a:ext>
            </a:extLst>
          </p:cNvPr>
          <p:cNvSpPr>
            <a:spLocks xmlns:a="http://schemas.openxmlformats.org/drawingml/2006/main" noGrp="1"/>
          </p:cNvSpPr>
          <p:nvPr/>
        </p:nvSpPr>
        <p:spPr>
          <a:xfrm xmlns:a="http://schemas.openxmlformats.org/drawingml/2006/main">
            <a:off x="2657475" y="343852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66" name="0.92">
            <a:extLst xmlns:a="http://schemas.openxmlformats.org/drawingml/2006/main">
              <a:ext uri="{FF2B5EF4-FFF2-40B4-BE49-F238E27FC236}">
                <a16:creationId xmlns:a16="http://schemas.microsoft.com/office/drawing/2014/main" id="{9C066FEB-C44D-4BE7-AF41-63992669687D}"/>
              </a:ext>
            </a:extLst>
          </p:cNvPr>
          <p:cNvSpPr>
            <a:spLocks xmlns:a="http://schemas.openxmlformats.org/drawingml/2006/main" noGrp="1"/>
          </p:cNvSpPr>
          <p:nvPr/>
        </p:nvSpPr>
        <p:spPr>
          <a:xfrm xmlns:a="http://schemas.openxmlformats.org/drawingml/2006/main">
            <a:off x="26574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67" name="Spearman whole_weight whole_weight">
            <a:extLst xmlns:a="http://schemas.openxmlformats.org/drawingml/2006/main">
              <a:ext uri="{FF2B5EF4-FFF2-40B4-BE49-F238E27FC236}">
                <a16:creationId xmlns:a16="http://schemas.microsoft.com/office/drawing/2014/main" id="{B7CD647F-ECA4-41F5-9B4B-A3ABD1145068}"/>
              </a:ext>
            </a:extLst>
          </p:cNvPr>
          <p:cNvSpPr>
            <a:spLocks xmlns:a="http://schemas.openxmlformats.org/drawingml/2006/main" noGrp="1"/>
          </p:cNvSpPr>
          <p:nvPr/>
        </p:nvSpPr>
        <p:spPr>
          <a:xfrm xmlns:a="http://schemas.openxmlformats.org/drawingml/2006/main">
            <a:off x="3057525" y="34385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68" name="1.00">
            <a:extLst xmlns:a="http://schemas.openxmlformats.org/drawingml/2006/main">
              <a:ext uri="{FF2B5EF4-FFF2-40B4-BE49-F238E27FC236}">
                <a16:creationId xmlns:a16="http://schemas.microsoft.com/office/drawing/2014/main" id="{22DE45B3-C661-4BFE-8CAC-61BEF3869706}"/>
              </a:ext>
            </a:extLst>
          </p:cNvPr>
          <p:cNvSpPr>
            <a:spLocks xmlns:a="http://schemas.openxmlformats.org/drawingml/2006/main" noGrp="1"/>
          </p:cNvSpPr>
          <p:nvPr/>
        </p:nvSpPr>
        <p:spPr>
          <a:xfrm xmlns:a="http://schemas.openxmlformats.org/drawingml/2006/main">
            <a:off x="30575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69" name="Spearman whole_weight shucked_weight">
            <a:extLst xmlns:a="http://schemas.openxmlformats.org/drawingml/2006/main">
              <a:ext uri="{FF2B5EF4-FFF2-40B4-BE49-F238E27FC236}">
                <a16:creationId xmlns:a16="http://schemas.microsoft.com/office/drawing/2014/main" id="{4AAC4460-9C16-4A19-B78A-45664359A953}"/>
              </a:ext>
            </a:extLst>
          </p:cNvPr>
          <p:cNvSpPr>
            <a:spLocks xmlns:a="http://schemas.openxmlformats.org/drawingml/2006/main" noGrp="1"/>
          </p:cNvSpPr>
          <p:nvPr/>
        </p:nvSpPr>
        <p:spPr>
          <a:xfrm xmlns:a="http://schemas.openxmlformats.org/drawingml/2006/main">
            <a:off x="3457575" y="343852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70" name="0.98">
            <a:extLst xmlns:a="http://schemas.openxmlformats.org/drawingml/2006/main">
              <a:ext uri="{FF2B5EF4-FFF2-40B4-BE49-F238E27FC236}">
                <a16:creationId xmlns:a16="http://schemas.microsoft.com/office/drawing/2014/main" id="{A17ACE19-6225-4650-8837-F77625A67FB8}"/>
              </a:ext>
            </a:extLst>
          </p:cNvPr>
          <p:cNvSpPr>
            <a:spLocks xmlns:a="http://schemas.openxmlformats.org/drawingml/2006/main" noGrp="1"/>
          </p:cNvSpPr>
          <p:nvPr/>
        </p:nvSpPr>
        <p:spPr>
          <a:xfrm xmlns:a="http://schemas.openxmlformats.org/drawingml/2006/main">
            <a:off x="34575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71" name="Spearman whole_weight viscera_weight">
            <a:extLst xmlns:a="http://schemas.openxmlformats.org/drawingml/2006/main">
              <a:ext uri="{FF2B5EF4-FFF2-40B4-BE49-F238E27FC236}">
                <a16:creationId xmlns:a16="http://schemas.microsoft.com/office/drawing/2014/main" id="{08A8E2AA-7850-4645-95E6-CB8A7566E0CE}"/>
              </a:ext>
            </a:extLst>
          </p:cNvPr>
          <p:cNvSpPr>
            <a:spLocks xmlns:a="http://schemas.openxmlformats.org/drawingml/2006/main" noGrp="1"/>
          </p:cNvSpPr>
          <p:nvPr/>
        </p:nvSpPr>
        <p:spPr>
          <a:xfrm xmlns:a="http://schemas.openxmlformats.org/drawingml/2006/main">
            <a:off x="38576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72" name="0.97">
            <a:extLst xmlns:a="http://schemas.openxmlformats.org/drawingml/2006/main">
              <a:ext uri="{FF2B5EF4-FFF2-40B4-BE49-F238E27FC236}">
                <a16:creationId xmlns:a16="http://schemas.microsoft.com/office/drawing/2014/main" id="{D15948AA-5FC9-4B60-88B6-9198603ECAE1}"/>
              </a:ext>
            </a:extLst>
          </p:cNvPr>
          <p:cNvSpPr>
            <a:spLocks xmlns:a="http://schemas.openxmlformats.org/drawingml/2006/main" noGrp="1"/>
          </p:cNvSpPr>
          <p:nvPr/>
        </p:nvSpPr>
        <p:spPr>
          <a:xfrm xmlns:a="http://schemas.openxmlformats.org/drawingml/2006/main">
            <a:off x="38576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3" name="Spearman whole_weight shell_weight">
            <a:extLst xmlns:a="http://schemas.openxmlformats.org/drawingml/2006/main">
              <a:ext uri="{FF2B5EF4-FFF2-40B4-BE49-F238E27FC236}">
                <a16:creationId xmlns:a16="http://schemas.microsoft.com/office/drawing/2014/main" id="{EA3EA51C-8E7F-43E2-90EE-774BA6BC640E}"/>
              </a:ext>
            </a:extLst>
          </p:cNvPr>
          <p:cNvSpPr>
            <a:spLocks xmlns:a="http://schemas.openxmlformats.org/drawingml/2006/main" noGrp="1"/>
          </p:cNvSpPr>
          <p:nvPr/>
        </p:nvSpPr>
        <p:spPr>
          <a:xfrm xmlns:a="http://schemas.openxmlformats.org/drawingml/2006/main">
            <a:off x="4257675" y="343852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74" name="0.97">
            <a:extLst xmlns:a="http://schemas.openxmlformats.org/drawingml/2006/main">
              <a:ext uri="{FF2B5EF4-FFF2-40B4-BE49-F238E27FC236}">
                <a16:creationId xmlns:a16="http://schemas.microsoft.com/office/drawing/2014/main" id="{0742EB4F-BA29-4DBE-8CA3-9027ABBA0381}"/>
              </a:ext>
            </a:extLst>
          </p:cNvPr>
          <p:cNvSpPr>
            <a:spLocks xmlns:a="http://schemas.openxmlformats.org/drawingml/2006/main" noGrp="1"/>
          </p:cNvSpPr>
          <p:nvPr/>
        </p:nvSpPr>
        <p:spPr>
          <a:xfrm xmlns:a="http://schemas.openxmlformats.org/drawingml/2006/main">
            <a:off x="42576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5" name="Spearman whole_weight rings">
            <a:extLst xmlns:a="http://schemas.openxmlformats.org/drawingml/2006/main">
              <a:ext uri="{FF2B5EF4-FFF2-40B4-BE49-F238E27FC236}">
                <a16:creationId xmlns:a16="http://schemas.microsoft.com/office/drawing/2014/main" id="{1D8DBB6D-0DEF-43AD-A11A-E34B65C5308C}"/>
              </a:ext>
            </a:extLst>
          </p:cNvPr>
          <p:cNvSpPr>
            <a:spLocks xmlns:a="http://schemas.openxmlformats.org/drawingml/2006/main" noGrp="1"/>
          </p:cNvSpPr>
          <p:nvPr/>
        </p:nvSpPr>
        <p:spPr>
          <a:xfrm xmlns:a="http://schemas.openxmlformats.org/drawingml/2006/main">
            <a:off x="4657725" y="34385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76" name="0.63">
            <a:extLst xmlns:a="http://schemas.openxmlformats.org/drawingml/2006/main">
              <a:ext uri="{FF2B5EF4-FFF2-40B4-BE49-F238E27FC236}">
                <a16:creationId xmlns:a16="http://schemas.microsoft.com/office/drawing/2014/main" id="{60B4C9A7-6F47-4837-90CF-A3C0EC23570F}"/>
              </a:ext>
            </a:extLst>
          </p:cNvPr>
          <p:cNvSpPr>
            <a:spLocks xmlns:a="http://schemas.openxmlformats.org/drawingml/2006/main" noGrp="1"/>
          </p:cNvSpPr>
          <p:nvPr/>
        </p:nvSpPr>
        <p:spPr>
          <a:xfrm xmlns:a="http://schemas.openxmlformats.org/drawingml/2006/main">
            <a:off x="46577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77" name="shucked">
            <a:extLst xmlns:a="http://schemas.openxmlformats.org/drawingml/2006/main">
              <a:ext uri="{FF2B5EF4-FFF2-40B4-BE49-F238E27FC236}">
                <a16:creationId xmlns:a16="http://schemas.microsoft.com/office/drawing/2014/main" id="{2F3CFA74-AC23-4D27-89CD-4A6A9F29F29E}"/>
              </a:ext>
            </a:extLst>
          </p:cNvPr>
          <p:cNvSpPr>
            <a:spLocks xmlns:a="http://schemas.openxmlformats.org/drawingml/2006/main" noGrp="1"/>
          </p:cNvSpPr>
          <p:nvPr/>
        </p:nvSpPr>
        <p:spPr>
          <a:xfrm xmlns:a="http://schemas.openxmlformats.org/drawingml/2006/main">
            <a:off x="762000" y="39338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shucked</a:t>
            </a:r>
          </a:p>
        </p:txBody>
      </p:sp>
      <p:sp>
        <p:nvSpPr>
          <p:cNvPr id="78" name="shucked">
            <a:extLst xmlns:a="http://schemas.openxmlformats.org/drawingml/2006/main">
              <a:ext uri="{FF2B5EF4-FFF2-40B4-BE49-F238E27FC236}">
                <a16:creationId xmlns:a16="http://schemas.microsoft.com/office/drawing/2014/main" id="{3C4BD76F-C1F5-4747-9EC4-C2B0E5D0D913}"/>
              </a:ext>
            </a:extLst>
          </p:cNvPr>
          <p:cNvSpPr>
            <a:spLocks xmlns:a="http://schemas.openxmlformats.org/drawingml/2006/main" noGrp="1"/>
          </p:cNvSpPr>
          <p:nvPr/>
        </p:nvSpPr>
        <p:spPr>
          <a:xfrm xmlns:a="http://schemas.openxmlformats.org/drawingml/2006/main">
            <a:off x="34575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shucked</a:t>
            </a:r>
          </a:p>
        </p:txBody>
      </p:sp>
      <p:sp>
        <p:nvSpPr>
          <p:cNvPr id="79" name="Spearman shucked_weight length">
            <a:extLst xmlns:a="http://schemas.openxmlformats.org/drawingml/2006/main">
              <a:ext uri="{FF2B5EF4-FFF2-40B4-BE49-F238E27FC236}">
                <a16:creationId xmlns:a16="http://schemas.microsoft.com/office/drawing/2014/main" id="{9F2B553B-0D3A-4CC7-AA08-4211905E6EA3}"/>
              </a:ext>
            </a:extLst>
          </p:cNvPr>
          <p:cNvSpPr>
            <a:spLocks xmlns:a="http://schemas.openxmlformats.org/drawingml/2006/main" noGrp="1"/>
          </p:cNvSpPr>
          <p:nvPr/>
        </p:nvSpPr>
        <p:spPr>
          <a:xfrm xmlns:a="http://schemas.openxmlformats.org/drawingml/2006/main">
            <a:off x="1857375" y="38385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80" name="0.96">
            <a:extLst xmlns:a="http://schemas.openxmlformats.org/drawingml/2006/main">
              <a:ext uri="{FF2B5EF4-FFF2-40B4-BE49-F238E27FC236}">
                <a16:creationId xmlns:a16="http://schemas.microsoft.com/office/drawing/2014/main" id="{69E91F3F-5BBD-4368-994D-068E402E4236}"/>
              </a:ext>
            </a:extLst>
          </p:cNvPr>
          <p:cNvSpPr>
            <a:spLocks xmlns:a="http://schemas.openxmlformats.org/drawingml/2006/main" noGrp="1"/>
          </p:cNvSpPr>
          <p:nvPr/>
        </p:nvSpPr>
        <p:spPr>
          <a:xfrm xmlns:a="http://schemas.openxmlformats.org/drawingml/2006/main">
            <a:off x="18573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81" name="Spearman shucked_weight diameter">
            <a:extLst xmlns:a="http://schemas.openxmlformats.org/drawingml/2006/main">
              <a:ext uri="{FF2B5EF4-FFF2-40B4-BE49-F238E27FC236}">
                <a16:creationId xmlns:a16="http://schemas.microsoft.com/office/drawing/2014/main" id="{E0C05127-6ED4-4E92-951C-E22FCA727A0E}"/>
              </a:ext>
            </a:extLst>
          </p:cNvPr>
          <p:cNvSpPr>
            <a:spLocks xmlns:a="http://schemas.openxmlformats.org/drawingml/2006/main" noGrp="1"/>
          </p:cNvSpPr>
          <p:nvPr/>
        </p:nvSpPr>
        <p:spPr>
          <a:xfrm xmlns:a="http://schemas.openxmlformats.org/drawingml/2006/main">
            <a:off x="2257425" y="38385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82" name="0.95">
            <a:extLst xmlns:a="http://schemas.openxmlformats.org/drawingml/2006/main">
              <a:ext uri="{FF2B5EF4-FFF2-40B4-BE49-F238E27FC236}">
                <a16:creationId xmlns:a16="http://schemas.microsoft.com/office/drawing/2014/main" id="{F3B2F337-9CDD-4C1E-88E2-04E4040AA318}"/>
              </a:ext>
            </a:extLst>
          </p:cNvPr>
          <p:cNvSpPr>
            <a:spLocks xmlns:a="http://schemas.openxmlformats.org/drawingml/2006/main" noGrp="1"/>
          </p:cNvSpPr>
          <p:nvPr/>
        </p:nvSpPr>
        <p:spPr>
          <a:xfrm xmlns:a="http://schemas.openxmlformats.org/drawingml/2006/main">
            <a:off x="22574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83" name="Spearman shucked_weight height">
            <a:extLst xmlns:a="http://schemas.openxmlformats.org/drawingml/2006/main">
              <a:ext uri="{FF2B5EF4-FFF2-40B4-BE49-F238E27FC236}">
                <a16:creationId xmlns:a16="http://schemas.microsoft.com/office/drawing/2014/main" id="{E0594F00-922D-44C8-B70D-BA1F5699E13A}"/>
              </a:ext>
            </a:extLst>
          </p:cNvPr>
          <p:cNvSpPr>
            <a:spLocks xmlns:a="http://schemas.openxmlformats.org/drawingml/2006/main" noGrp="1"/>
          </p:cNvSpPr>
          <p:nvPr/>
        </p:nvSpPr>
        <p:spPr>
          <a:xfrm xmlns:a="http://schemas.openxmlformats.org/drawingml/2006/main">
            <a:off x="2657475" y="38385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84" name="0.88">
            <a:extLst xmlns:a="http://schemas.openxmlformats.org/drawingml/2006/main">
              <a:ext uri="{FF2B5EF4-FFF2-40B4-BE49-F238E27FC236}">
                <a16:creationId xmlns:a16="http://schemas.microsoft.com/office/drawing/2014/main" id="{DFEE0CDD-EB8C-423E-B66E-A2604D1B1167}"/>
              </a:ext>
            </a:extLst>
          </p:cNvPr>
          <p:cNvSpPr>
            <a:spLocks xmlns:a="http://schemas.openxmlformats.org/drawingml/2006/main" noGrp="1"/>
          </p:cNvSpPr>
          <p:nvPr/>
        </p:nvSpPr>
        <p:spPr>
          <a:xfrm xmlns:a="http://schemas.openxmlformats.org/drawingml/2006/main">
            <a:off x="26574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85" name="Spearman shucked_weight whole_weight">
            <a:extLst xmlns:a="http://schemas.openxmlformats.org/drawingml/2006/main">
              <a:ext uri="{FF2B5EF4-FFF2-40B4-BE49-F238E27FC236}">
                <a16:creationId xmlns:a16="http://schemas.microsoft.com/office/drawing/2014/main" id="{B4DBCD46-128E-403F-A6B5-1EC65E1A874B}"/>
              </a:ext>
            </a:extLst>
          </p:cNvPr>
          <p:cNvSpPr>
            <a:spLocks xmlns:a="http://schemas.openxmlformats.org/drawingml/2006/main" noGrp="1"/>
          </p:cNvSpPr>
          <p:nvPr/>
        </p:nvSpPr>
        <p:spPr>
          <a:xfrm xmlns:a="http://schemas.openxmlformats.org/drawingml/2006/main">
            <a:off x="3057525" y="383857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86" name="0.98">
            <a:extLst xmlns:a="http://schemas.openxmlformats.org/drawingml/2006/main">
              <a:ext uri="{FF2B5EF4-FFF2-40B4-BE49-F238E27FC236}">
                <a16:creationId xmlns:a16="http://schemas.microsoft.com/office/drawing/2014/main" id="{E78B35AE-A887-49A0-AE3B-44371941DAC5}"/>
              </a:ext>
            </a:extLst>
          </p:cNvPr>
          <p:cNvSpPr>
            <a:spLocks xmlns:a="http://schemas.openxmlformats.org/drawingml/2006/main" noGrp="1"/>
          </p:cNvSpPr>
          <p:nvPr/>
        </p:nvSpPr>
        <p:spPr>
          <a:xfrm xmlns:a="http://schemas.openxmlformats.org/drawingml/2006/main">
            <a:off x="30575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87" name="Spearman shucked_weight shucked_weight">
            <a:extLst xmlns:a="http://schemas.openxmlformats.org/drawingml/2006/main">
              <a:ext uri="{FF2B5EF4-FFF2-40B4-BE49-F238E27FC236}">
                <a16:creationId xmlns:a16="http://schemas.microsoft.com/office/drawing/2014/main" id="{7136A280-867C-4E27-B2F1-3D9392F04D19}"/>
              </a:ext>
            </a:extLst>
          </p:cNvPr>
          <p:cNvSpPr>
            <a:spLocks xmlns:a="http://schemas.openxmlformats.org/drawingml/2006/main" noGrp="1"/>
          </p:cNvSpPr>
          <p:nvPr/>
        </p:nvSpPr>
        <p:spPr>
          <a:xfrm xmlns:a="http://schemas.openxmlformats.org/drawingml/2006/main">
            <a:off x="3457575" y="38385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8" name="1.00">
            <a:extLst xmlns:a="http://schemas.openxmlformats.org/drawingml/2006/main">
              <a:ext uri="{FF2B5EF4-FFF2-40B4-BE49-F238E27FC236}">
                <a16:creationId xmlns:a16="http://schemas.microsoft.com/office/drawing/2014/main" id="{E0D9448B-77F6-47A5-9A96-5E9BDC517836}"/>
              </a:ext>
            </a:extLst>
          </p:cNvPr>
          <p:cNvSpPr>
            <a:spLocks xmlns:a="http://schemas.openxmlformats.org/drawingml/2006/main" noGrp="1"/>
          </p:cNvSpPr>
          <p:nvPr/>
        </p:nvSpPr>
        <p:spPr>
          <a:xfrm xmlns:a="http://schemas.openxmlformats.org/drawingml/2006/main">
            <a:off x="34575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89" name="Spearman shucked_weight viscera_weight">
            <a:extLst xmlns:a="http://schemas.openxmlformats.org/drawingml/2006/main">
              <a:ext uri="{FF2B5EF4-FFF2-40B4-BE49-F238E27FC236}">
                <a16:creationId xmlns:a16="http://schemas.microsoft.com/office/drawing/2014/main" id="{7B88CBF9-68D4-4B62-80AE-65354ECC9CDB}"/>
              </a:ext>
            </a:extLst>
          </p:cNvPr>
          <p:cNvSpPr>
            <a:spLocks xmlns:a="http://schemas.openxmlformats.org/drawingml/2006/main" noGrp="1"/>
          </p:cNvSpPr>
          <p:nvPr/>
        </p:nvSpPr>
        <p:spPr>
          <a:xfrm xmlns:a="http://schemas.openxmlformats.org/drawingml/2006/main">
            <a:off x="3857625" y="38385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90" name="0.95">
            <a:extLst xmlns:a="http://schemas.openxmlformats.org/drawingml/2006/main">
              <a:ext uri="{FF2B5EF4-FFF2-40B4-BE49-F238E27FC236}">
                <a16:creationId xmlns:a16="http://schemas.microsoft.com/office/drawing/2014/main" id="{09EA2182-F750-4D35-9879-02254C684A1E}"/>
              </a:ext>
            </a:extLst>
          </p:cNvPr>
          <p:cNvSpPr>
            <a:spLocks xmlns:a="http://schemas.openxmlformats.org/drawingml/2006/main" noGrp="1"/>
          </p:cNvSpPr>
          <p:nvPr/>
        </p:nvSpPr>
        <p:spPr>
          <a:xfrm xmlns:a="http://schemas.openxmlformats.org/drawingml/2006/main">
            <a:off x="38576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1" name="Spearman shucked_weight shell_weight">
            <a:extLst xmlns:a="http://schemas.openxmlformats.org/drawingml/2006/main">
              <a:ext uri="{FF2B5EF4-FFF2-40B4-BE49-F238E27FC236}">
                <a16:creationId xmlns:a16="http://schemas.microsoft.com/office/drawing/2014/main" id="{554CBEE3-F0D1-4DC4-9C6A-AE1475DE2CDA}"/>
              </a:ext>
            </a:extLst>
          </p:cNvPr>
          <p:cNvSpPr>
            <a:spLocks xmlns:a="http://schemas.openxmlformats.org/drawingml/2006/main" noGrp="1"/>
          </p:cNvSpPr>
          <p:nvPr/>
        </p:nvSpPr>
        <p:spPr>
          <a:xfrm xmlns:a="http://schemas.openxmlformats.org/drawingml/2006/main">
            <a:off x="4257675" y="38385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92" name="0.92">
            <a:extLst xmlns:a="http://schemas.openxmlformats.org/drawingml/2006/main">
              <a:ext uri="{FF2B5EF4-FFF2-40B4-BE49-F238E27FC236}">
                <a16:creationId xmlns:a16="http://schemas.microsoft.com/office/drawing/2014/main" id="{DF5B2E95-D34F-4E6F-AA88-1CC2E893DA4F}"/>
              </a:ext>
            </a:extLst>
          </p:cNvPr>
          <p:cNvSpPr>
            <a:spLocks xmlns:a="http://schemas.openxmlformats.org/drawingml/2006/main" noGrp="1"/>
          </p:cNvSpPr>
          <p:nvPr/>
        </p:nvSpPr>
        <p:spPr>
          <a:xfrm xmlns:a="http://schemas.openxmlformats.org/drawingml/2006/main">
            <a:off x="42576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93" name="Spearman shucked_weight rings">
            <a:extLst xmlns:a="http://schemas.openxmlformats.org/drawingml/2006/main">
              <a:ext uri="{FF2B5EF4-FFF2-40B4-BE49-F238E27FC236}">
                <a16:creationId xmlns:a16="http://schemas.microsoft.com/office/drawing/2014/main" id="{78A45FE3-C2A3-4BA1-A5A6-B312C55BD728}"/>
              </a:ext>
            </a:extLst>
          </p:cNvPr>
          <p:cNvSpPr>
            <a:spLocks xmlns:a="http://schemas.openxmlformats.org/drawingml/2006/main" noGrp="1"/>
          </p:cNvSpPr>
          <p:nvPr/>
        </p:nvSpPr>
        <p:spPr>
          <a:xfrm xmlns:a="http://schemas.openxmlformats.org/drawingml/2006/main">
            <a:off x="4657725" y="383857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94" name="0.54">
            <a:extLst xmlns:a="http://schemas.openxmlformats.org/drawingml/2006/main">
              <a:ext uri="{FF2B5EF4-FFF2-40B4-BE49-F238E27FC236}">
                <a16:creationId xmlns:a16="http://schemas.microsoft.com/office/drawing/2014/main" id="{35C59E4E-B542-4048-AE90-856A9D2B5AA8}"/>
              </a:ext>
            </a:extLst>
          </p:cNvPr>
          <p:cNvSpPr>
            <a:spLocks xmlns:a="http://schemas.openxmlformats.org/drawingml/2006/main" noGrp="1"/>
          </p:cNvSpPr>
          <p:nvPr/>
        </p:nvSpPr>
        <p:spPr>
          <a:xfrm xmlns:a="http://schemas.openxmlformats.org/drawingml/2006/main">
            <a:off x="46577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95" name="viscera">
            <a:extLst xmlns:a="http://schemas.openxmlformats.org/drawingml/2006/main">
              <a:ext uri="{FF2B5EF4-FFF2-40B4-BE49-F238E27FC236}">
                <a16:creationId xmlns:a16="http://schemas.microsoft.com/office/drawing/2014/main" id="{5AA51261-94F5-49C9-BAB7-A09F0517F296}"/>
              </a:ext>
            </a:extLst>
          </p:cNvPr>
          <p:cNvSpPr>
            <a:spLocks xmlns:a="http://schemas.openxmlformats.org/drawingml/2006/main" noGrp="1"/>
          </p:cNvSpPr>
          <p:nvPr/>
        </p:nvSpPr>
        <p:spPr>
          <a:xfrm xmlns:a="http://schemas.openxmlformats.org/drawingml/2006/main">
            <a:off x="762000" y="4333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viscera</a:t>
            </a:r>
          </a:p>
        </p:txBody>
      </p:sp>
      <p:sp>
        <p:nvSpPr>
          <p:cNvPr id="96" name="viscera">
            <a:extLst xmlns:a="http://schemas.openxmlformats.org/drawingml/2006/main">
              <a:ext uri="{FF2B5EF4-FFF2-40B4-BE49-F238E27FC236}">
                <a16:creationId xmlns:a16="http://schemas.microsoft.com/office/drawing/2014/main" id="{8CAA2140-3FD7-4D0B-9464-E42E2BDCAB4A}"/>
              </a:ext>
            </a:extLst>
          </p:cNvPr>
          <p:cNvSpPr>
            <a:spLocks xmlns:a="http://schemas.openxmlformats.org/drawingml/2006/main" noGrp="1"/>
          </p:cNvSpPr>
          <p:nvPr/>
        </p:nvSpPr>
        <p:spPr>
          <a:xfrm xmlns:a="http://schemas.openxmlformats.org/drawingml/2006/main">
            <a:off x="38576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viscera</a:t>
            </a:r>
          </a:p>
        </p:txBody>
      </p:sp>
      <p:sp>
        <p:nvSpPr>
          <p:cNvPr id="97" name="Spearman viscera_weight length">
            <a:extLst xmlns:a="http://schemas.openxmlformats.org/drawingml/2006/main">
              <a:ext uri="{FF2B5EF4-FFF2-40B4-BE49-F238E27FC236}">
                <a16:creationId xmlns:a16="http://schemas.microsoft.com/office/drawing/2014/main" id="{59254006-D82E-4C0A-ABDC-F7A3C11D552A}"/>
              </a:ext>
            </a:extLst>
          </p:cNvPr>
          <p:cNvSpPr>
            <a:spLocks xmlns:a="http://schemas.openxmlformats.org/drawingml/2006/main" noGrp="1"/>
          </p:cNvSpPr>
          <p:nvPr/>
        </p:nvSpPr>
        <p:spPr>
          <a:xfrm xmlns:a="http://schemas.openxmlformats.org/drawingml/2006/main">
            <a:off x="1857375" y="42386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98" name="0.95">
            <a:extLst xmlns:a="http://schemas.openxmlformats.org/drawingml/2006/main">
              <a:ext uri="{FF2B5EF4-FFF2-40B4-BE49-F238E27FC236}">
                <a16:creationId xmlns:a16="http://schemas.microsoft.com/office/drawing/2014/main" id="{B58B2A69-CFD0-41BD-84F5-798E0C4E13E5}"/>
              </a:ext>
            </a:extLst>
          </p:cNvPr>
          <p:cNvSpPr>
            <a:spLocks xmlns:a="http://schemas.openxmlformats.org/drawingml/2006/main" noGrp="1"/>
          </p:cNvSpPr>
          <p:nvPr/>
        </p:nvSpPr>
        <p:spPr>
          <a:xfrm xmlns:a="http://schemas.openxmlformats.org/drawingml/2006/main">
            <a:off x="18573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9" name="Spearman viscera_weight diameter">
            <a:extLst xmlns:a="http://schemas.openxmlformats.org/drawingml/2006/main">
              <a:ext uri="{FF2B5EF4-FFF2-40B4-BE49-F238E27FC236}">
                <a16:creationId xmlns:a16="http://schemas.microsoft.com/office/drawing/2014/main" id="{3F090C44-E7F3-4C9F-A492-B392FF0697A3}"/>
              </a:ext>
            </a:extLst>
          </p:cNvPr>
          <p:cNvSpPr>
            <a:spLocks xmlns:a="http://schemas.openxmlformats.org/drawingml/2006/main" noGrp="1"/>
          </p:cNvSpPr>
          <p:nvPr/>
        </p:nvSpPr>
        <p:spPr>
          <a:xfrm xmlns:a="http://schemas.openxmlformats.org/drawingml/2006/main">
            <a:off x="225742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0" name="0.95">
            <a:extLst xmlns:a="http://schemas.openxmlformats.org/drawingml/2006/main">
              <a:ext uri="{FF2B5EF4-FFF2-40B4-BE49-F238E27FC236}">
                <a16:creationId xmlns:a16="http://schemas.microsoft.com/office/drawing/2014/main" id="{83DC657A-8143-472A-96B1-A06BA5C3436A}"/>
              </a:ext>
            </a:extLst>
          </p:cNvPr>
          <p:cNvSpPr>
            <a:spLocks xmlns:a="http://schemas.openxmlformats.org/drawingml/2006/main" noGrp="1"/>
          </p:cNvSpPr>
          <p:nvPr/>
        </p:nvSpPr>
        <p:spPr>
          <a:xfrm xmlns:a="http://schemas.openxmlformats.org/drawingml/2006/main">
            <a:off x="22574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1" name="Spearman viscera_weight height">
            <a:extLst xmlns:a="http://schemas.openxmlformats.org/drawingml/2006/main">
              <a:ext uri="{FF2B5EF4-FFF2-40B4-BE49-F238E27FC236}">
                <a16:creationId xmlns:a16="http://schemas.microsoft.com/office/drawing/2014/main" id="{36BCAE10-08F3-489A-AE9F-9B1547CF9180}"/>
              </a:ext>
            </a:extLst>
          </p:cNvPr>
          <p:cNvSpPr>
            <a:spLocks xmlns:a="http://schemas.openxmlformats.org/drawingml/2006/main" noGrp="1"/>
          </p:cNvSpPr>
          <p:nvPr/>
        </p:nvSpPr>
        <p:spPr>
          <a:xfrm xmlns:a="http://schemas.openxmlformats.org/drawingml/2006/main">
            <a:off x="2657475" y="423862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102" name="0.90">
            <a:extLst xmlns:a="http://schemas.openxmlformats.org/drawingml/2006/main">
              <a:ext uri="{FF2B5EF4-FFF2-40B4-BE49-F238E27FC236}">
                <a16:creationId xmlns:a16="http://schemas.microsoft.com/office/drawing/2014/main" id="{8B3F7270-6F2F-4D42-906C-E7EF6BB1169B}"/>
              </a:ext>
            </a:extLst>
          </p:cNvPr>
          <p:cNvSpPr>
            <a:spLocks xmlns:a="http://schemas.openxmlformats.org/drawingml/2006/main" noGrp="1"/>
          </p:cNvSpPr>
          <p:nvPr/>
        </p:nvSpPr>
        <p:spPr>
          <a:xfrm xmlns:a="http://schemas.openxmlformats.org/drawingml/2006/main">
            <a:off x="26574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103" name="Spearman viscera_weight whole_weight">
            <a:extLst xmlns:a="http://schemas.openxmlformats.org/drawingml/2006/main">
              <a:ext uri="{FF2B5EF4-FFF2-40B4-BE49-F238E27FC236}">
                <a16:creationId xmlns:a16="http://schemas.microsoft.com/office/drawing/2014/main" id="{03B2180A-275D-49CA-A7F4-7455B4C52420}"/>
              </a:ext>
            </a:extLst>
          </p:cNvPr>
          <p:cNvSpPr>
            <a:spLocks xmlns:a="http://schemas.openxmlformats.org/drawingml/2006/main" noGrp="1"/>
          </p:cNvSpPr>
          <p:nvPr/>
        </p:nvSpPr>
        <p:spPr>
          <a:xfrm xmlns:a="http://schemas.openxmlformats.org/drawingml/2006/main">
            <a:off x="3057525" y="42386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04" name="0.97">
            <a:extLst xmlns:a="http://schemas.openxmlformats.org/drawingml/2006/main">
              <a:ext uri="{FF2B5EF4-FFF2-40B4-BE49-F238E27FC236}">
                <a16:creationId xmlns:a16="http://schemas.microsoft.com/office/drawing/2014/main" id="{2546ADC1-705C-4F01-B85E-AD8C9D10D891}"/>
              </a:ext>
            </a:extLst>
          </p:cNvPr>
          <p:cNvSpPr>
            <a:spLocks xmlns:a="http://schemas.openxmlformats.org/drawingml/2006/main" noGrp="1"/>
          </p:cNvSpPr>
          <p:nvPr/>
        </p:nvSpPr>
        <p:spPr>
          <a:xfrm xmlns:a="http://schemas.openxmlformats.org/drawingml/2006/main">
            <a:off x="30575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05" name="Spearman viscera_weight shucked_weight">
            <a:extLst xmlns:a="http://schemas.openxmlformats.org/drawingml/2006/main">
              <a:ext uri="{FF2B5EF4-FFF2-40B4-BE49-F238E27FC236}">
                <a16:creationId xmlns:a16="http://schemas.microsoft.com/office/drawing/2014/main" id="{77AB3E3A-FCF0-459E-B4C5-D1D00D37BDA8}"/>
              </a:ext>
            </a:extLst>
          </p:cNvPr>
          <p:cNvSpPr>
            <a:spLocks xmlns:a="http://schemas.openxmlformats.org/drawingml/2006/main" noGrp="1"/>
          </p:cNvSpPr>
          <p:nvPr/>
        </p:nvSpPr>
        <p:spPr>
          <a:xfrm xmlns:a="http://schemas.openxmlformats.org/drawingml/2006/main">
            <a:off x="345757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6" name="0.95">
            <a:extLst xmlns:a="http://schemas.openxmlformats.org/drawingml/2006/main">
              <a:ext uri="{FF2B5EF4-FFF2-40B4-BE49-F238E27FC236}">
                <a16:creationId xmlns:a16="http://schemas.microsoft.com/office/drawing/2014/main" id="{8509AD69-FED9-403D-9FE8-D11F36E33BDE}"/>
              </a:ext>
            </a:extLst>
          </p:cNvPr>
          <p:cNvSpPr>
            <a:spLocks xmlns:a="http://schemas.openxmlformats.org/drawingml/2006/main" noGrp="1"/>
          </p:cNvSpPr>
          <p:nvPr/>
        </p:nvSpPr>
        <p:spPr>
          <a:xfrm xmlns:a="http://schemas.openxmlformats.org/drawingml/2006/main">
            <a:off x="34575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7" name="Spearman viscera_weight viscera_weight">
            <a:extLst xmlns:a="http://schemas.openxmlformats.org/drawingml/2006/main">
              <a:ext uri="{FF2B5EF4-FFF2-40B4-BE49-F238E27FC236}">
                <a16:creationId xmlns:a16="http://schemas.microsoft.com/office/drawing/2014/main" id="{F49958F5-ABB0-487A-B533-1218C23FA7F4}"/>
              </a:ext>
            </a:extLst>
          </p:cNvPr>
          <p:cNvSpPr>
            <a:spLocks xmlns:a="http://schemas.openxmlformats.org/drawingml/2006/main" noGrp="1"/>
          </p:cNvSpPr>
          <p:nvPr/>
        </p:nvSpPr>
        <p:spPr>
          <a:xfrm xmlns:a="http://schemas.openxmlformats.org/drawingml/2006/main">
            <a:off x="3857625" y="42386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08" name="1.00">
            <a:extLst xmlns:a="http://schemas.openxmlformats.org/drawingml/2006/main">
              <a:ext uri="{FF2B5EF4-FFF2-40B4-BE49-F238E27FC236}">
                <a16:creationId xmlns:a16="http://schemas.microsoft.com/office/drawing/2014/main" id="{EBD6C28F-DE8E-4297-A925-2D4247F91280}"/>
              </a:ext>
            </a:extLst>
          </p:cNvPr>
          <p:cNvSpPr>
            <a:spLocks xmlns:a="http://schemas.openxmlformats.org/drawingml/2006/main" noGrp="1"/>
          </p:cNvSpPr>
          <p:nvPr/>
        </p:nvSpPr>
        <p:spPr>
          <a:xfrm xmlns:a="http://schemas.openxmlformats.org/drawingml/2006/main">
            <a:off x="38576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09" name="Spearman viscera_weight shell_weight">
            <a:extLst xmlns:a="http://schemas.openxmlformats.org/drawingml/2006/main">
              <a:ext uri="{FF2B5EF4-FFF2-40B4-BE49-F238E27FC236}">
                <a16:creationId xmlns:a16="http://schemas.microsoft.com/office/drawing/2014/main" id="{097A985F-FA9B-4096-A219-D97C2C4656E0}"/>
              </a:ext>
            </a:extLst>
          </p:cNvPr>
          <p:cNvSpPr>
            <a:spLocks xmlns:a="http://schemas.openxmlformats.org/drawingml/2006/main" noGrp="1"/>
          </p:cNvSpPr>
          <p:nvPr/>
        </p:nvSpPr>
        <p:spPr>
          <a:xfrm xmlns:a="http://schemas.openxmlformats.org/drawingml/2006/main">
            <a:off x="4257675" y="423862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10" name="0.94">
            <a:extLst xmlns:a="http://schemas.openxmlformats.org/drawingml/2006/main">
              <a:ext uri="{FF2B5EF4-FFF2-40B4-BE49-F238E27FC236}">
                <a16:creationId xmlns:a16="http://schemas.microsoft.com/office/drawing/2014/main" id="{29B66F93-2E2B-4F42-9FEC-0B41CEFF46A8}"/>
              </a:ext>
            </a:extLst>
          </p:cNvPr>
          <p:cNvSpPr>
            <a:spLocks xmlns:a="http://schemas.openxmlformats.org/drawingml/2006/main" noGrp="1"/>
          </p:cNvSpPr>
          <p:nvPr/>
        </p:nvSpPr>
        <p:spPr>
          <a:xfrm xmlns:a="http://schemas.openxmlformats.org/drawingml/2006/main">
            <a:off x="42576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11" name="Spearman viscera_weight rings">
            <a:extLst xmlns:a="http://schemas.openxmlformats.org/drawingml/2006/main">
              <a:ext uri="{FF2B5EF4-FFF2-40B4-BE49-F238E27FC236}">
                <a16:creationId xmlns:a16="http://schemas.microsoft.com/office/drawing/2014/main" id="{DADDDF7B-DD95-417A-8FA9-C2EE7B631255}"/>
              </a:ext>
            </a:extLst>
          </p:cNvPr>
          <p:cNvSpPr>
            <a:spLocks xmlns:a="http://schemas.openxmlformats.org/drawingml/2006/main" noGrp="1"/>
          </p:cNvSpPr>
          <p:nvPr/>
        </p:nvSpPr>
        <p:spPr>
          <a:xfrm xmlns:a="http://schemas.openxmlformats.org/drawingml/2006/main">
            <a:off x="4657725" y="42386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12" name="0.62">
            <a:extLst xmlns:a="http://schemas.openxmlformats.org/drawingml/2006/main">
              <a:ext uri="{FF2B5EF4-FFF2-40B4-BE49-F238E27FC236}">
                <a16:creationId xmlns:a16="http://schemas.microsoft.com/office/drawing/2014/main" id="{AAD6AE02-1586-489E-B505-DAFA13C022CF}"/>
              </a:ext>
            </a:extLst>
          </p:cNvPr>
          <p:cNvSpPr>
            <a:spLocks xmlns:a="http://schemas.openxmlformats.org/drawingml/2006/main" noGrp="1"/>
          </p:cNvSpPr>
          <p:nvPr/>
        </p:nvSpPr>
        <p:spPr>
          <a:xfrm xmlns:a="http://schemas.openxmlformats.org/drawingml/2006/main">
            <a:off x="46577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13" name="shell">
            <a:extLst xmlns:a="http://schemas.openxmlformats.org/drawingml/2006/main">
              <a:ext uri="{FF2B5EF4-FFF2-40B4-BE49-F238E27FC236}">
                <a16:creationId xmlns:a16="http://schemas.microsoft.com/office/drawing/2014/main" id="{AC7015E1-A8EA-41E9-A230-97BDBE603767}"/>
              </a:ext>
            </a:extLst>
          </p:cNvPr>
          <p:cNvSpPr>
            <a:spLocks xmlns:a="http://schemas.openxmlformats.org/drawingml/2006/main" noGrp="1"/>
          </p:cNvSpPr>
          <p:nvPr/>
        </p:nvSpPr>
        <p:spPr>
          <a:xfrm xmlns:a="http://schemas.openxmlformats.org/drawingml/2006/main">
            <a:off x="762000" y="47339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shell</a:t>
            </a:r>
          </a:p>
        </p:txBody>
      </p:sp>
      <p:sp>
        <p:nvSpPr>
          <p:cNvPr id="114" name="shell">
            <a:extLst xmlns:a="http://schemas.openxmlformats.org/drawingml/2006/main">
              <a:ext uri="{FF2B5EF4-FFF2-40B4-BE49-F238E27FC236}">
                <a16:creationId xmlns:a16="http://schemas.microsoft.com/office/drawing/2014/main" id="{933D20E8-108A-4B0E-B43B-0059B3E6F5F8}"/>
              </a:ext>
            </a:extLst>
          </p:cNvPr>
          <p:cNvSpPr>
            <a:spLocks xmlns:a="http://schemas.openxmlformats.org/drawingml/2006/main" noGrp="1"/>
          </p:cNvSpPr>
          <p:nvPr/>
        </p:nvSpPr>
        <p:spPr>
          <a:xfrm xmlns:a="http://schemas.openxmlformats.org/drawingml/2006/main">
            <a:off x="42576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shell</a:t>
            </a:r>
          </a:p>
        </p:txBody>
      </p:sp>
      <p:sp>
        <p:nvSpPr>
          <p:cNvPr id="115" name="Spearman shell_weight length">
            <a:extLst xmlns:a="http://schemas.openxmlformats.org/drawingml/2006/main">
              <a:ext uri="{FF2B5EF4-FFF2-40B4-BE49-F238E27FC236}">
                <a16:creationId xmlns:a16="http://schemas.microsoft.com/office/drawing/2014/main" id="{A1EED3A9-3379-4C9C-A7C0-C84F0C367A40}"/>
              </a:ext>
            </a:extLst>
          </p:cNvPr>
          <p:cNvSpPr>
            <a:spLocks xmlns:a="http://schemas.openxmlformats.org/drawingml/2006/main" noGrp="1"/>
          </p:cNvSpPr>
          <p:nvPr/>
        </p:nvSpPr>
        <p:spPr>
          <a:xfrm xmlns:a="http://schemas.openxmlformats.org/drawingml/2006/main">
            <a:off x="1857375" y="46386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16" name="0.95">
            <a:extLst xmlns:a="http://schemas.openxmlformats.org/drawingml/2006/main">
              <a:ext uri="{FF2B5EF4-FFF2-40B4-BE49-F238E27FC236}">
                <a16:creationId xmlns:a16="http://schemas.microsoft.com/office/drawing/2014/main" id="{480352B2-288E-4EFF-BAF3-E7DF53DDA347}"/>
              </a:ext>
            </a:extLst>
          </p:cNvPr>
          <p:cNvSpPr>
            <a:spLocks xmlns:a="http://schemas.openxmlformats.org/drawingml/2006/main" noGrp="1"/>
          </p:cNvSpPr>
          <p:nvPr/>
        </p:nvSpPr>
        <p:spPr>
          <a:xfrm xmlns:a="http://schemas.openxmlformats.org/drawingml/2006/main">
            <a:off x="18573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7" name="Spearman shell_weight diameter">
            <a:extLst xmlns:a="http://schemas.openxmlformats.org/drawingml/2006/main">
              <a:ext uri="{FF2B5EF4-FFF2-40B4-BE49-F238E27FC236}">
                <a16:creationId xmlns:a16="http://schemas.microsoft.com/office/drawing/2014/main" id="{F2E1A52B-4296-4040-9325-21EC597D7A89}"/>
              </a:ext>
            </a:extLst>
          </p:cNvPr>
          <p:cNvSpPr>
            <a:spLocks xmlns:a="http://schemas.openxmlformats.org/drawingml/2006/main" noGrp="1"/>
          </p:cNvSpPr>
          <p:nvPr/>
        </p:nvSpPr>
        <p:spPr>
          <a:xfrm xmlns:a="http://schemas.openxmlformats.org/drawingml/2006/main">
            <a:off x="2257425" y="46386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18" name="0.95">
            <a:extLst xmlns:a="http://schemas.openxmlformats.org/drawingml/2006/main">
              <a:ext uri="{FF2B5EF4-FFF2-40B4-BE49-F238E27FC236}">
                <a16:creationId xmlns:a16="http://schemas.microsoft.com/office/drawing/2014/main" id="{A0B526B0-5A18-4A8C-A6B5-A5BDE49A1FC3}"/>
              </a:ext>
            </a:extLst>
          </p:cNvPr>
          <p:cNvSpPr>
            <a:spLocks xmlns:a="http://schemas.openxmlformats.org/drawingml/2006/main" noGrp="1"/>
          </p:cNvSpPr>
          <p:nvPr/>
        </p:nvSpPr>
        <p:spPr>
          <a:xfrm xmlns:a="http://schemas.openxmlformats.org/drawingml/2006/main">
            <a:off x="22574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9" name="Spearman shell_weight height">
            <a:extLst xmlns:a="http://schemas.openxmlformats.org/drawingml/2006/main">
              <a:ext uri="{FF2B5EF4-FFF2-40B4-BE49-F238E27FC236}">
                <a16:creationId xmlns:a16="http://schemas.microsoft.com/office/drawing/2014/main" id="{072261F7-A236-47E1-BB55-77CA09076D11}"/>
              </a:ext>
            </a:extLst>
          </p:cNvPr>
          <p:cNvSpPr>
            <a:spLocks xmlns:a="http://schemas.openxmlformats.org/drawingml/2006/main" noGrp="1"/>
          </p:cNvSpPr>
          <p:nvPr/>
        </p:nvSpPr>
        <p:spPr>
          <a:xfrm xmlns:a="http://schemas.openxmlformats.org/drawingml/2006/main">
            <a:off x="2657475" y="46386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120" name="0.92">
            <a:extLst xmlns:a="http://schemas.openxmlformats.org/drawingml/2006/main">
              <a:ext uri="{FF2B5EF4-FFF2-40B4-BE49-F238E27FC236}">
                <a16:creationId xmlns:a16="http://schemas.microsoft.com/office/drawing/2014/main" id="{37B47AB2-BE25-4742-A395-C06970778D90}"/>
              </a:ext>
            </a:extLst>
          </p:cNvPr>
          <p:cNvSpPr>
            <a:spLocks xmlns:a="http://schemas.openxmlformats.org/drawingml/2006/main" noGrp="1"/>
          </p:cNvSpPr>
          <p:nvPr/>
        </p:nvSpPr>
        <p:spPr>
          <a:xfrm xmlns:a="http://schemas.openxmlformats.org/drawingml/2006/main">
            <a:off x="26574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1" name="Spearman shell_weight whole_weight">
            <a:extLst xmlns:a="http://schemas.openxmlformats.org/drawingml/2006/main">
              <a:ext uri="{FF2B5EF4-FFF2-40B4-BE49-F238E27FC236}">
                <a16:creationId xmlns:a16="http://schemas.microsoft.com/office/drawing/2014/main" id="{7ACF1941-C759-4FF7-82E8-B22A5788CEF1}"/>
              </a:ext>
            </a:extLst>
          </p:cNvPr>
          <p:cNvSpPr>
            <a:spLocks xmlns:a="http://schemas.openxmlformats.org/drawingml/2006/main" noGrp="1"/>
          </p:cNvSpPr>
          <p:nvPr/>
        </p:nvSpPr>
        <p:spPr>
          <a:xfrm xmlns:a="http://schemas.openxmlformats.org/drawingml/2006/main">
            <a:off x="3057525" y="463867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122" name="0.97">
            <a:extLst xmlns:a="http://schemas.openxmlformats.org/drawingml/2006/main">
              <a:ext uri="{FF2B5EF4-FFF2-40B4-BE49-F238E27FC236}">
                <a16:creationId xmlns:a16="http://schemas.microsoft.com/office/drawing/2014/main" id="{5983680C-8913-4891-AA7A-254207B1414F}"/>
              </a:ext>
            </a:extLst>
          </p:cNvPr>
          <p:cNvSpPr>
            <a:spLocks xmlns:a="http://schemas.openxmlformats.org/drawingml/2006/main" noGrp="1"/>
          </p:cNvSpPr>
          <p:nvPr/>
        </p:nvSpPr>
        <p:spPr>
          <a:xfrm xmlns:a="http://schemas.openxmlformats.org/drawingml/2006/main">
            <a:off x="30575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23" name="Spearman shell_weight shucked_weight">
            <a:extLst xmlns:a="http://schemas.openxmlformats.org/drawingml/2006/main">
              <a:ext uri="{FF2B5EF4-FFF2-40B4-BE49-F238E27FC236}">
                <a16:creationId xmlns:a16="http://schemas.microsoft.com/office/drawing/2014/main" id="{0C375498-C617-4A47-9B47-A6FC9765842F}"/>
              </a:ext>
            </a:extLst>
          </p:cNvPr>
          <p:cNvSpPr>
            <a:spLocks xmlns:a="http://schemas.openxmlformats.org/drawingml/2006/main" noGrp="1"/>
          </p:cNvSpPr>
          <p:nvPr/>
        </p:nvSpPr>
        <p:spPr>
          <a:xfrm xmlns:a="http://schemas.openxmlformats.org/drawingml/2006/main">
            <a:off x="3457575" y="46386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124" name="0.92">
            <a:extLst xmlns:a="http://schemas.openxmlformats.org/drawingml/2006/main">
              <a:ext uri="{FF2B5EF4-FFF2-40B4-BE49-F238E27FC236}">
                <a16:creationId xmlns:a16="http://schemas.microsoft.com/office/drawing/2014/main" id="{6E0C81C8-D2B5-413C-8E61-849310BE0512}"/>
              </a:ext>
            </a:extLst>
          </p:cNvPr>
          <p:cNvSpPr>
            <a:spLocks xmlns:a="http://schemas.openxmlformats.org/drawingml/2006/main" noGrp="1"/>
          </p:cNvSpPr>
          <p:nvPr/>
        </p:nvSpPr>
        <p:spPr>
          <a:xfrm xmlns:a="http://schemas.openxmlformats.org/drawingml/2006/main">
            <a:off x="34575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5" name="Spearman shell_weight viscera_weight">
            <a:extLst xmlns:a="http://schemas.openxmlformats.org/drawingml/2006/main">
              <a:ext uri="{FF2B5EF4-FFF2-40B4-BE49-F238E27FC236}">
                <a16:creationId xmlns:a16="http://schemas.microsoft.com/office/drawing/2014/main" id="{2A42C6A6-FFEE-495E-BD64-C73C9C078B5D}"/>
              </a:ext>
            </a:extLst>
          </p:cNvPr>
          <p:cNvSpPr>
            <a:spLocks xmlns:a="http://schemas.openxmlformats.org/drawingml/2006/main" noGrp="1"/>
          </p:cNvSpPr>
          <p:nvPr/>
        </p:nvSpPr>
        <p:spPr>
          <a:xfrm xmlns:a="http://schemas.openxmlformats.org/drawingml/2006/main">
            <a:off x="3857625" y="463867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26" name="0.94">
            <a:extLst xmlns:a="http://schemas.openxmlformats.org/drawingml/2006/main">
              <a:ext uri="{FF2B5EF4-FFF2-40B4-BE49-F238E27FC236}">
                <a16:creationId xmlns:a16="http://schemas.microsoft.com/office/drawing/2014/main" id="{441E8278-E9C6-4F5F-A623-27EA27DA551E}"/>
              </a:ext>
            </a:extLst>
          </p:cNvPr>
          <p:cNvSpPr>
            <a:spLocks xmlns:a="http://schemas.openxmlformats.org/drawingml/2006/main" noGrp="1"/>
          </p:cNvSpPr>
          <p:nvPr/>
        </p:nvSpPr>
        <p:spPr>
          <a:xfrm xmlns:a="http://schemas.openxmlformats.org/drawingml/2006/main">
            <a:off x="38576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27" name="Spearman shell_weight shell_weight">
            <a:extLst xmlns:a="http://schemas.openxmlformats.org/drawingml/2006/main">
              <a:ext uri="{FF2B5EF4-FFF2-40B4-BE49-F238E27FC236}">
                <a16:creationId xmlns:a16="http://schemas.microsoft.com/office/drawing/2014/main" id="{778ECF9C-B5F1-467B-93B7-6BECB00F73E9}"/>
              </a:ext>
            </a:extLst>
          </p:cNvPr>
          <p:cNvSpPr>
            <a:spLocks xmlns:a="http://schemas.openxmlformats.org/drawingml/2006/main" noGrp="1"/>
          </p:cNvSpPr>
          <p:nvPr/>
        </p:nvSpPr>
        <p:spPr>
          <a:xfrm xmlns:a="http://schemas.openxmlformats.org/drawingml/2006/main">
            <a:off x="4257675" y="46386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28" name="1.00">
            <a:extLst xmlns:a="http://schemas.openxmlformats.org/drawingml/2006/main">
              <a:ext uri="{FF2B5EF4-FFF2-40B4-BE49-F238E27FC236}">
                <a16:creationId xmlns:a16="http://schemas.microsoft.com/office/drawing/2014/main" id="{6F17B5CA-A15E-4111-B9EA-D551A8622276}"/>
              </a:ext>
            </a:extLst>
          </p:cNvPr>
          <p:cNvSpPr>
            <a:spLocks xmlns:a="http://schemas.openxmlformats.org/drawingml/2006/main" noGrp="1"/>
          </p:cNvSpPr>
          <p:nvPr/>
        </p:nvSpPr>
        <p:spPr>
          <a:xfrm xmlns:a="http://schemas.openxmlformats.org/drawingml/2006/main">
            <a:off x="42576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29" name="Spearman shell_weight rings">
            <a:extLst xmlns:a="http://schemas.openxmlformats.org/drawingml/2006/main">
              <a:ext uri="{FF2B5EF4-FFF2-40B4-BE49-F238E27FC236}">
                <a16:creationId xmlns:a16="http://schemas.microsoft.com/office/drawing/2014/main" id="{46C67DC7-3986-476D-8ADC-C3033F3D77CE}"/>
              </a:ext>
            </a:extLst>
          </p:cNvPr>
          <p:cNvSpPr>
            <a:spLocks xmlns:a="http://schemas.openxmlformats.org/drawingml/2006/main" noGrp="1"/>
          </p:cNvSpPr>
          <p:nvPr/>
        </p:nvSpPr>
        <p:spPr>
          <a:xfrm xmlns:a="http://schemas.openxmlformats.org/drawingml/2006/main">
            <a:off x="4657725" y="463867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30" name="0.69">
            <a:extLst xmlns:a="http://schemas.openxmlformats.org/drawingml/2006/main">
              <a:ext uri="{FF2B5EF4-FFF2-40B4-BE49-F238E27FC236}">
                <a16:creationId xmlns:a16="http://schemas.microsoft.com/office/drawing/2014/main" id="{830678B1-6306-4376-BD5F-33636F28EB1F}"/>
              </a:ext>
            </a:extLst>
          </p:cNvPr>
          <p:cNvSpPr>
            <a:spLocks xmlns:a="http://schemas.openxmlformats.org/drawingml/2006/main" noGrp="1"/>
          </p:cNvSpPr>
          <p:nvPr/>
        </p:nvSpPr>
        <p:spPr>
          <a:xfrm xmlns:a="http://schemas.openxmlformats.org/drawingml/2006/main">
            <a:off x="46577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31" name="rings">
            <a:extLst xmlns:a="http://schemas.openxmlformats.org/drawingml/2006/main">
              <a:ext uri="{FF2B5EF4-FFF2-40B4-BE49-F238E27FC236}">
                <a16:creationId xmlns:a16="http://schemas.microsoft.com/office/drawing/2014/main" id="{520369A7-437F-442C-887E-DFC207A86F0A}"/>
              </a:ext>
            </a:extLst>
          </p:cNvPr>
          <p:cNvSpPr>
            <a:spLocks xmlns:a="http://schemas.openxmlformats.org/drawingml/2006/main" noGrp="1"/>
          </p:cNvSpPr>
          <p:nvPr/>
        </p:nvSpPr>
        <p:spPr>
          <a:xfrm xmlns:a="http://schemas.openxmlformats.org/drawingml/2006/main">
            <a:off x="762000" y="5133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rings</a:t>
            </a:r>
          </a:p>
        </p:txBody>
      </p:sp>
      <p:sp>
        <p:nvSpPr>
          <p:cNvPr id="132" name="rings">
            <a:extLst xmlns:a="http://schemas.openxmlformats.org/drawingml/2006/main">
              <a:ext uri="{FF2B5EF4-FFF2-40B4-BE49-F238E27FC236}">
                <a16:creationId xmlns:a16="http://schemas.microsoft.com/office/drawing/2014/main" id="{BE203DC3-00B0-44A0-AAF5-82BE04257F85}"/>
              </a:ext>
            </a:extLst>
          </p:cNvPr>
          <p:cNvSpPr>
            <a:spLocks xmlns:a="http://schemas.openxmlformats.org/drawingml/2006/main" noGrp="1"/>
          </p:cNvSpPr>
          <p:nvPr/>
        </p:nvSpPr>
        <p:spPr>
          <a:xfrm xmlns:a="http://schemas.openxmlformats.org/drawingml/2006/main">
            <a:off x="46577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rings</a:t>
            </a:r>
          </a:p>
        </p:txBody>
      </p:sp>
      <p:sp>
        <p:nvSpPr>
          <p:cNvPr id="133" name="Spearman rings length">
            <a:extLst xmlns:a="http://schemas.openxmlformats.org/drawingml/2006/main">
              <a:ext uri="{FF2B5EF4-FFF2-40B4-BE49-F238E27FC236}">
                <a16:creationId xmlns:a16="http://schemas.microsoft.com/office/drawing/2014/main" id="{A569F377-1CC2-42B7-94AF-4D6A946F1726}"/>
              </a:ext>
            </a:extLst>
          </p:cNvPr>
          <p:cNvSpPr>
            <a:spLocks xmlns:a="http://schemas.openxmlformats.org/drawingml/2006/main" noGrp="1"/>
          </p:cNvSpPr>
          <p:nvPr/>
        </p:nvSpPr>
        <p:spPr>
          <a:xfrm xmlns:a="http://schemas.openxmlformats.org/drawingml/2006/main">
            <a:off x="1857375" y="503872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134" name="0.61">
            <a:extLst xmlns:a="http://schemas.openxmlformats.org/drawingml/2006/main">
              <a:ext uri="{FF2B5EF4-FFF2-40B4-BE49-F238E27FC236}">
                <a16:creationId xmlns:a16="http://schemas.microsoft.com/office/drawing/2014/main" id="{331B64DA-3840-4CB1-BE58-460F2373ABE2}"/>
              </a:ext>
            </a:extLst>
          </p:cNvPr>
          <p:cNvSpPr>
            <a:spLocks xmlns:a="http://schemas.openxmlformats.org/drawingml/2006/main" noGrp="1"/>
          </p:cNvSpPr>
          <p:nvPr/>
        </p:nvSpPr>
        <p:spPr>
          <a:xfrm xmlns:a="http://schemas.openxmlformats.org/drawingml/2006/main">
            <a:off x="18573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135" name="Spearman rings diameter">
            <a:extLst xmlns:a="http://schemas.openxmlformats.org/drawingml/2006/main">
              <a:ext uri="{FF2B5EF4-FFF2-40B4-BE49-F238E27FC236}">
                <a16:creationId xmlns:a16="http://schemas.microsoft.com/office/drawing/2014/main" id="{0652BCBD-A590-4151-BB92-E434247ACEC1}"/>
              </a:ext>
            </a:extLst>
          </p:cNvPr>
          <p:cNvSpPr>
            <a:spLocks xmlns:a="http://schemas.openxmlformats.org/drawingml/2006/main" noGrp="1"/>
          </p:cNvSpPr>
          <p:nvPr/>
        </p:nvSpPr>
        <p:spPr>
          <a:xfrm xmlns:a="http://schemas.openxmlformats.org/drawingml/2006/main">
            <a:off x="2257425" y="50387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136" name="0.63">
            <a:extLst xmlns:a="http://schemas.openxmlformats.org/drawingml/2006/main">
              <a:ext uri="{FF2B5EF4-FFF2-40B4-BE49-F238E27FC236}">
                <a16:creationId xmlns:a16="http://schemas.microsoft.com/office/drawing/2014/main" id="{618763D2-64B7-492D-9A41-0AA289D9BA24}"/>
              </a:ext>
            </a:extLst>
          </p:cNvPr>
          <p:cNvSpPr>
            <a:spLocks xmlns:a="http://schemas.openxmlformats.org/drawingml/2006/main" noGrp="1"/>
          </p:cNvSpPr>
          <p:nvPr/>
        </p:nvSpPr>
        <p:spPr>
          <a:xfrm xmlns:a="http://schemas.openxmlformats.org/drawingml/2006/main">
            <a:off x="22574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37" name="Spearman rings height">
            <a:extLst xmlns:a="http://schemas.openxmlformats.org/drawingml/2006/main">
              <a:ext uri="{FF2B5EF4-FFF2-40B4-BE49-F238E27FC236}">
                <a16:creationId xmlns:a16="http://schemas.microsoft.com/office/drawing/2014/main" id="{0AD03783-5C72-4CD5-83AE-C5DBA9C74902}"/>
              </a:ext>
            </a:extLst>
          </p:cNvPr>
          <p:cNvSpPr>
            <a:spLocks xmlns:a="http://schemas.openxmlformats.org/drawingml/2006/main" noGrp="1"/>
          </p:cNvSpPr>
          <p:nvPr/>
        </p:nvSpPr>
        <p:spPr>
          <a:xfrm xmlns:a="http://schemas.openxmlformats.org/drawingml/2006/main">
            <a:off x="2657475" y="503872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138" name="0.65">
            <a:extLst xmlns:a="http://schemas.openxmlformats.org/drawingml/2006/main">
              <a:ext uri="{FF2B5EF4-FFF2-40B4-BE49-F238E27FC236}">
                <a16:creationId xmlns:a16="http://schemas.microsoft.com/office/drawing/2014/main" id="{A3E00470-6EFA-4E13-838E-3A98C4ED5487}"/>
              </a:ext>
            </a:extLst>
          </p:cNvPr>
          <p:cNvSpPr>
            <a:spLocks xmlns:a="http://schemas.openxmlformats.org/drawingml/2006/main" noGrp="1"/>
          </p:cNvSpPr>
          <p:nvPr/>
        </p:nvSpPr>
        <p:spPr>
          <a:xfrm xmlns:a="http://schemas.openxmlformats.org/drawingml/2006/main">
            <a:off x="26574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139" name="Spearman rings whole_weight">
            <a:extLst xmlns:a="http://schemas.openxmlformats.org/drawingml/2006/main">
              <a:ext uri="{FF2B5EF4-FFF2-40B4-BE49-F238E27FC236}">
                <a16:creationId xmlns:a16="http://schemas.microsoft.com/office/drawing/2014/main" id="{CFA5FEE9-B19B-40F2-B0D4-78B4E765F093}"/>
              </a:ext>
            </a:extLst>
          </p:cNvPr>
          <p:cNvSpPr>
            <a:spLocks xmlns:a="http://schemas.openxmlformats.org/drawingml/2006/main" noGrp="1"/>
          </p:cNvSpPr>
          <p:nvPr/>
        </p:nvSpPr>
        <p:spPr>
          <a:xfrm xmlns:a="http://schemas.openxmlformats.org/drawingml/2006/main">
            <a:off x="3057525" y="50387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140" name="0.63">
            <a:extLst xmlns:a="http://schemas.openxmlformats.org/drawingml/2006/main">
              <a:ext uri="{FF2B5EF4-FFF2-40B4-BE49-F238E27FC236}">
                <a16:creationId xmlns:a16="http://schemas.microsoft.com/office/drawing/2014/main" id="{CF8FC50E-DBE1-4930-A247-F9E864BB5AAE}"/>
              </a:ext>
            </a:extLst>
          </p:cNvPr>
          <p:cNvSpPr>
            <a:spLocks xmlns:a="http://schemas.openxmlformats.org/drawingml/2006/main" noGrp="1"/>
          </p:cNvSpPr>
          <p:nvPr/>
        </p:nvSpPr>
        <p:spPr>
          <a:xfrm xmlns:a="http://schemas.openxmlformats.org/drawingml/2006/main">
            <a:off x="30575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41" name="Spearman rings shucked_weight">
            <a:extLst xmlns:a="http://schemas.openxmlformats.org/drawingml/2006/main">
              <a:ext uri="{FF2B5EF4-FFF2-40B4-BE49-F238E27FC236}">
                <a16:creationId xmlns:a16="http://schemas.microsoft.com/office/drawing/2014/main" id="{A4DDB434-FFEB-4B95-9E47-97BE9CDC579A}"/>
              </a:ext>
            </a:extLst>
          </p:cNvPr>
          <p:cNvSpPr>
            <a:spLocks xmlns:a="http://schemas.openxmlformats.org/drawingml/2006/main" noGrp="1"/>
          </p:cNvSpPr>
          <p:nvPr/>
        </p:nvSpPr>
        <p:spPr>
          <a:xfrm xmlns:a="http://schemas.openxmlformats.org/drawingml/2006/main">
            <a:off x="3457575" y="503872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142" name="0.54">
            <a:extLst xmlns:a="http://schemas.openxmlformats.org/drawingml/2006/main">
              <a:ext uri="{FF2B5EF4-FFF2-40B4-BE49-F238E27FC236}">
                <a16:creationId xmlns:a16="http://schemas.microsoft.com/office/drawing/2014/main" id="{797A41E8-4A92-41F9-BF54-757D44C8169E}"/>
              </a:ext>
            </a:extLst>
          </p:cNvPr>
          <p:cNvSpPr>
            <a:spLocks xmlns:a="http://schemas.openxmlformats.org/drawingml/2006/main" noGrp="1"/>
          </p:cNvSpPr>
          <p:nvPr/>
        </p:nvSpPr>
        <p:spPr>
          <a:xfrm xmlns:a="http://schemas.openxmlformats.org/drawingml/2006/main">
            <a:off x="34575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143" name="Spearman rings viscera_weight">
            <a:extLst xmlns:a="http://schemas.openxmlformats.org/drawingml/2006/main">
              <a:ext uri="{FF2B5EF4-FFF2-40B4-BE49-F238E27FC236}">
                <a16:creationId xmlns:a16="http://schemas.microsoft.com/office/drawing/2014/main" id="{306C7367-CEEF-46AE-BE9B-81008141CD46}"/>
              </a:ext>
            </a:extLst>
          </p:cNvPr>
          <p:cNvSpPr>
            <a:spLocks xmlns:a="http://schemas.openxmlformats.org/drawingml/2006/main" noGrp="1"/>
          </p:cNvSpPr>
          <p:nvPr/>
        </p:nvSpPr>
        <p:spPr>
          <a:xfrm xmlns:a="http://schemas.openxmlformats.org/drawingml/2006/main">
            <a:off x="3857625" y="50387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44" name="0.62">
            <a:extLst xmlns:a="http://schemas.openxmlformats.org/drawingml/2006/main">
              <a:ext uri="{FF2B5EF4-FFF2-40B4-BE49-F238E27FC236}">
                <a16:creationId xmlns:a16="http://schemas.microsoft.com/office/drawing/2014/main" id="{794347C3-C467-463F-8B80-DBBFBA2BAE6E}"/>
              </a:ext>
            </a:extLst>
          </p:cNvPr>
          <p:cNvSpPr>
            <a:spLocks xmlns:a="http://schemas.openxmlformats.org/drawingml/2006/main" noGrp="1"/>
          </p:cNvSpPr>
          <p:nvPr/>
        </p:nvSpPr>
        <p:spPr>
          <a:xfrm xmlns:a="http://schemas.openxmlformats.org/drawingml/2006/main">
            <a:off x="38576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45" name="Spearman rings shell_weight">
            <a:extLst xmlns:a="http://schemas.openxmlformats.org/drawingml/2006/main">
              <a:ext uri="{FF2B5EF4-FFF2-40B4-BE49-F238E27FC236}">
                <a16:creationId xmlns:a16="http://schemas.microsoft.com/office/drawing/2014/main" id="{F6BCEC48-1A73-42BC-9760-4981F7D985DA}"/>
              </a:ext>
            </a:extLst>
          </p:cNvPr>
          <p:cNvSpPr>
            <a:spLocks xmlns:a="http://schemas.openxmlformats.org/drawingml/2006/main" noGrp="1"/>
          </p:cNvSpPr>
          <p:nvPr/>
        </p:nvSpPr>
        <p:spPr>
          <a:xfrm xmlns:a="http://schemas.openxmlformats.org/drawingml/2006/main">
            <a:off x="4257675" y="503872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46" name="0.69">
            <a:extLst xmlns:a="http://schemas.openxmlformats.org/drawingml/2006/main">
              <a:ext uri="{FF2B5EF4-FFF2-40B4-BE49-F238E27FC236}">
                <a16:creationId xmlns:a16="http://schemas.microsoft.com/office/drawing/2014/main" id="{FCFA198F-FF74-4457-92D2-6E6653B9DFF3}"/>
              </a:ext>
            </a:extLst>
          </p:cNvPr>
          <p:cNvSpPr>
            <a:spLocks xmlns:a="http://schemas.openxmlformats.org/drawingml/2006/main" noGrp="1"/>
          </p:cNvSpPr>
          <p:nvPr/>
        </p:nvSpPr>
        <p:spPr>
          <a:xfrm xmlns:a="http://schemas.openxmlformats.org/drawingml/2006/main">
            <a:off x="42576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47" name="Spearman rings rings">
            <a:extLst xmlns:a="http://schemas.openxmlformats.org/drawingml/2006/main">
              <a:ext uri="{FF2B5EF4-FFF2-40B4-BE49-F238E27FC236}">
                <a16:creationId xmlns:a16="http://schemas.microsoft.com/office/drawing/2014/main" id="{C8935247-BBD7-4D12-9C42-8FCA02C4EC92}"/>
              </a:ext>
            </a:extLst>
          </p:cNvPr>
          <p:cNvSpPr>
            <a:spLocks xmlns:a="http://schemas.openxmlformats.org/drawingml/2006/main" noGrp="1"/>
          </p:cNvSpPr>
          <p:nvPr/>
        </p:nvSpPr>
        <p:spPr>
          <a:xfrm xmlns:a="http://schemas.openxmlformats.org/drawingml/2006/main">
            <a:off x="4657725" y="50387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48" name="1.00">
            <a:extLst xmlns:a="http://schemas.openxmlformats.org/drawingml/2006/main">
              <a:ext uri="{FF2B5EF4-FFF2-40B4-BE49-F238E27FC236}">
                <a16:creationId xmlns:a16="http://schemas.microsoft.com/office/drawing/2014/main" id="{F278BFE3-88E3-4E53-8809-101FDDA358B9}"/>
              </a:ext>
            </a:extLst>
          </p:cNvPr>
          <p:cNvSpPr>
            <a:spLocks xmlns:a="http://schemas.openxmlformats.org/drawingml/2006/main" noGrp="1"/>
          </p:cNvSpPr>
          <p:nvPr/>
        </p:nvSpPr>
        <p:spPr>
          <a:xfrm xmlns:a="http://schemas.openxmlformats.org/drawingml/2006/main">
            <a:off x="46577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49" name="Spearman ρ">
            <a:extLst xmlns:a="http://schemas.openxmlformats.org/drawingml/2006/main">
              <a:ext uri="{FF2B5EF4-FFF2-40B4-BE49-F238E27FC236}">
                <a16:creationId xmlns:a16="http://schemas.microsoft.com/office/drawing/2014/main" id="{8495F8B1-BD7A-42A8-AE65-277E3408F28C}"/>
              </a:ext>
            </a:extLst>
          </p:cNvPr>
          <p:cNvSpPr>
            <a:spLocks xmlns:a="http://schemas.openxmlformats.org/drawingml/2006/main" noGrp="1"/>
          </p:cNvSpPr>
          <p:nvPr/>
        </p:nvSpPr>
        <p:spPr>
          <a:xfrm xmlns:a="http://schemas.openxmlformats.org/drawingml/2006/main">
            <a:off x="185737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000000"/>
                </a:solidFill>
                <a:latin typeface="Arial"/>
                <a:ea typeface="Arial"/>
                <a:cs typeface="Arial"/>
              </a:defRPr>
            </a:defPPr>
          </a:lstStyle>
          <a:p xmlns:a="http://schemas.openxmlformats.org/drawingml/2006/main">
            <a:pPr algn="l">
              <a:defRPr sz="2500" b="1">
                <a:solidFill>
                  <a:srgbClr val="000000"/>
                </a:solidFill>
                <a:latin typeface="Arial"/>
                <a:ea typeface="Arial"/>
                <a:cs typeface="Arial"/>
              </a:defRPr>
            </a:pPr>
            <a:r>
              <a:rPr sz="2500" b="1">
                <a:solidFill>
                  <a:srgbClr val="000000"/>
                </a:solidFill>
                <a:latin typeface="Arial"/>
                <a:ea typeface="Arial"/>
                <a:cs typeface="Arial"/>
              </a:rPr>
              <a:t>Spearman ρ</a:t>
            </a:r>
          </a:p>
        </p:txBody>
      </p:sp>
      <p:sp>
        <p:nvSpPr>
          <p:cNvPr id="150" name="Shell weight ↔ Rings">
            <a:extLst xmlns:a="http://schemas.openxmlformats.org/drawingml/2006/main">
              <a:ext uri="{FF2B5EF4-FFF2-40B4-BE49-F238E27FC236}">
                <a16:creationId xmlns:a16="http://schemas.microsoft.com/office/drawing/2014/main" id="{4AC8C2B1-F652-49DA-B5C5-FAA85D9EE985}"/>
              </a:ext>
            </a:extLst>
          </p:cNvPr>
          <p:cNvSpPr>
            <a:spLocks xmlns:a="http://schemas.openxmlformats.org/drawingml/2006/main" noGrp="1"/>
          </p:cNvSpPr>
          <p:nvPr/>
        </p:nvSpPr>
        <p:spPr>
          <a:xfrm xmlns:a="http://schemas.openxmlformats.org/drawingml/2006/main">
            <a:off x="6381750" y="22383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Shell weight ↔ Rings</a:t>
            </a:r>
          </a:p>
        </p:txBody>
      </p:sp>
      <p:sp>
        <p:nvSpPr>
          <p:cNvPr id="151" name="Pearson r = 0.628&#10;Spearman ρ = 0.693&#10;n = 3,341">
            <a:extLst xmlns:a="http://schemas.openxmlformats.org/drawingml/2006/main">
              <a:ext uri="{FF2B5EF4-FFF2-40B4-BE49-F238E27FC236}">
                <a16:creationId xmlns:a16="http://schemas.microsoft.com/office/drawing/2014/main" id="{1480212C-895D-4F53-A871-2980391CCC82}"/>
              </a:ext>
            </a:extLst>
          </p:cNvPr>
          <p:cNvSpPr>
            <a:spLocks xmlns:a="http://schemas.openxmlformats.org/drawingml/2006/main" noGrp="1"/>
          </p:cNvSpPr>
          <p:nvPr/>
        </p:nvSpPr>
        <p:spPr>
          <a:xfrm xmlns:a="http://schemas.openxmlformats.org/drawingml/2006/main">
            <a:off x="6381750" y="3238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Pearson r = 0.628</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Spearman ρ = 0.693</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n = 3,341</a:t>
            </a:r>
          </a:p>
        </p:txBody>
      </p:sp>
      <p:sp>
        <p:nvSpPr>
          <p:cNvPr id="152" name="High correlation among measurements can destabilize con">
            <a:extLst xmlns:a="http://schemas.openxmlformats.org/drawingml/2006/main">
              <a:ext uri="{FF2B5EF4-FFF2-40B4-BE49-F238E27FC236}">
                <a16:creationId xmlns:a16="http://schemas.microsoft.com/office/drawing/2014/main" id="{646656F6-B86A-4C23-A6F9-3ECF9910F19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correlation among measurements can destabilize conditional regression slopes.</a:t>
            </a:r>
          </a:p>
        </p:txBody>
      </p:sp>
    </p:spTree>
    <p:extLst>
      <p:ext uri="{BB962C8B-B14F-4D97-AF65-F5344CB8AC3E}">
        <p14:creationId xmlns:p14="http://schemas.microsoft.com/office/powerpoint/2010/main" val="15795255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EDD31DC-EF16-42ED-82AE-4B0AC78A581C}"/>
              </a:ext>
            </a:extLst>
          </p:cNvPr>
          <p:cNvPicPr>
            <a:picLocks xmlns:a="http://schemas.openxmlformats.org/drawingml/2006/main" noChangeAspect="1"/>
          </p:cNvPicPr>
          <p:nvPr/>
        </p:nvPicPr>
        <p:blipFill>
          <a:blip xmlns:r="http://schemas.openxmlformats.org/officeDocument/2006/relationships" xmlns:a="http://schemas.openxmlformats.org/drawingml/2006/main" r:embed="R97d10f1d045b4ac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1078FFF-8D8C-4C00-895D-4D6FE16EF38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Shell weight and Rings</a:t>
            </a:r>
          </a:p>
        </p:txBody>
      </p:sp>
      <p:sp>
        <p:nvSpPr>
          <p:cNvPr id="3" name="Thin monochrome rule">
            <a:extLst xmlns:a="http://schemas.openxmlformats.org/drawingml/2006/main">
              <a:ext uri="{FF2B5EF4-FFF2-40B4-BE49-F238E27FC236}">
                <a16:creationId xmlns:a16="http://schemas.microsoft.com/office/drawing/2014/main" id="{7CE513D9-F161-48E0-B39D-5C35E88C8A0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D0ABC5C9-5379-4152-AAF4-FD5D757EA1D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878E2D99-70BE-4371-BF55-D4B0E7597E9F}"/>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38a4031a119746a5"/>
          </a:graphicData>
        </a:graphic>
      </p:graphicFrame>
      <p:sp>
        <p:nvSpPr>
          <p:cNvPr id="6" name="ρ = 0.693">
            <a:extLst xmlns:a="http://schemas.openxmlformats.org/drawingml/2006/main">
              <a:ext uri="{FF2B5EF4-FFF2-40B4-BE49-F238E27FC236}">
                <a16:creationId xmlns:a16="http://schemas.microsoft.com/office/drawing/2014/main" id="{E04B771C-03E9-40DC-8903-A1AAAC75FB9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0.693</a:t>
            </a:r>
          </a:p>
        </p:txBody>
      </p:sp>
      <p:sp>
        <p:nvSpPr>
          <p:cNvPr id="7" name="Marginal association&#10;&#10;Integer rings create overlapping ">
            <a:extLst xmlns:a="http://schemas.openxmlformats.org/drawingml/2006/main">
              <a:ext uri="{FF2B5EF4-FFF2-40B4-BE49-F238E27FC236}">
                <a16:creationId xmlns:a16="http://schemas.microsoft.com/office/drawing/2014/main" id="{A2E99179-041D-4FB2-9DD9-C24AB3EBE69C}"/>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Marginal association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Integer rings create overlapping points.</a:t>
            </a:r>
          </a:p>
        </p:txBody>
      </p:sp>
      <p:sp>
        <p:nvSpPr>
          <p:cNvPr id="8" name="This relationship is descriptive; it is not an independ">
            <a:extLst xmlns:a="http://schemas.openxmlformats.org/drawingml/2006/main">
              <a:ext uri="{FF2B5EF4-FFF2-40B4-BE49-F238E27FC236}">
                <a16:creationId xmlns:a16="http://schemas.microsoft.com/office/drawing/2014/main" id="{2522FBB9-C947-4D61-9CF9-AA9BAFBB74A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relationship is descriptive; it is not an independent causal effect.</a:t>
            </a:r>
          </a:p>
        </p:txBody>
      </p:sp>
    </p:spTree>
    <p:extLst>
      <p:ext uri="{BB962C8B-B14F-4D97-AF65-F5344CB8AC3E}">
        <p14:creationId xmlns:p14="http://schemas.microsoft.com/office/powerpoint/2010/main" val="5163632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9B9F74F-86D1-4D01-A80F-F33D9B81883D}"/>
              </a:ext>
            </a:extLst>
          </p:cNvPr>
          <p:cNvPicPr>
            <a:picLocks xmlns:a="http://schemas.openxmlformats.org/drawingml/2006/main" noChangeAspect="1"/>
          </p:cNvPicPr>
          <p:nvPr/>
        </p:nvPicPr>
        <p:blipFill>
          <a:blip xmlns:r="http://schemas.openxmlformats.org/officeDocument/2006/relationships" xmlns:a="http://schemas.openxmlformats.org/drawingml/2006/main" r:embed="R4b725814a6cf4d1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EE3B53D-D23A-4807-B3F4-D68937ECAFE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Multiple linear regression design</a:t>
            </a:r>
          </a:p>
        </p:txBody>
      </p:sp>
      <p:sp>
        <p:nvSpPr>
          <p:cNvPr id="3" name="Thin monochrome rule">
            <a:extLst xmlns:a="http://schemas.openxmlformats.org/drawingml/2006/main">
              <a:ext uri="{FF2B5EF4-FFF2-40B4-BE49-F238E27FC236}">
                <a16:creationId xmlns:a16="http://schemas.microsoft.com/office/drawing/2014/main" id="{60EA8F6D-5354-4CBC-B71E-C26B111CCEF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8A73B0FC-CB01-4B7B-95F1-F7FEBFA972F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Rings = β₀ + Σ βⱼxⱼ + ε">
            <a:extLst xmlns:a="http://schemas.openxmlformats.org/drawingml/2006/main">
              <a:ext uri="{FF2B5EF4-FFF2-40B4-BE49-F238E27FC236}">
                <a16:creationId xmlns:a16="http://schemas.microsoft.com/office/drawing/2014/main" id="{BFFE9A37-35D4-4B3A-BA8C-41E8FCBD9E2A}"/>
              </a:ext>
            </a:extLst>
          </p:cNvPr>
          <p:cNvSpPr>
            <a:spLocks xmlns:a="http://schemas.openxmlformats.org/drawingml/2006/main" noGrp="1"/>
          </p:cNvSpPr>
          <p:nvPr/>
        </p:nvSpPr>
        <p:spPr>
          <a:xfrm xmlns:a="http://schemas.openxmlformats.org/drawingml/2006/main">
            <a:off x="762000" y="176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Rings = β₀ + Σ βⱼxⱼ + ε</a:t>
            </a:r>
          </a:p>
        </p:txBody>
      </p:sp>
      <p:graphicFrame>
        <p:nvGraphicFramePr>
          <p:cNvPr id="6" name="">
            <a:extLst xmlns:a="http://schemas.openxmlformats.org/drawingml/2006/main">
              <a:ext uri="{FF2B5EF4-FFF2-40B4-BE49-F238E27FC236}">
                <a16:creationId xmlns:a16="http://schemas.microsoft.com/office/drawing/2014/main" id="{FA2D001D-E24E-4D77-A2EB-5F3E6D3D4383}"/>
              </a:ext>
            </a:extLst>
          </p:cNvPr>
          <p:cNvGraphicFramePr/>
          <p:nvPr/>
        </p:nvGraphicFramePr>
        <p:xfrm>
          <a:off xmlns:a="http://schemas.openxmlformats.org/drawingml/2006/main" x="666750" y="2857500"/>
          <a:ext xmlns:a="http://schemas.openxmlformats.org/drawingml/2006/main" cx="10858500" cy="2286000"/>
        </p:xfrm>
        <a:graphic xmlns:a="http://schemas.openxmlformats.org/drawingml/2006/main">
          <a:graphicData uri="http://schemas.openxmlformats.org/drawingml/2006/table">
            <a:tbl>
              <a:tblPr firstRow="0" bandRow="0"/>
              <a:tblGrid>
                <a:gridCol w="2714625"/>
                <a:gridCol w="8143875"/>
              </a:tblGrid>
              <a:tr h="571500">
                <a:tc>
                  <a:txBody>
                    <a:bodyPr wrap="square" lIns="85725" tIns="85725" rIns="85725" bIns="85725">
                      <a:noAutofit/>
                    </a:bodyPr>
                    <a:lstStyle/>
                    <a:p>
                      <a:pPr algn="l"/>
                      <a:r>
                        <a:rPr sz="2300" b="1">
                          <a:solidFill>
                            <a:srgbClr val="000000"/>
                          </a:solidFill>
                          <a:latin typeface="Arial"/>
                          <a:ea typeface="Arial"/>
                          <a:cs typeface="Arial"/>
                        </a:rPr>
                        <a:t>Model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Inputs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71500">
                <a:tc>
                  <a:txBody>
                    <a:bodyPr wrap="square" lIns="85725" tIns="85725" rIns="85725" bIns="85725">
                      <a:noAutofit/>
                    </a:bodyPr>
                    <a:lstStyle/>
                    <a:p>
                      <a:pPr algn="l"/>
                      <a:r>
                        <a:rPr sz="2300" b="0">
                          <a:solidFill>
                            <a:srgbClr val="000000"/>
                          </a:solidFill>
                          <a:latin typeface="Arial"/>
                          <a:ea typeface="Arial"/>
                          <a:cs typeface="Arial"/>
                        </a:rPr>
                        <a:t>Baseline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Training mean only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Compact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Group + dimensions + whole weight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Full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All eight original inputs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Fivefold CV fits a new imputer, scaler and regression w">
            <a:extLst xmlns:a="http://schemas.openxmlformats.org/drawingml/2006/main">
              <a:ext uri="{FF2B5EF4-FFF2-40B4-BE49-F238E27FC236}">
                <a16:creationId xmlns:a16="http://schemas.microsoft.com/office/drawing/2014/main" id="{66A73000-E898-4C84-9928-E0F7DC6F411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Fivefold CV fits a new imputer, scaler and regression within every training fold.</a:t>
            </a:r>
          </a:p>
        </p:txBody>
      </p:sp>
    </p:spTree>
    <p:extLst>
      <p:ext uri="{BB962C8B-B14F-4D97-AF65-F5344CB8AC3E}">
        <p14:creationId xmlns:p14="http://schemas.microsoft.com/office/powerpoint/2010/main" val="13440740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A0E747A-5C0F-49FE-A10F-BEF5795B4DB5}"/>
              </a:ext>
            </a:extLst>
          </p:cNvPr>
          <p:cNvPicPr>
            <a:picLocks xmlns:a="http://schemas.openxmlformats.org/drawingml/2006/main" noChangeAspect="1"/>
          </p:cNvPicPr>
          <p:nvPr/>
        </p:nvPicPr>
        <p:blipFill>
          <a:blip xmlns:r="http://schemas.openxmlformats.org/officeDocument/2006/relationships" xmlns:a="http://schemas.openxmlformats.org/drawingml/2006/main" r:embed="R86a7a911072244a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F828B33-6E77-4DA6-AEAA-1E398BC5081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Holdout performance and model limits</a:t>
            </a:r>
          </a:p>
        </p:txBody>
      </p:sp>
      <p:sp>
        <p:nvSpPr>
          <p:cNvPr id="3" name="Thin monochrome rule">
            <a:extLst xmlns:a="http://schemas.openxmlformats.org/drawingml/2006/main">
              <a:ext uri="{FF2B5EF4-FFF2-40B4-BE49-F238E27FC236}">
                <a16:creationId xmlns:a16="http://schemas.microsoft.com/office/drawing/2014/main" id="{53BEA7AA-D10D-45E3-A36F-077BBF92436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D10E72DB-E3B5-41B5-AF39-F3B54F61444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E853997D-9E38-4B22-AA43-28C71BC4157B}"/>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29396b7f5fc54722"/>
          </a:graphicData>
        </a:graphic>
      </p:graphicFrame>
      <p:sp>
        <p:nvSpPr>
          <p:cNvPr id="6" name="Full R² = 0.526">
            <a:extLst xmlns:a="http://schemas.openxmlformats.org/drawingml/2006/main">
              <a:ext uri="{FF2B5EF4-FFF2-40B4-BE49-F238E27FC236}">
                <a16:creationId xmlns:a16="http://schemas.microsoft.com/office/drawing/2014/main" id="{F1A91A43-E7C3-45EE-A397-9387FC281032}"/>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Full R² = 0.526</a:t>
            </a:r>
          </a:p>
        </p:txBody>
      </p:sp>
      <p:sp>
        <p:nvSpPr>
          <p:cNvPr id="7" name="RMSE: 2.25 rings&#10;31.1% below baseline&#10;&#10;One out-of-range">
            <a:extLst xmlns:a="http://schemas.openxmlformats.org/drawingml/2006/main">
              <a:ext uri="{FF2B5EF4-FFF2-40B4-BE49-F238E27FC236}">
                <a16:creationId xmlns:a16="http://schemas.microsoft.com/office/drawing/2014/main" id="{FB097247-2896-4238-903C-28120ADFE92B}"/>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RMSE: 2.25 rings</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31.1% below baseline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One out-of-range prediction</a:t>
            </a:r>
          </a:p>
        </p:txBody>
      </p:sp>
      <p:sp>
        <p:nvSpPr>
          <p:cNvPr id="8" name="High VIF, heteroskedasticity and influence limit coeffi">
            <a:extLst xmlns:a="http://schemas.openxmlformats.org/drawingml/2006/main">
              <a:ext uri="{FF2B5EF4-FFF2-40B4-BE49-F238E27FC236}">
                <a16:creationId xmlns:a16="http://schemas.microsoft.com/office/drawing/2014/main" id="{C4484426-BA86-4D10-B05A-02E2C52509A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VIF, heteroskedasticity and influence limit coefficient interpretation.</a:t>
            </a:r>
          </a:p>
        </p:txBody>
      </p:sp>
    </p:spTree>
    <p:extLst>
      <p:ext uri="{BB962C8B-B14F-4D97-AF65-F5344CB8AC3E}">
        <p14:creationId xmlns:p14="http://schemas.microsoft.com/office/powerpoint/2010/main" val="1060491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BE8F393-F422-48BB-ABFF-B1779BA3B982}"/>
              </a:ext>
            </a:extLst>
          </p:cNvPr>
          <p:cNvPicPr>
            <a:picLocks xmlns:a="http://schemas.openxmlformats.org/drawingml/2006/main" noChangeAspect="1"/>
          </p:cNvPicPr>
          <p:nvPr/>
        </p:nvPicPr>
        <p:blipFill>
          <a:blip xmlns:r="http://schemas.openxmlformats.org/officeDocument/2006/relationships" xmlns:a="http://schemas.openxmlformats.org/drawingml/2006/main" r:embed="R0afa43d2fd0e443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0CE5F06-7FFE-44DC-AE5B-59FC6BB1ED0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Reproducible code demonstration</a:t>
            </a:r>
          </a:p>
        </p:txBody>
      </p:sp>
      <p:sp>
        <p:nvSpPr>
          <p:cNvPr id="3" name="Thin monochrome rule">
            <a:extLst xmlns:a="http://schemas.openxmlformats.org/drawingml/2006/main">
              <a:ext uri="{FF2B5EF4-FFF2-40B4-BE49-F238E27FC236}">
                <a16:creationId xmlns:a16="http://schemas.microsoft.com/office/drawing/2014/main" id="{8892D748-5513-4623-97AA-E4BC422906E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79938DD9-DDE6-4357-A745-879893F09E4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sp>
        <p:nvSpPr>
          <p:cNvPr id="5" name="01">
            <a:extLst xmlns:a="http://schemas.openxmlformats.org/drawingml/2006/main">
              <a:ext uri="{FF2B5EF4-FFF2-40B4-BE49-F238E27FC236}">
                <a16:creationId xmlns:a16="http://schemas.microsoft.com/office/drawing/2014/main" id="{29D2D19F-ABEE-461E-89D6-60E6AEE7ACEC}"/>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Verify source checksum and saved train/test indexes">
            <a:extLst xmlns:a="http://schemas.openxmlformats.org/drawingml/2006/main">
              <a:ext uri="{FF2B5EF4-FFF2-40B4-BE49-F238E27FC236}">
                <a16:creationId xmlns:a16="http://schemas.microsoft.com/office/drawing/2014/main" id="{2A72CE4E-358F-4B42-8CF1-16275F3D7495}"/>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Verify source checksum and saved train/test indexes</a:t>
            </a:r>
          </a:p>
        </p:txBody>
      </p:sp>
      <p:sp>
        <p:nvSpPr>
          <p:cNvPr id="7" name="02">
            <a:extLst xmlns:a="http://schemas.openxmlformats.org/drawingml/2006/main">
              <a:ext uri="{FF2B5EF4-FFF2-40B4-BE49-F238E27FC236}">
                <a16:creationId xmlns:a16="http://schemas.microsoft.com/office/drawing/2014/main" id="{FD75D906-5C4B-4BA0-8356-77B52635F058}"/>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hypotheses, confidence interval and Holm correc">
            <a:extLst xmlns:a="http://schemas.openxmlformats.org/drawingml/2006/main">
              <a:ext uri="{FF2B5EF4-FFF2-40B4-BE49-F238E27FC236}">
                <a16:creationId xmlns:a16="http://schemas.microsoft.com/office/drawing/2014/main" id="{93756010-C5A0-49C4-BC9E-E8F1A31F74CC}"/>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hypotheses, confidence interval and Holm correction</a:t>
            </a:r>
          </a:p>
        </p:txBody>
      </p:sp>
      <p:sp>
        <p:nvSpPr>
          <p:cNvPr id="9" name="03">
            <a:extLst xmlns:a="http://schemas.openxmlformats.org/drawingml/2006/main">
              <a:ext uri="{FF2B5EF4-FFF2-40B4-BE49-F238E27FC236}">
                <a16:creationId xmlns:a16="http://schemas.microsoft.com/office/drawing/2014/main" id="{2EC0F8F6-6BD6-4B3B-B5FF-A82FD1803D15}"/>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Show preprocessing inside CV and the test prediction CS">
            <a:extLst xmlns:a="http://schemas.openxmlformats.org/drawingml/2006/main">
              <a:ext uri="{FF2B5EF4-FFF2-40B4-BE49-F238E27FC236}">
                <a16:creationId xmlns:a16="http://schemas.microsoft.com/office/drawing/2014/main" id="{D49B855B-D1CB-4264-874A-EEDE0AE2CD44}"/>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preprocessing inside CV and the test prediction CSV</a:t>
            </a:r>
          </a:p>
        </p:txBody>
      </p:sp>
      <p:sp>
        <p:nvSpPr>
          <p:cNvPr id="11" name="04">
            <a:extLst xmlns:a="http://schemas.openxmlformats.org/drawingml/2006/main">
              <a:ext uri="{FF2B5EF4-FFF2-40B4-BE49-F238E27FC236}">
                <a16:creationId xmlns:a16="http://schemas.microsoft.com/office/drawing/2014/main" id="{C705E6F8-F7B2-4C68-A9B4-3592B99A73E2}"/>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Trace report and slide numbers back to the exported sum">
            <a:extLst xmlns:a="http://schemas.openxmlformats.org/drawingml/2006/main">
              <a:ext uri="{FF2B5EF4-FFF2-40B4-BE49-F238E27FC236}">
                <a16:creationId xmlns:a16="http://schemas.microsoft.com/office/drawing/2014/main" id="{1AC2939E-7BF6-4AFA-BD36-DD3FEAEB7BC6}"/>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Trace report and slide numbers back to the exported summary</a:t>
            </a:r>
          </a:p>
        </p:txBody>
      </p:sp>
      <p:sp>
        <p:nvSpPr>
          <p:cNvPr id="13" name="The executed notebook remains available as the offline ">
            <a:extLst xmlns:a="http://schemas.openxmlformats.org/drawingml/2006/main">
              <a:ext uri="{FF2B5EF4-FFF2-40B4-BE49-F238E27FC236}">
                <a16:creationId xmlns:a16="http://schemas.microsoft.com/office/drawing/2014/main" id="{BCA33768-85DB-4970-A6B4-E11265397B1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executed notebook remains available as the offline demonstration fallback.</a:t>
            </a:r>
          </a:p>
        </p:txBody>
      </p:sp>
    </p:spTree>
    <p:extLst>
      <p:ext uri="{BB962C8B-B14F-4D97-AF65-F5344CB8AC3E}">
        <p14:creationId xmlns:p14="http://schemas.microsoft.com/office/powerpoint/2010/main" val="96456521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23A4F27-895F-4586-AF62-695D91B77A8E}"/>
              </a:ext>
            </a:extLst>
          </p:cNvPr>
          <p:cNvPicPr>
            <a:picLocks xmlns:a="http://schemas.openxmlformats.org/drawingml/2006/main" noChangeAspect="1"/>
          </p:cNvPicPr>
          <p:nvPr/>
        </p:nvPicPr>
        <p:blipFill>
          <a:blip xmlns:r="http://schemas.openxmlformats.org/officeDocument/2006/relationships" xmlns:a="http://schemas.openxmlformats.org/drawingml/2006/main" r:embed="Rb840d673c064408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E740FB0-1ACF-499A-83B4-FFD93F4D4E1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1AAE7984-48E2-4671-BD5B-B27131A3AF5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E6BF0CB6-0736-46B3-8DEB-E23B3FA2C23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sp>
        <p:nvSpPr>
          <p:cNvPr id="5" name="Distribution candidates rejected">
            <a:extLst xmlns:a="http://schemas.openxmlformats.org/drawingml/2006/main">
              <a:ext uri="{FF2B5EF4-FFF2-40B4-BE49-F238E27FC236}">
                <a16:creationId xmlns:a16="http://schemas.microsoft.com/office/drawing/2014/main" id="{E7E156EE-1280-424B-9A51-A3ACBEC4BAF2}"/>
              </a:ext>
            </a:extLst>
          </p:cNvPr>
          <p:cNvSpPr>
            <a:spLocks xmlns:a="http://schemas.openxmlformats.org/drawingml/2006/main" noGrp="1"/>
          </p:cNvSpPr>
          <p:nvPr/>
        </p:nvSpPr>
        <p:spPr>
          <a:xfrm xmlns:a="http://schemas.openxmlformats.org/drawingml/2006/main">
            <a:off x="762000" y="185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Distribution candidates rejected</a:t>
            </a:r>
          </a:p>
        </p:txBody>
      </p:sp>
      <p:sp>
        <p:nvSpPr>
          <p:cNvPr id="6" name="Full-model test MAE: 1.60 rings">
            <a:extLst xmlns:a="http://schemas.openxmlformats.org/drawingml/2006/main">
              <a:ext uri="{FF2B5EF4-FFF2-40B4-BE49-F238E27FC236}">
                <a16:creationId xmlns:a16="http://schemas.microsoft.com/office/drawing/2014/main" id="{C60A92BC-369B-4731-AE92-77DEDD9C5A51}"/>
              </a:ext>
            </a:extLst>
          </p:cNvPr>
          <p:cNvSpPr>
            <a:spLocks xmlns:a="http://schemas.openxmlformats.org/drawingml/2006/main" noGrp="1"/>
          </p:cNvSpPr>
          <p:nvPr/>
        </p:nvSpPr>
        <p:spPr>
          <a:xfrm xmlns:a="http://schemas.openxmlformats.org/drawingml/2006/main">
            <a:off x="7620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Full-model test MAE: 1.60 rings</a:t>
            </a:r>
          </a:p>
        </p:txBody>
      </p:sp>
      <p:sp>
        <p:nvSpPr>
          <p:cNvPr id="7" name="Historical sampling, collinearity and residual patterns">
            <a:extLst xmlns:a="http://schemas.openxmlformats.org/drawingml/2006/main">
              <a:ext uri="{FF2B5EF4-FFF2-40B4-BE49-F238E27FC236}">
                <a16:creationId xmlns:a16="http://schemas.microsoft.com/office/drawing/2014/main" id="{04933502-A6F9-40E9-A805-E8282F08C451}"/>
              </a:ext>
            </a:extLst>
          </p:cNvPr>
          <p:cNvSpPr>
            <a:spLocks xmlns:a="http://schemas.openxmlformats.org/drawingml/2006/main" noGrp="1"/>
          </p:cNvSpPr>
          <p:nvPr/>
        </p:nvSpPr>
        <p:spPr>
          <a:xfrm xmlns:a="http://schemas.openxmlformats.org/drawingml/2006/main">
            <a:off x="762000" y="4000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Historical sampling, collinearity and residual patterns limit generalization.</a:t>
            </a:r>
          </a:p>
        </p:txBody>
      </p:sp>
      <p:sp>
        <p:nvSpPr>
          <p:cNvPr id="8" name="Observed association and predictive improvement do not ">
            <a:extLst xmlns:a="http://schemas.openxmlformats.org/drawingml/2006/main">
              <a:ext uri="{FF2B5EF4-FFF2-40B4-BE49-F238E27FC236}">
                <a16:creationId xmlns:a16="http://schemas.microsoft.com/office/drawing/2014/main" id="{FF41BFCC-55A6-4C53-8EA6-C50F03588D4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association and predictive improvement do not establish biological causation.</a:t>
            </a:r>
          </a:p>
        </p:txBody>
      </p:sp>
    </p:spTree>
    <p:extLst>
      <p:ext uri="{BB962C8B-B14F-4D97-AF65-F5344CB8AC3E}">
        <p14:creationId xmlns:p14="http://schemas.microsoft.com/office/powerpoint/2010/main" val="1430655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1440E86-2B85-4661-8FDD-3B2F9FBFBA8B}"/>
              </a:ext>
            </a:extLst>
          </p:cNvPr>
          <p:cNvPicPr>
            <a:picLocks xmlns:a="http://schemas.openxmlformats.org/drawingml/2006/main" noChangeAspect="1"/>
          </p:cNvPicPr>
          <p:nvPr/>
        </p:nvPicPr>
        <p:blipFill>
          <a:blip xmlns:r="http://schemas.openxmlformats.org/officeDocument/2006/relationships" xmlns:a="http://schemas.openxmlformats.org/drawingml/2006/main" r:embed="R60cf94dc4c394cd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07A4730-4DD9-4526-BCB0-9A1C0279706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definitions and inference</a:t>
            </a:r>
          </a:p>
        </p:txBody>
      </p:sp>
      <p:sp>
        <p:nvSpPr>
          <p:cNvPr id="3" name="Thin monochrome rule">
            <a:extLst xmlns:a="http://schemas.openxmlformats.org/drawingml/2006/main">
              <a:ext uri="{FF2B5EF4-FFF2-40B4-BE49-F238E27FC236}">
                <a16:creationId xmlns:a16="http://schemas.microsoft.com/office/drawing/2014/main" id="{76A0D846-6C27-4E9C-BD65-F3E6A0E5BCF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63F074E5-275A-4F1D-948B-A9BD31BFF34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sp>
        <p:nvSpPr>
          <p:cNvPr id="5" name="01">
            <a:extLst xmlns:a="http://schemas.openxmlformats.org/drawingml/2006/main">
              <a:ext uri="{FF2B5EF4-FFF2-40B4-BE49-F238E27FC236}">
                <a16:creationId xmlns:a16="http://schemas.microsoft.com/office/drawing/2014/main" id="{6E900275-5289-4E9F-80F3-0A3D39952000}"/>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01</a:t>
            </a:r>
          </a:p>
        </p:txBody>
      </p:sp>
      <p:sp>
        <p:nvSpPr>
          <p:cNvPr id="6" name="Welch t: mean difference / estimated standard error">
            <a:extLst xmlns:a="http://schemas.openxmlformats.org/drawingml/2006/main">
              <a:ext uri="{FF2B5EF4-FFF2-40B4-BE49-F238E27FC236}">
                <a16:creationId xmlns:a16="http://schemas.microsoft.com/office/drawing/2014/main" id="{CC1BE461-624E-435A-BC64-86942430A491}"/>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Welch t: mean difference / estimated standard error</a:t>
            </a:r>
          </a:p>
        </p:txBody>
      </p:sp>
      <p:sp>
        <p:nvSpPr>
          <p:cNvPr id="7" name="02">
            <a:extLst xmlns:a="http://schemas.openxmlformats.org/drawingml/2006/main">
              <a:ext uri="{FF2B5EF4-FFF2-40B4-BE49-F238E27FC236}">
                <a16:creationId xmlns:a16="http://schemas.microsoft.com/office/drawing/2014/main" id="{A176F59F-7B32-4FAE-827F-6E5C9E717627}"/>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02</a:t>
            </a:r>
          </a:p>
        </p:txBody>
      </p:sp>
      <p:sp>
        <p:nvSpPr>
          <p:cNvPr id="8" name="Chi-square: Σ (observed − expected)² / expected">
            <a:extLst xmlns:a="http://schemas.openxmlformats.org/drawingml/2006/main">
              <a:ext uri="{FF2B5EF4-FFF2-40B4-BE49-F238E27FC236}">
                <a16:creationId xmlns:a16="http://schemas.microsoft.com/office/drawing/2014/main" id="{D325D3DC-7C8A-49A1-9126-8445698A8294}"/>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Chi-square: Σ (observed − expected)² / expected</a:t>
            </a:r>
          </a:p>
        </p:txBody>
      </p:sp>
      <p:sp>
        <p:nvSpPr>
          <p:cNvPr id="9" name="03">
            <a:extLst xmlns:a="http://schemas.openxmlformats.org/drawingml/2006/main">
              <a:ext uri="{FF2B5EF4-FFF2-40B4-BE49-F238E27FC236}">
                <a16:creationId xmlns:a16="http://schemas.microsoft.com/office/drawing/2014/main" id="{DB2604C0-ED60-4269-A99F-9BF652AED1D3}"/>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03</a:t>
            </a:r>
          </a:p>
        </p:txBody>
      </p:sp>
      <p:sp>
        <p:nvSpPr>
          <p:cNvPr id="10" name="Classical ANOVA: MS between / MS within">
            <a:extLst xmlns:a="http://schemas.openxmlformats.org/drawingml/2006/main">
              <a:ext uri="{FF2B5EF4-FFF2-40B4-BE49-F238E27FC236}">
                <a16:creationId xmlns:a16="http://schemas.microsoft.com/office/drawing/2014/main" id="{F0AA5980-4530-425F-97AC-9B9652067A2E}"/>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Classical ANOVA: MS between / MS within</a:t>
            </a:r>
          </a:p>
        </p:txBody>
      </p:sp>
      <p:sp>
        <p:nvSpPr>
          <p:cNvPr id="11" name="04">
            <a:extLst xmlns:a="http://schemas.openxmlformats.org/drawingml/2006/main">
              <a:ext uri="{FF2B5EF4-FFF2-40B4-BE49-F238E27FC236}">
                <a16:creationId xmlns:a16="http://schemas.microsoft.com/office/drawing/2014/main" id="{9A1ED3CF-F253-4D65-8658-2A8275128AC4}"/>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04</a:t>
            </a:r>
          </a:p>
        </p:txBody>
      </p:sp>
      <p:sp>
        <p:nvSpPr>
          <p:cNvPr id="12" name="Holm: control the three prespecified primary questions">
            <a:extLst xmlns:a="http://schemas.openxmlformats.org/drawingml/2006/main">
              <a:ext uri="{FF2B5EF4-FFF2-40B4-BE49-F238E27FC236}">
                <a16:creationId xmlns:a16="http://schemas.microsoft.com/office/drawing/2014/main" id="{99F09733-9DAE-4EBF-9404-71152D633445}"/>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Holm: control the three prespecified primary questions</a:t>
            </a:r>
          </a:p>
        </p:txBody>
      </p:sp>
    </p:spTree>
    <p:extLst>
      <p:ext uri="{BB962C8B-B14F-4D97-AF65-F5344CB8AC3E}">
        <p14:creationId xmlns:p14="http://schemas.microsoft.com/office/powerpoint/2010/main" val="3172114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36F48A5-2519-4123-94AE-9832E43D9AA8}"/>
              </a:ext>
            </a:extLst>
          </p:cNvPr>
          <p:cNvPicPr>
            <a:picLocks xmlns:a="http://schemas.openxmlformats.org/drawingml/2006/main" noChangeAspect="1"/>
          </p:cNvPicPr>
          <p:nvPr/>
        </p:nvPicPr>
        <p:blipFill>
          <a:blip xmlns:r="http://schemas.openxmlformats.org/officeDocument/2006/relationships" xmlns:a="http://schemas.openxmlformats.org/drawingml/2006/main" r:embed="Rdd10ed379738492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4E9BE70-ABA9-49AE-B7B2-CCC00A15788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regression diagnostics</a:t>
            </a:r>
          </a:p>
        </p:txBody>
      </p:sp>
      <p:sp>
        <p:nvSpPr>
          <p:cNvPr id="3" name="Thin monochrome rule">
            <a:extLst xmlns:a="http://schemas.openxmlformats.org/drawingml/2006/main">
              <a:ext uri="{FF2B5EF4-FFF2-40B4-BE49-F238E27FC236}">
                <a16:creationId xmlns:a16="http://schemas.microsoft.com/office/drawing/2014/main" id="{D4449411-6037-4813-82FE-B04CF5BA338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A18C327E-5502-4B46-A944-F51CA24AAA4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65680E23-8B70-41F9-AF61-D6E2644C8125}"/>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firstRow="0" bandRow="0"/>
              <a:tblGrid>
                <a:gridCol w="3800475"/>
                <a:gridCol w="7058025"/>
              </a:tblGrid>
              <a:tr h="555625">
                <a:tc>
                  <a:txBody>
                    <a:bodyPr wrap="square" lIns="85725" tIns="85725" rIns="85725" bIns="85725">
                      <a:noAutofit/>
                    </a:bodyPr>
                    <a:lstStyle/>
                    <a:p>
                      <a:pPr algn="l"/>
                      <a:r>
                        <a:rPr sz="2100" b="1">
                          <a:solidFill>
                            <a:srgbClr val="000000"/>
                          </a:solidFill>
                          <a:latin typeface="Arial"/>
                          <a:ea typeface="Arial"/>
                          <a:cs typeface="Arial"/>
                        </a:rPr>
                        <a:t>Check</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Observed evidence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Design rank</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 / 10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Breusch–Pagan 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1.44e-78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Cook &gt; 4/n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212 training records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Full coefficient covariance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HC3; numeric slopes per training SD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Sensitivity design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Filter inner train; keep validation unchanged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he primary model retains influential observations; sen">
            <a:extLst xmlns:a="http://schemas.openxmlformats.org/drawingml/2006/main">
              <a:ext uri="{FF2B5EF4-FFF2-40B4-BE49-F238E27FC236}">
                <a16:creationId xmlns:a16="http://schemas.microsoft.com/office/drawing/2014/main" id="{9D98A254-08EC-4F02-A756-EDBC87516C1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primary model retains influential observations; sensitivity is reported separately.</a:t>
            </a:r>
          </a:p>
        </p:txBody>
      </p:sp>
    </p:spTree>
    <p:extLst>
      <p:ext uri="{BB962C8B-B14F-4D97-AF65-F5344CB8AC3E}">
        <p14:creationId xmlns:p14="http://schemas.microsoft.com/office/powerpoint/2010/main" val="8904830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9912AEF-205E-4314-8E84-ACE69525291E}"/>
              </a:ext>
            </a:extLst>
          </p:cNvPr>
          <p:cNvPicPr>
            <a:picLocks xmlns:a="http://schemas.openxmlformats.org/drawingml/2006/main" noChangeAspect="1"/>
          </p:cNvPicPr>
          <p:nvPr/>
        </p:nvPicPr>
        <p:blipFill>
          <a:blip xmlns:r="http://schemas.openxmlformats.org/officeDocument/2006/relationships" xmlns:a="http://schemas.openxmlformats.org/drawingml/2006/main" r:embed="R6cd517dc2e91487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58F53D4-6DC7-4F6B-85D2-12AF85D17F7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B0CDDA20-4CC5-45D8-9429-BF230BE5517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91A50E81-A9E4-4BC8-B4FE-6DC7C200C92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Nash et al. (1994). Abalone. UCI Machine Learning Repos">
            <a:extLst xmlns:a="http://schemas.openxmlformats.org/drawingml/2006/main">
              <a:ext uri="{FF2B5EF4-FFF2-40B4-BE49-F238E27FC236}">
                <a16:creationId xmlns:a16="http://schemas.microsoft.com/office/drawing/2014/main" id="{5223F968-4D61-4B56-8138-686D80917056}"/>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Nash et al. (1994). Abalone. UCI Machine Learning Repository.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https://doi.org/10.24432/C55C7W</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SciPy 1.15.3 — statistical tests and goodness of fit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https://docs.scipy.org/doc/scipy-1.15.3/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Statsmodels — Welch ANOVA, HC3 and influence</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https://www.statsmodels.org/</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Scikit-learn 1.6 — preprocessing and validation</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https://scikit-learn.org/1.6/</a:t>
            </a:r>
          </a:p>
        </p:txBody>
      </p:sp>
      <p:sp>
        <p:nvSpPr>
          <p:cNvPr id="6" name="Public dataset reused with attribution under CC BY 4.0.">
            <a:extLst xmlns:a="http://schemas.openxmlformats.org/drawingml/2006/main">
              <a:ext uri="{FF2B5EF4-FFF2-40B4-BE49-F238E27FC236}">
                <a16:creationId xmlns:a16="http://schemas.microsoft.com/office/drawing/2014/main" id="{9791EA33-CFBA-4F0B-8D4A-727DFBF5C67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Public dataset reused with attribution under CC BY 4.0.</a:t>
            </a:r>
          </a:p>
        </p:txBody>
      </p:sp>
    </p:spTree>
    <p:extLst>
      <p:ext uri="{BB962C8B-B14F-4D97-AF65-F5344CB8AC3E}">
        <p14:creationId xmlns:p14="http://schemas.microsoft.com/office/powerpoint/2010/main" val="1124236233"/>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2026-10-20T11:00:43.4670000Z</dcterms:created>
  <dcterms:modified xsi:type="dcterms:W3CDTF">2026-10-20T11:00:43.4670000Z</dcterms:modified>
</coreProperties>
</file>