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6a2a86bdfa4f58" /><Relationship Type="http://schemas.openxmlformats.org/officeDocument/2006/relationships/extended-properties" Target="/docProps/app.xml" Id="R1e1621236e2e400f" /><Relationship Type="http://schemas.openxmlformats.org/officeDocument/2006/relationships/officeDocument" Target="/ppt/presentation.xml" Id="R6f8c544dc2094622" /></Relationships>
</file>

<file path=ppt/presentation.xml><?xml version="1.0" encoding="utf-8"?>
<p:presentation xmlns:p="http://schemas.openxmlformats.org/presentationml/2006/main">
  <p:sldMasterIdLst>
    <p:sldMasterId xmlns:r="http://schemas.openxmlformats.org/officeDocument/2006/relationships" id="2147483648" r:id="R032d2f1c34ee45f0"/>
  </p:sldMasterIdLst>
  <p:notesMasterIdLst>
    <p:notesMasterId xmlns:r="http://schemas.openxmlformats.org/officeDocument/2006/relationships" r:id="R1aed72c1c5d54bbd"/>
  </p:notesMasterIdLst>
  <p:sldIdLst>
    <p:sldId xmlns:r="http://schemas.openxmlformats.org/officeDocument/2006/relationships" id="256" r:id="Ra5ea82fd1c6540c7"/>
    <p:sldId xmlns:r="http://schemas.openxmlformats.org/officeDocument/2006/relationships" id="257" r:id="R9eb7c11ef33c40fb"/>
    <p:sldId xmlns:r="http://schemas.openxmlformats.org/officeDocument/2006/relationships" id="258" r:id="Ra72c690651ab4442"/>
    <p:sldId xmlns:r="http://schemas.openxmlformats.org/officeDocument/2006/relationships" id="259" r:id="Rd2ae9dfbdae84468"/>
    <p:sldId xmlns:r="http://schemas.openxmlformats.org/officeDocument/2006/relationships" id="260" r:id="R4bed340ed5a841eb"/>
    <p:sldId xmlns:r="http://schemas.openxmlformats.org/officeDocument/2006/relationships" id="261" r:id="R6f42481ef9dd4466"/>
    <p:sldId xmlns:r="http://schemas.openxmlformats.org/officeDocument/2006/relationships" id="262" r:id="Rc703f42da6424dcd"/>
    <p:sldId xmlns:r="http://schemas.openxmlformats.org/officeDocument/2006/relationships" id="263" r:id="Rac2ba678181e4aed"/>
    <p:sldId xmlns:r="http://schemas.openxmlformats.org/officeDocument/2006/relationships" id="264" r:id="Rdc06f831c4f443af"/>
    <p:sldId xmlns:r="http://schemas.openxmlformats.org/officeDocument/2006/relationships" id="265" r:id="R5de30c43592f4235"/>
    <p:sldId xmlns:r="http://schemas.openxmlformats.org/officeDocument/2006/relationships" id="266" r:id="Rebc6ef622396408b"/>
    <p:sldId xmlns:r="http://schemas.openxmlformats.org/officeDocument/2006/relationships" id="267" r:id="R76453ddba5134b6e"/>
    <p:sldId xmlns:r="http://schemas.openxmlformats.org/officeDocument/2006/relationships" id="268" r:id="Rbfad3e7c34094e75"/>
    <p:sldId xmlns:r="http://schemas.openxmlformats.org/officeDocument/2006/relationships" id="269" r:id="R5740d294340b4766"/>
    <p:sldId xmlns:r="http://schemas.openxmlformats.org/officeDocument/2006/relationships" id="270" r:id="R64cbfe58b9a247c6"/>
    <p:sldId xmlns:r="http://schemas.openxmlformats.org/officeDocument/2006/relationships" id="271" r:id="R19fd7708d6a24f2a"/>
    <p:sldId xmlns:r="http://schemas.openxmlformats.org/officeDocument/2006/relationships" id="272" r:id="R08a7c1b83e594dd6"/>
    <p:sldId xmlns:r="http://schemas.openxmlformats.org/officeDocument/2006/relationships" id="273" r:id="Rf8e517633b9c434c"/>
    <p:sldId xmlns:r="http://schemas.openxmlformats.org/officeDocument/2006/relationships" id="274" r:id="Rea1229e5cc8f4f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f51352a91b4016" /><Relationship Type="http://schemas.openxmlformats.org/officeDocument/2006/relationships/slideMaster" Target="/ppt/slideMasters/slideMaster1.xml" Id="R032d2f1c34ee45f0" /><Relationship Type="http://schemas.openxmlformats.org/officeDocument/2006/relationships/notesMaster" Target="/ppt/notesMasters/notesMaster1.xml" Id="R1aed72c1c5d54bbd" /><Relationship Type="http://schemas.openxmlformats.org/officeDocument/2006/relationships/presProps" Target="/ppt/presProps.xml" Id="Rfffbbeb286a448f1" /><Relationship Type="http://schemas.openxmlformats.org/officeDocument/2006/relationships/tableStyles" Target="/ppt/tableStyles.xml" Id="Rd2e5264811b74af0" /><Relationship Type="http://schemas.openxmlformats.org/officeDocument/2006/relationships/slide" Target="/ppt/slides/slide1.xml" Id="Ra5ea82fd1c6540c7" /><Relationship Type="http://schemas.openxmlformats.org/officeDocument/2006/relationships/slide" Target="/ppt/slides/slide2.xml" Id="R9eb7c11ef33c40fb" /><Relationship Type="http://schemas.openxmlformats.org/officeDocument/2006/relationships/slide" Target="/ppt/slides/slide3.xml" Id="Ra72c690651ab4442" /><Relationship Type="http://schemas.openxmlformats.org/officeDocument/2006/relationships/slide" Target="/ppt/slides/slide4.xml" Id="Rd2ae9dfbdae84468" /><Relationship Type="http://schemas.openxmlformats.org/officeDocument/2006/relationships/slide" Target="/ppt/slides/slide5.xml" Id="R4bed340ed5a841eb" /><Relationship Type="http://schemas.openxmlformats.org/officeDocument/2006/relationships/slide" Target="/ppt/slides/slide6.xml" Id="R6f42481ef9dd4466" /><Relationship Type="http://schemas.openxmlformats.org/officeDocument/2006/relationships/slide" Target="/ppt/slides/slide7.xml" Id="Rc703f42da6424dcd" /><Relationship Type="http://schemas.openxmlformats.org/officeDocument/2006/relationships/slide" Target="/ppt/slides/slide8.xml" Id="Rac2ba678181e4aed" /><Relationship Type="http://schemas.openxmlformats.org/officeDocument/2006/relationships/slide" Target="/ppt/slides/slide9.xml" Id="Rdc06f831c4f443af" /><Relationship Type="http://schemas.openxmlformats.org/officeDocument/2006/relationships/slide" Target="/ppt/slides/slide10.xml" Id="R5de30c43592f4235" /><Relationship Type="http://schemas.openxmlformats.org/officeDocument/2006/relationships/slide" Target="/ppt/slides/slide11.xml" Id="Rebc6ef622396408b" /><Relationship Type="http://schemas.openxmlformats.org/officeDocument/2006/relationships/slide" Target="/ppt/slides/slide12.xml" Id="R76453ddba5134b6e" /><Relationship Type="http://schemas.openxmlformats.org/officeDocument/2006/relationships/slide" Target="/ppt/slides/slide13.xml" Id="Rbfad3e7c34094e75" /><Relationship Type="http://schemas.openxmlformats.org/officeDocument/2006/relationships/slide" Target="/ppt/slides/slide14.xml" Id="R5740d294340b4766" /><Relationship Type="http://schemas.openxmlformats.org/officeDocument/2006/relationships/slide" Target="/ppt/slides/slide15.xml" Id="R64cbfe58b9a247c6" /><Relationship Type="http://schemas.openxmlformats.org/officeDocument/2006/relationships/slide" Target="/ppt/slides/slide16.xml" Id="R19fd7708d6a24f2a" /><Relationship Type="http://schemas.openxmlformats.org/officeDocument/2006/relationships/slide" Target="/ppt/slides/slide17.xml" Id="R08a7c1b83e594dd6" /><Relationship Type="http://schemas.openxmlformats.org/officeDocument/2006/relationships/slide" Target="/ppt/slides/slide18.xml" Id="Rf8e517633b9c434c" /><Relationship Type="http://schemas.openxmlformats.org/officeDocument/2006/relationships/slide" Target="/ppt/slides/slide19.xml" Id="Rea1229e5cc8f4f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1ad77d50a541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a7e49bbea749e0" /><Relationship Type="http://schemas.openxmlformats.org/officeDocument/2006/relationships/notesMaster" Target="/ppt/notesMasters/notesMaster1.xml" Id="Re833932e44ac49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831cfe09374e29" /><Relationship Type="http://schemas.openxmlformats.org/officeDocument/2006/relationships/notesMaster" Target="/ppt/notesMasters/notesMaster1.xml" Id="Rda7ebe5638bf49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ed2abd9ab24d09" /><Relationship Type="http://schemas.openxmlformats.org/officeDocument/2006/relationships/notesMaster" Target="/ppt/notesMasters/notesMaster1.xml" Id="Re9f1e3e3e60b41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1fef9e95c1407f" /><Relationship Type="http://schemas.openxmlformats.org/officeDocument/2006/relationships/notesMaster" Target="/ppt/notesMasters/notesMaster1.xml" Id="Re9f6c1045d6c4f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ec3eda92574e62" /><Relationship Type="http://schemas.openxmlformats.org/officeDocument/2006/relationships/notesMaster" Target="/ppt/notesMasters/notesMaster1.xml" Id="Rb463e75f8a6d4f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f70364a3e14f27" /><Relationship Type="http://schemas.openxmlformats.org/officeDocument/2006/relationships/notesMaster" Target="/ppt/notesMasters/notesMaster1.xml" Id="R83ca46b417b744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b99fdf9041438b" /><Relationship Type="http://schemas.openxmlformats.org/officeDocument/2006/relationships/notesMaster" Target="/ppt/notesMasters/notesMaster1.xml" Id="R9e70eab2cf5548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83e553ffaf41c2" /><Relationship Type="http://schemas.openxmlformats.org/officeDocument/2006/relationships/notesMaster" Target="/ppt/notesMasters/notesMaster1.xml" Id="R27388d5078284a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5fc7dbad244c40" /><Relationship Type="http://schemas.openxmlformats.org/officeDocument/2006/relationships/notesMaster" Target="/ppt/notesMasters/notesMaster1.xml" Id="Ra90535f7554d44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7c914134844032" /><Relationship Type="http://schemas.openxmlformats.org/officeDocument/2006/relationships/notesMaster" Target="/ppt/notesMasters/notesMaster1.xml" Id="R04790ca3f0a14c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7ad04b9c93450d" /><Relationship Type="http://schemas.openxmlformats.org/officeDocument/2006/relationships/notesMaster" Target="/ppt/notesMasters/notesMaster1.xml" Id="Rfefe3ee97ac340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7b63761e3c4b33" /><Relationship Type="http://schemas.openxmlformats.org/officeDocument/2006/relationships/notesMaster" Target="/ppt/notesMasters/notesMaster1.xml" Id="R7f40028142894f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3e948ab0494497" /><Relationship Type="http://schemas.openxmlformats.org/officeDocument/2006/relationships/notesMaster" Target="/ppt/notesMasters/notesMaster1.xml" Id="R560a586c840946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b120a6ba5c4e06" /><Relationship Type="http://schemas.openxmlformats.org/officeDocument/2006/relationships/notesMaster" Target="/ppt/notesMasters/notesMaster1.xml" Id="R549ab41b3a704d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b5456339a647b6" /><Relationship Type="http://schemas.openxmlformats.org/officeDocument/2006/relationships/notesMaster" Target="/ppt/notesMasters/notesMaster1.xml" Id="R5a75e69c9fb24a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af803f8ac44270" /><Relationship Type="http://schemas.openxmlformats.org/officeDocument/2006/relationships/notesMaster" Target="/ppt/notesMasters/notesMaster1.xml" Id="R9d731cead7004e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d0cb8536fa453a" /><Relationship Type="http://schemas.openxmlformats.org/officeDocument/2006/relationships/notesMaster" Target="/ppt/notesMasters/notesMaster1.xml" Id="R046fdb917e8644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9db35812b743cb" /><Relationship Type="http://schemas.openxmlformats.org/officeDocument/2006/relationships/notesMaster" Target="/ppt/notesMasters/notesMaster1.xml" Id="R2211501306c74f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42ac9791d4496b" /><Relationship Type="http://schemas.openxmlformats.org/officeDocument/2006/relationships/notesMaster" Target="/ppt/notesMasters/notesMaster1.xml" Id="Rd1ff099b674941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c682f3570345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cb2ae6f15c45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8b1edb8da742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aa54a02dc647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1e5114562b43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b24369c32249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8C581D-F647-4BA7-AFBE-3A877F2870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379D85-E31D-4DAD-AF28-8E0C2DC543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78B2B3-5E86-4F9E-88A2-E27ECA725E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F5EB35-927B-47A0-8A87-656442ECC3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554639-FE09-428E-9941-0A4905088B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02D192-A6D9-4DFD-9DC8-13EF4954BA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7493A9-348D-4CAE-A9CD-BE6848D722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9D44F1-0260-48B0-A337-E359A302BC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3E94FC-4476-4A9E-A593-B074A781AD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4089F1-91FC-4C9F-B669-B3FF9D01DE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a40d7272d1495a" /><Relationship Type="http://schemas.openxmlformats.org/officeDocument/2006/relationships/slideLayout" Target="/ppt/slideLayouts/slideLayout1.xml" Id="Rc06e0fb4e8ff482e" /><Relationship Type="http://schemas.openxmlformats.org/officeDocument/2006/relationships/slideLayout" Target="/ppt/slideLayouts/slideLayout2.xml" Id="R5412cab7affc4063" /><Relationship Type="http://schemas.openxmlformats.org/officeDocument/2006/relationships/slideLayout" Target="/ppt/slideLayouts/slideLayout3.xml" Id="R33d446516c2c4e8a" /><Relationship Type="http://schemas.openxmlformats.org/officeDocument/2006/relationships/slideLayout" Target="/ppt/slideLayouts/slideLayout4.xml" Id="R5a2ba4809cf844ba" /><Relationship Type="http://schemas.openxmlformats.org/officeDocument/2006/relationships/slideLayout" Target="/ppt/slideLayouts/slideLayout5.xml" Id="Rd6b1ce5cb80c409b" /><Relationship Type="http://schemas.openxmlformats.org/officeDocument/2006/relationships/slideLayout" Target="/ppt/slideLayouts/slideLayout6.xml" Id="Ref65b1e0acda41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6e0fb4e8ff482e"/>
    <p:sldLayoutId xmlns:r="http://schemas.openxmlformats.org/officeDocument/2006/relationships" id="2147483650" r:id="R5412cab7affc4063"/>
    <p:sldLayoutId xmlns:r="http://schemas.openxmlformats.org/officeDocument/2006/relationships" id="2147483651" r:id="R33d446516c2c4e8a"/>
    <p:sldLayoutId xmlns:r="http://schemas.openxmlformats.org/officeDocument/2006/relationships" id="2147483652" r:id="R5a2ba4809cf844ba"/>
    <p:sldLayoutId xmlns:r="http://schemas.openxmlformats.org/officeDocument/2006/relationships" id="2147483653" r:id="Rd6b1ce5cb80c409b"/>
    <p:sldLayoutId xmlns:r="http://schemas.openxmlformats.org/officeDocument/2006/relationships" id="2147483654" r:id="Ref65b1e0acda41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945f2c7d334abd" /><Relationship Type="http://schemas.openxmlformats.org/officeDocument/2006/relationships/image" Target="/ppt/media/image.png" Id="R12814317992d4326" /><Relationship Type="http://schemas.openxmlformats.org/officeDocument/2006/relationships/notesSlide" Target="/ppt/notesSlides/notesSlide1.xml" Id="R128c594a69d84a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90c3eab33b4374" /><Relationship Type="http://schemas.openxmlformats.org/officeDocument/2006/relationships/image" Target="/ppt/media/image2.png" Id="R301045834c9f486d" /><Relationship Type="http://schemas.openxmlformats.org/officeDocument/2006/relationships/notesSlide" Target="/ppt/notesSlides/notesSlide2.xml" Id="R7f859424f65e4c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acdc950dc14db4" /><Relationship Type="http://schemas.openxmlformats.org/officeDocument/2006/relationships/image" Target="/ppt/media/image3.png" Id="Rf7b2db985a164f26" /><Relationship Type="http://schemas.openxmlformats.org/officeDocument/2006/relationships/notesSlide" Target="/ppt/notesSlides/notesSlide3.xml" Id="R0dcfb51eaaa548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833e8f4fc0495e" /><Relationship Type="http://schemas.openxmlformats.org/officeDocument/2006/relationships/image" Target="/ppt/media/image4.png" Id="Rd875531513504cc9" /><Relationship Type="http://schemas.openxmlformats.org/officeDocument/2006/relationships/notesSlide" Target="/ppt/notesSlides/notesSlide4.xml" Id="Rc980bc9269a34b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a85d73a1d3484b" /><Relationship Type="http://schemas.openxmlformats.org/officeDocument/2006/relationships/image" Target="/ppt/media/image5.png" Id="R31ad41ab34e54882" /><Relationship Type="http://schemas.openxmlformats.org/officeDocument/2006/relationships/chart" Target="/ppt/slides/charts/chart1.xml" Id="R67858c4bddbf4df4" /><Relationship Type="http://schemas.openxmlformats.org/officeDocument/2006/relationships/notesSlide" Target="/ppt/notesSlides/notesSlide5.xml" Id="R6eba586350314e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033c76e7b64f3c" /><Relationship Type="http://schemas.openxmlformats.org/officeDocument/2006/relationships/image" Target="/ppt/media/image6.png" Id="Rc1311b5ee2ef4a89" /><Relationship Type="http://schemas.openxmlformats.org/officeDocument/2006/relationships/chart" Target="/ppt/slides/charts/chart2.xml" Id="R99bbe39d34a84516" /><Relationship Type="http://schemas.openxmlformats.org/officeDocument/2006/relationships/notesSlide" Target="/ppt/notesSlides/notesSlide6.xml" Id="R5df9937d65b044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a50101355d4aa6" /><Relationship Type="http://schemas.openxmlformats.org/officeDocument/2006/relationships/image" Target="/ppt/media/image7.png" Id="Rd764a18d64f34179" /><Relationship Type="http://schemas.openxmlformats.org/officeDocument/2006/relationships/chart" Target="/ppt/slides/charts/chart3.xml" Id="R0162cf51c0a049b8" /><Relationship Type="http://schemas.openxmlformats.org/officeDocument/2006/relationships/notesSlide" Target="/ppt/notesSlides/notesSlide7.xml" Id="R979f81b4f68440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36fe1a23204072" /><Relationship Type="http://schemas.openxmlformats.org/officeDocument/2006/relationships/image" Target="/ppt/media/image8.png" Id="R6ac34bdec5964975" /><Relationship Type="http://schemas.openxmlformats.org/officeDocument/2006/relationships/chart" Target="/ppt/slides/charts/chart4.xml" Id="R153d6a517d8947a6" /><Relationship Type="http://schemas.openxmlformats.org/officeDocument/2006/relationships/notesSlide" Target="/ppt/notesSlides/notesSlide8.xml" Id="R9a2628928ab24b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ecf7cfd4b84652" /><Relationship Type="http://schemas.openxmlformats.org/officeDocument/2006/relationships/image" Target="/ppt/media/image9.png" Id="Rd78fc85563b643a1" /><Relationship Type="http://schemas.openxmlformats.org/officeDocument/2006/relationships/notesSlide" Target="/ppt/notesSlides/notesSlide9.xml" Id="R4e15981fdaa846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278e75e21a4a2a" /><Relationship Type="http://schemas.openxmlformats.org/officeDocument/2006/relationships/image" Target="/ppt/media/image10.png" Id="Rd15ca16f3be54e87" /><Relationship Type="http://schemas.openxmlformats.org/officeDocument/2006/relationships/notesSlide" Target="/ppt/notesSlides/notesSlide10.xml" Id="R038023d212d949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d4c2c79c9684401" /><Relationship Type="http://schemas.openxmlformats.org/officeDocument/2006/relationships/image" Target="/ppt/media/image11.png" Id="R27ba4de37cad40d7" /><Relationship Type="http://schemas.openxmlformats.org/officeDocument/2006/relationships/notesSlide" Target="/ppt/notesSlides/notesSlide11.xml" Id="Rdcb4f515f5c94b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843cdb3844b4a6e" /><Relationship Type="http://schemas.openxmlformats.org/officeDocument/2006/relationships/image" Target="/ppt/media/image12.png" Id="Rf113859c30544e78" /><Relationship Type="http://schemas.openxmlformats.org/officeDocument/2006/relationships/chart" Target="/ppt/slides/charts/chart5.xml" Id="Re311dfaf613e48df" /><Relationship Type="http://schemas.openxmlformats.org/officeDocument/2006/relationships/notesSlide" Target="/ppt/notesSlides/notesSlide12.xml" Id="Re0dd56a6b2364c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de9951acaf4717" /><Relationship Type="http://schemas.openxmlformats.org/officeDocument/2006/relationships/image" Target="/ppt/media/image13.png" Id="Rb806571d81684a85" /><Relationship Type="http://schemas.openxmlformats.org/officeDocument/2006/relationships/notesSlide" Target="/ppt/notesSlides/notesSlide13.xml" Id="R80cb11a9ca8b40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002f6133d64cbf" /><Relationship Type="http://schemas.openxmlformats.org/officeDocument/2006/relationships/image" Target="/ppt/media/image14.png" Id="R8304afa7a2f441b0" /><Relationship Type="http://schemas.openxmlformats.org/officeDocument/2006/relationships/chart" Target="/ppt/slides/charts/chart6.xml" Id="Read80e86934048ae" /><Relationship Type="http://schemas.openxmlformats.org/officeDocument/2006/relationships/notesSlide" Target="/ppt/notesSlides/notesSlide14.xml" Id="Raf4c5dd6cb2d4b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9e5953373c4f89" /><Relationship Type="http://schemas.openxmlformats.org/officeDocument/2006/relationships/image" Target="/ppt/media/image15.png" Id="R2db49fec4cd644e2" /><Relationship Type="http://schemas.openxmlformats.org/officeDocument/2006/relationships/notesSlide" Target="/ppt/notesSlides/notesSlide15.xml" Id="R6d538498790b44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b826e250104551" /><Relationship Type="http://schemas.openxmlformats.org/officeDocument/2006/relationships/image" Target="/ppt/media/image16.png" Id="Ra22592d03d8a4a64" /><Relationship Type="http://schemas.openxmlformats.org/officeDocument/2006/relationships/notesSlide" Target="/ppt/notesSlides/notesSlide16.xml" Id="Rdbf51bbc4bd64f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bceafbab7ba4157" /><Relationship Type="http://schemas.openxmlformats.org/officeDocument/2006/relationships/image" Target="/ppt/media/image17.png" Id="Rfa6653fa0b8e4130" /><Relationship Type="http://schemas.openxmlformats.org/officeDocument/2006/relationships/notesSlide" Target="/ppt/notesSlides/notesSlide17.xml" Id="R4c31f8d5dd2148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2f1cadce4b4542" /><Relationship Type="http://schemas.openxmlformats.org/officeDocument/2006/relationships/image" Target="/ppt/media/image18.png" Id="Rb06473c46c00486f" /><Relationship Type="http://schemas.openxmlformats.org/officeDocument/2006/relationships/notesSlide" Target="/ppt/notesSlides/notesSlide18.xml" Id="Recbbd224418e41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4d8b1efd0b4c1b" /><Relationship Type="http://schemas.openxmlformats.org/officeDocument/2006/relationships/image" Target="/ppt/media/image19.png" Id="Ra2aa11d3bbaa4573" /><Relationship Type="http://schemas.openxmlformats.org/officeDocument/2006/relationships/notesSlide" Target="/ppt/notesSlides/notesSlide19.xml" Id="R3c4d77649b124e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888888"/>
            </a:solidFill>
            <a:ln xmlns:a="http://schemas.openxmlformats.org/drawingml/2006/main" w="19050">
              <a:solidFill>
                <a:srgbClr val="888888"/>
              </a:solidFill>
              <a:prstDash val="solid"/>
            </a:ln>
          </c:spPr>
          <c:marker>
            <c:symbol val="none"/>
          </c:marker>
          <c:xVal>
            <c:numRef>
              <c:f>'Chart Data'!$A$2:$A$151</c:f>
              <c:numCache>
                <c:formatCode>General</c:formatCode>
                <c:ptCount val="150"/>
                <c:pt idx="0">
                  <c:v>0.1437</c:v>
                </c:pt>
                <c:pt idx="1">
                  <c:v>0.1437</c:v>
                </c:pt>
                <c:pt idx="2">
                  <c:v>0.1437</c:v>
                </c:pt>
                <c:pt idx="3">
                  <c:v>0.1437</c:v>
                </c:pt>
                <c:pt idx="4">
                  <c:v>0.1437</c:v>
                </c:pt>
                <c:pt idx="5">
                  <c:v>0.1437</c:v>
                </c:pt>
                <c:pt idx="6">
                  <c:v>0.1711</c:v>
                </c:pt>
                <c:pt idx="7">
                  <c:v>0.1711</c:v>
                </c:pt>
                <c:pt idx="8">
                  <c:v>0.1711</c:v>
                </c:pt>
                <c:pt idx="9">
                  <c:v>0.1711</c:v>
                </c:pt>
                <c:pt idx="10">
                  <c:v>0.1711</c:v>
                </c:pt>
                <c:pt idx="11">
                  <c:v>0.1711</c:v>
                </c:pt>
                <c:pt idx="12">
                  <c:v>0.1985</c:v>
                </c:pt>
                <c:pt idx="13">
                  <c:v>0.1985</c:v>
                </c:pt>
                <c:pt idx="14">
                  <c:v>0.1985</c:v>
                </c:pt>
                <c:pt idx="15">
                  <c:v>0.1985</c:v>
                </c:pt>
                <c:pt idx="16">
                  <c:v>0.1985</c:v>
                </c:pt>
                <c:pt idx="17">
                  <c:v>0.1985</c:v>
                </c:pt>
                <c:pt idx="18">
                  <c:v>0.2259</c:v>
                </c:pt>
                <c:pt idx="19">
                  <c:v>0.2259</c:v>
                </c:pt>
                <c:pt idx="20">
                  <c:v>0.2259</c:v>
                </c:pt>
                <c:pt idx="21">
                  <c:v>0.2259</c:v>
                </c:pt>
                <c:pt idx="22">
                  <c:v>0.2259</c:v>
                </c:pt>
                <c:pt idx="23">
                  <c:v>0.2259</c:v>
                </c:pt>
                <c:pt idx="24">
                  <c:v>0.2533</c:v>
                </c:pt>
                <c:pt idx="25">
                  <c:v>0.2533</c:v>
                </c:pt>
                <c:pt idx="26">
                  <c:v>0.2533</c:v>
                </c:pt>
                <c:pt idx="27">
                  <c:v>0.2533</c:v>
                </c:pt>
                <c:pt idx="28">
                  <c:v>0.2533</c:v>
                </c:pt>
                <c:pt idx="29">
                  <c:v>0.2533</c:v>
                </c:pt>
                <c:pt idx="30">
                  <c:v>0.2807</c:v>
                </c:pt>
                <c:pt idx="31">
                  <c:v>0.2807</c:v>
                </c:pt>
                <c:pt idx="32">
                  <c:v>0.2807</c:v>
                </c:pt>
                <c:pt idx="33">
                  <c:v>0.2807</c:v>
                </c:pt>
                <c:pt idx="34">
                  <c:v>0.2807</c:v>
                </c:pt>
                <c:pt idx="35">
                  <c:v>0.2807</c:v>
                </c:pt>
                <c:pt idx="36">
                  <c:v>0.3081</c:v>
                </c:pt>
                <c:pt idx="37">
                  <c:v>0.3081</c:v>
                </c:pt>
                <c:pt idx="38">
                  <c:v>0.3081</c:v>
                </c:pt>
                <c:pt idx="39">
                  <c:v>0.3081</c:v>
                </c:pt>
                <c:pt idx="40">
                  <c:v>0.3081</c:v>
                </c:pt>
                <c:pt idx="41">
                  <c:v>0.3081</c:v>
                </c:pt>
                <c:pt idx="42">
                  <c:v>0.3355</c:v>
                </c:pt>
                <c:pt idx="43">
                  <c:v>0.3355</c:v>
                </c:pt>
                <c:pt idx="44">
                  <c:v>0.3355</c:v>
                </c:pt>
                <c:pt idx="45">
                  <c:v>0.3355</c:v>
                </c:pt>
                <c:pt idx="46">
                  <c:v>0.3355</c:v>
                </c:pt>
                <c:pt idx="47">
                  <c:v>0.3355</c:v>
                </c:pt>
                <c:pt idx="48">
                  <c:v>0.3629</c:v>
                </c:pt>
                <c:pt idx="49">
                  <c:v>0.3629</c:v>
                </c:pt>
                <c:pt idx="50">
                  <c:v>0.3629</c:v>
                </c:pt>
                <c:pt idx="51">
                  <c:v>0.3629</c:v>
                </c:pt>
                <c:pt idx="52">
                  <c:v>0.3629</c:v>
                </c:pt>
                <c:pt idx="53">
                  <c:v>0.3629</c:v>
                </c:pt>
                <c:pt idx="54">
                  <c:v>0.3903</c:v>
                </c:pt>
                <c:pt idx="55">
                  <c:v>0.3903</c:v>
                </c:pt>
                <c:pt idx="56">
                  <c:v>0.3903</c:v>
                </c:pt>
                <c:pt idx="57">
                  <c:v>0.3903</c:v>
                </c:pt>
                <c:pt idx="58">
                  <c:v>0.3903</c:v>
                </c:pt>
                <c:pt idx="59">
                  <c:v>0.3903</c:v>
                </c:pt>
                <c:pt idx="60">
                  <c:v>0.4177</c:v>
                </c:pt>
                <c:pt idx="61">
                  <c:v>0.4177</c:v>
                </c:pt>
                <c:pt idx="62">
                  <c:v>0.4177</c:v>
                </c:pt>
                <c:pt idx="63">
                  <c:v>0.4177</c:v>
                </c:pt>
                <c:pt idx="64">
                  <c:v>0.4177</c:v>
                </c:pt>
                <c:pt idx="65">
                  <c:v>0.4177</c:v>
                </c:pt>
                <c:pt idx="66">
                  <c:v>0.4451</c:v>
                </c:pt>
                <c:pt idx="67">
                  <c:v>0.4451</c:v>
                </c:pt>
                <c:pt idx="68">
                  <c:v>0.4451</c:v>
                </c:pt>
                <c:pt idx="69">
                  <c:v>0.4451</c:v>
                </c:pt>
                <c:pt idx="70">
                  <c:v>0.4451</c:v>
                </c:pt>
                <c:pt idx="71">
                  <c:v>0.4451</c:v>
                </c:pt>
                <c:pt idx="72">
                  <c:v>0.4725</c:v>
                </c:pt>
                <c:pt idx="73">
                  <c:v>0.4725</c:v>
                </c:pt>
                <c:pt idx="74">
                  <c:v>0.4725</c:v>
                </c:pt>
                <c:pt idx="75">
                  <c:v>0.4725</c:v>
                </c:pt>
                <c:pt idx="76">
                  <c:v>0.4725</c:v>
                </c:pt>
                <c:pt idx="77">
                  <c:v>0.4725</c:v>
                </c:pt>
                <c:pt idx="78">
                  <c:v>0.4999</c:v>
                </c:pt>
                <c:pt idx="79">
                  <c:v>0.4999</c:v>
                </c:pt>
                <c:pt idx="80">
                  <c:v>0.4999</c:v>
                </c:pt>
                <c:pt idx="81">
                  <c:v>0.4999</c:v>
                </c:pt>
                <c:pt idx="82">
                  <c:v>0.4999</c:v>
                </c:pt>
                <c:pt idx="83">
                  <c:v>0.4999</c:v>
                </c:pt>
                <c:pt idx="84">
                  <c:v>0.5273</c:v>
                </c:pt>
                <c:pt idx="85">
                  <c:v>0.5273</c:v>
                </c:pt>
                <c:pt idx="86">
                  <c:v>0.5273</c:v>
                </c:pt>
                <c:pt idx="87">
                  <c:v>0.5273</c:v>
                </c:pt>
                <c:pt idx="88">
                  <c:v>0.5273</c:v>
                </c:pt>
                <c:pt idx="89">
                  <c:v>0.5273</c:v>
                </c:pt>
                <c:pt idx="90">
                  <c:v>0.5547</c:v>
                </c:pt>
                <c:pt idx="91">
                  <c:v>0.5547</c:v>
                </c:pt>
                <c:pt idx="92">
                  <c:v>0.5547</c:v>
                </c:pt>
                <c:pt idx="93">
                  <c:v>0.5547</c:v>
                </c:pt>
                <c:pt idx="94">
                  <c:v>0.5547</c:v>
                </c:pt>
                <c:pt idx="95">
                  <c:v>0.5547</c:v>
                </c:pt>
                <c:pt idx="96">
                  <c:v>0.5821</c:v>
                </c:pt>
                <c:pt idx="97">
                  <c:v>0.5821</c:v>
                </c:pt>
                <c:pt idx="98">
                  <c:v>0.5821</c:v>
                </c:pt>
                <c:pt idx="99">
                  <c:v>0.5821</c:v>
                </c:pt>
                <c:pt idx="100">
                  <c:v>0.5821</c:v>
                </c:pt>
                <c:pt idx="101">
                  <c:v>0.5821</c:v>
                </c:pt>
                <c:pt idx="102">
                  <c:v>0.6095</c:v>
                </c:pt>
                <c:pt idx="103">
                  <c:v>0.6095</c:v>
                </c:pt>
                <c:pt idx="104">
                  <c:v>0.6095</c:v>
                </c:pt>
                <c:pt idx="105">
                  <c:v>0.6095</c:v>
                </c:pt>
                <c:pt idx="106">
                  <c:v>0.6095</c:v>
                </c:pt>
                <c:pt idx="107">
                  <c:v>0.6095</c:v>
                </c:pt>
                <c:pt idx="108">
                  <c:v>0.6369</c:v>
                </c:pt>
                <c:pt idx="109">
                  <c:v>0.6369</c:v>
                </c:pt>
                <c:pt idx="110">
                  <c:v>0.6369</c:v>
                </c:pt>
                <c:pt idx="111">
                  <c:v>0.6369</c:v>
                </c:pt>
                <c:pt idx="112">
                  <c:v>0.6369</c:v>
                </c:pt>
                <c:pt idx="113">
                  <c:v>0.6369</c:v>
                </c:pt>
                <c:pt idx="114">
                  <c:v>0.6643</c:v>
                </c:pt>
                <c:pt idx="115">
                  <c:v>0.6643</c:v>
                </c:pt>
                <c:pt idx="116">
                  <c:v>0.6643</c:v>
                </c:pt>
                <c:pt idx="117">
                  <c:v>0.6643</c:v>
                </c:pt>
                <c:pt idx="118">
                  <c:v>0.6643</c:v>
                </c:pt>
                <c:pt idx="119">
                  <c:v>0.6643</c:v>
                </c:pt>
                <c:pt idx="120">
                  <c:v>0.6917</c:v>
                </c:pt>
                <c:pt idx="121">
                  <c:v>0.6917</c:v>
                </c:pt>
                <c:pt idx="122">
                  <c:v>0.6917</c:v>
                </c:pt>
                <c:pt idx="123">
                  <c:v>0.6917</c:v>
                </c:pt>
                <c:pt idx="124">
                  <c:v>0.6917</c:v>
                </c:pt>
                <c:pt idx="125">
                  <c:v>0.6917</c:v>
                </c:pt>
                <c:pt idx="126">
                  <c:v>0.7191</c:v>
                </c:pt>
                <c:pt idx="127">
                  <c:v>0.7191</c:v>
                </c:pt>
                <c:pt idx="128">
                  <c:v>0.7191</c:v>
                </c:pt>
                <c:pt idx="129">
                  <c:v>0.7191</c:v>
                </c:pt>
                <c:pt idx="130">
                  <c:v>0.7191</c:v>
                </c:pt>
                <c:pt idx="131">
                  <c:v>0.7191</c:v>
                </c:pt>
                <c:pt idx="132">
                  <c:v>0.7465</c:v>
                </c:pt>
                <c:pt idx="133">
                  <c:v>0.7465</c:v>
                </c:pt>
                <c:pt idx="134">
                  <c:v>0.7465</c:v>
                </c:pt>
                <c:pt idx="135">
                  <c:v>0.7465</c:v>
                </c:pt>
                <c:pt idx="136">
                  <c:v>0.7465</c:v>
                </c:pt>
                <c:pt idx="137">
                  <c:v>0.7465</c:v>
                </c:pt>
                <c:pt idx="138">
                  <c:v>0.7739</c:v>
                </c:pt>
                <c:pt idx="139">
                  <c:v>0.7739</c:v>
                </c:pt>
                <c:pt idx="140">
                  <c:v>0.7739</c:v>
                </c:pt>
                <c:pt idx="141">
                  <c:v>0.7739</c:v>
                </c:pt>
                <c:pt idx="142">
                  <c:v>0.7739</c:v>
                </c:pt>
                <c:pt idx="143">
                  <c:v>0.7739</c:v>
                </c:pt>
                <c:pt idx="144">
                  <c:v>0.8013</c:v>
                </c:pt>
                <c:pt idx="145">
                  <c:v>0.8013</c:v>
                </c:pt>
                <c:pt idx="146">
                  <c:v>0.8013</c:v>
                </c:pt>
                <c:pt idx="147">
                  <c:v>0.8013</c:v>
                </c:pt>
                <c:pt idx="148">
                  <c:v>0.8013</c:v>
                </c:pt>
                <c:pt idx="149">
                  <c:v>0.8013</c:v>
                </c:pt>
              </c:numCache>
            </c:numRef>
          </c:xVal>
          <c:yVal>
            <c:numRef>
              <c:f>'Chart Data'!$B$2:$B$151</c:f>
              <c:numCache>
                <c:formatCode>General</c:formatCode>
                <c:ptCount val="150"/>
                <c:pt idx="0">
                  <c:v>0.0983140237308</c:v>
                </c:pt>
                <c:pt idx="1">
                  <c:v>0.0983140237308</c:v>
                </c:pt>
                <c:pt idx="2">
                  <c:v>0.0983140237308</c:v>
                </c:pt>
                <c:pt idx="3">
                  <c:v>0.0983140237308</c:v>
                </c:pt>
                <c:pt idx="4">
                  <c:v>0.0983140237308</c:v>
                </c:pt>
                <c:pt idx="5">
                  <c:v>0.0983140237308</c:v>
                </c:pt>
                <c:pt idx="6">
                  <c:v>0.207551827876</c:v>
                </c:pt>
                <c:pt idx="7">
                  <c:v>0.207551827876</c:v>
                </c:pt>
                <c:pt idx="8">
                  <c:v>0.207551827876</c:v>
                </c:pt>
                <c:pt idx="9">
                  <c:v>0.207551827876</c:v>
                </c:pt>
                <c:pt idx="10">
                  <c:v>0.207551827876</c:v>
                </c:pt>
                <c:pt idx="11">
                  <c:v>0.207551827876</c:v>
                </c:pt>
                <c:pt idx="12">
                  <c:v>0.273094510363</c:v>
                </c:pt>
                <c:pt idx="13">
                  <c:v>0.273094510363</c:v>
                </c:pt>
                <c:pt idx="14">
                  <c:v>0.273094510363</c:v>
                </c:pt>
                <c:pt idx="15">
                  <c:v>0.273094510363</c:v>
                </c:pt>
                <c:pt idx="16">
                  <c:v>0.273094510363</c:v>
                </c:pt>
                <c:pt idx="17">
                  <c:v>0.273094510363</c:v>
                </c:pt>
                <c:pt idx="18">
                  <c:v>0.152932925803</c:v>
                </c:pt>
                <c:pt idx="19">
                  <c:v>0.152932925803</c:v>
                </c:pt>
                <c:pt idx="20">
                  <c:v>0.152932925803</c:v>
                </c:pt>
                <c:pt idx="21">
                  <c:v>0.152932925803</c:v>
                </c:pt>
                <c:pt idx="22">
                  <c:v>0.152932925803</c:v>
                </c:pt>
                <c:pt idx="23">
                  <c:v>0.152932925803</c:v>
                </c:pt>
                <c:pt idx="24">
                  <c:v>0.426027436167</c:v>
                </c:pt>
                <c:pt idx="25">
                  <c:v>0.426027436167</c:v>
                </c:pt>
                <c:pt idx="26">
                  <c:v>0.426027436167</c:v>
                </c:pt>
                <c:pt idx="27">
                  <c:v>0.426027436167</c:v>
                </c:pt>
                <c:pt idx="28">
                  <c:v>0.426027436167</c:v>
                </c:pt>
                <c:pt idx="29">
                  <c:v>0.426027436167</c:v>
                </c:pt>
                <c:pt idx="30">
                  <c:v>0.557112801141</c:v>
                </c:pt>
                <c:pt idx="31">
                  <c:v>0.557112801141</c:v>
                </c:pt>
                <c:pt idx="32">
                  <c:v>0.557112801141</c:v>
                </c:pt>
                <c:pt idx="33">
                  <c:v>0.557112801141</c:v>
                </c:pt>
                <c:pt idx="34">
                  <c:v>0.557112801141</c:v>
                </c:pt>
                <c:pt idx="35">
                  <c:v>0.557112801141</c:v>
                </c:pt>
                <c:pt idx="36">
                  <c:v>0.753740848603</c:v>
                </c:pt>
                <c:pt idx="37">
                  <c:v>0.753740848603</c:v>
                </c:pt>
                <c:pt idx="38">
                  <c:v>0.753740848603</c:v>
                </c:pt>
                <c:pt idx="39">
                  <c:v>0.753740848603</c:v>
                </c:pt>
                <c:pt idx="40">
                  <c:v>0.753740848603</c:v>
                </c:pt>
                <c:pt idx="41">
                  <c:v>0.753740848603</c:v>
                </c:pt>
                <c:pt idx="42">
                  <c:v>0.764664629017</c:v>
                </c:pt>
                <c:pt idx="43">
                  <c:v>0.764664629017</c:v>
                </c:pt>
                <c:pt idx="44">
                  <c:v>0.764664629017</c:v>
                </c:pt>
                <c:pt idx="45">
                  <c:v>0.764664629017</c:v>
                </c:pt>
                <c:pt idx="46">
                  <c:v>0.764664629017</c:v>
                </c:pt>
                <c:pt idx="47">
                  <c:v>0.764664629017</c:v>
                </c:pt>
                <c:pt idx="48">
                  <c:v>1.55117681886</c:v>
                </c:pt>
                <c:pt idx="49">
                  <c:v>1.55117681886</c:v>
                </c:pt>
                <c:pt idx="50">
                  <c:v>1.55117681886</c:v>
                </c:pt>
                <c:pt idx="51">
                  <c:v>1.55117681886</c:v>
                </c:pt>
                <c:pt idx="52">
                  <c:v>1.55117681886</c:v>
                </c:pt>
                <c:pt idx="53">
                  <c:v>1.55117681886</c:v>
                </c:pt>
                <c:pt idx="54">
                  <c:v>1.21253962601</c:v>
                </c:pt>
                <c:pt idx="55">
                  <c:v>1.21253962601</c:v>
                </c:pt>
                <c:pt idx="56">
                  <c:v>1.21253962601</c:v>
                </c:pt>
                <c:pt idx="57">
                  <c:v>1.21253962601</c:v>
                </c:pt>
                <c:pt idx="58">
                  <c:v>1.21253962601</c:v>
                </c:pt>
                <c:pt idx="59">
                  <c:v>1.21253962601</c:v>
                </c:pt>
                <c:pt idx="60">
                  <c:v>1.68226218384</c:v>
                </c:pt>
                <c:pt idx="61">
                  <c:v>1.68226218384</c:v>
                </c:pt>
                <c:pt idx="62">
                  <c:v>1.68226218384</c:v>
                </c:pt>
                <c:pt idx="63">
                  <c:v>1.68226218384</c:v>
                </c:pt>
                <c:pt idx="64">
                  <c:v>1.68226218384</c:v>
                </c:pt>
                <c:pt idx="65">
                  <c:v>1.68226218384</c:v>
                </c:pt>
                <c:pt idx="66">
                  <c:v>1.99905181586</c:v>
                </c:pt>
                <c:pt idx="67">
                  <c:v>1.99905181586</c:v>
                </c:pt>
                <c:pt idx="68">
                  <c:v>1.99905181586</c:v>
                </c:pt>
                <c:pt idx="69">
                  <c:v>1.99905181586</c:v>
                </c:pt>
                <c:pt idx="70">
                  <c:v>1.99905181586</c:v>
                </c:pt>
                <c:pt idx="71">
                  <c:v>1.99905181586</c:v>
                </c:pt>
                <c:pt idx="72">
                  <c:v>2.68724998198</c:v>
                </c:pt>
                <c:pt idx="73">
                  <c:v>2.68724998198</c:v>
                </c:pt>
                <c:pt idx="74">
                  <c:v>2.68724998198</c:v>
                </c:pt>
                <c:pt idx="75">
                  <c:v>2.68724998198</c:v>
                </c:pt>
                <c:pt idx="76">
                  <c:v>2.68724998198</c:v>
                </c:pt>
                <c:pt idx="77">
                  <c:v>2.68724998198</c:v>
                </c:pt>
                <c:pt idx="78">
                  <c:v>2.4796981541</c:v>
                </c:pt>
                <c:pt idx="79">
                  <c:v>2.4796981541</c:v>
                </c:pt>
                <c:pt idx="80">
                  <c:v>2.4796981541</c:v>
                </c:pt>
                <c:pt idx="81">
                  <c:v>2.4796981541</c:v>
                </c:pt>
                <c:pt idx="82">
                  <c:v>2.4796981541</c:v>
                </c:pt>
                <c:pt idx="83">
                  <c:v>2.4796981541</c:v>
                </c:pt>
                <c:pt idx="84">
                  <c:v>3.3099054656</c:v>
                </c:pt>
                <c:pt idx="85">
                  <c:v>3.3099054656</c:v>
                </c:pt>
                <c:pt idx="86">
                  <c:v>3.3099054656</c:v>
                </c:pt>
                <c:pt idx="87">
                  <c:v>3.3099054656</c:v>
                </c:pt>
                <c:pt idx="88">
                  <c:v>3.3099054656</c:v>
                </c:pt>
                <c:pt idx="89">
                  <c:v>3.3099054656</c:v>
                </c:pt>
                <c:pt idx="90">
                  <c:v>2.86203046861</c:v>
                </c:pt>
                <c:pt idx="91">
                  <c:v>2.86203046861</c:v>
                </c:pt>
                <c:pt idx="92">
                  <c:v>2.86203046861</c:v>
                </c:pt>
                <c:pt idx="93">
                  <c:v>2.86203046861</c:v>
                </c:pt>
                <c:pt idx="94">
                  <c:v>2.86203046861</c:v>
                </c:pt>
                <c:pt idx="95">
                  <c:v>2.86203046861</c:v>
                </c:pt>
                <c:pt idx="96">
                  <c:v>4.10734143587</c:v>
                </c:pt>
                <c:pt idx="97">
                  <c:v>4.10734143587</c:v>
                </c:pt>
                <c:pt idx="98">
                  <c:v>4.10734143587</c:v>
                </c:pt>
                <c:pt idx="99">
                  <c:v>4.10734143587</c:v>
                </c:pt>
                <c:pt idx="100">
                  <c:v>4.10734143587</c:v>
                </c:pt>
                <c:pt idx="101">
                  <c:v>4.10734143587</c:v>
                </c:pt>
                <c:pt idx="102">
                  <c:v>3.26621034395</c:v>
                </c:pt>
                <c:pt idx="103">
                  <c:v>3.26621034395</c:v>
                </c:pt>
                <c:pt idx="104">
                  <c:v>3.26621034395</c:v>
                </c:pt>
                <c:pt idx="105">
                  <c:v>3.26621034395</c:v>
                </c:pt>
                <c:pt idx="106">
                  <c:v>3.26621034395</c:v>
                </c:pt>
                <c:pt idx="107">
                  <c:v>3.26621034395</c:v>
                </c:pt>
                <c:pt idx="108">
                  <c:v>3.93256094923</c:v>
                </c:pt>
                <c:pt idx="109">
                  <c:v>3.93256094923</c:v>
                </c:pt>
                <c:pt idx="110">
                  <c:v>3.93256094923</c:v>
                </c:pt>
                <c:pt idx="111">
                  <c:v>3.93256094923</c:v>
                </c:pt>
                <c:pt idx="112">
                  <c:v>3.93256094923</c:v>
                </c:pt>
                <c:pt idx="113">
                  <c:v>3.93256094923</c:v>
                </c:pt>
                <c:pt idx="114">
                  <c:v>1.81334754881</c:v>
                </c:pt>
                <c:pt idx="115">
                  <c:v>1.81334754881</c:v>
                </c:pt>
                <c:pt idx="116">
                  <c:v>1.81334754881</c:v>
                </c:pt>
                <c:pt idx="117">
                  <c:v>1.81334754881</c:v>
                </c:pt>
                <c:pt idx="118">
                  <c:v>1.81334754881</c:v>
                </c:pt>
                <c:pt idx="119">
                  <c:v>1.81334754881</c:v>
                </c:pt>
                <c:pt idx="120">
                  <c:v>1.22346340643</c:v>
                </c:pt>
                <c:pt idx="121">
                  <c:v>1.22346340643</c:v>
                </c:pt>
                <c:pt idx="122">
                  <c:v>1.22346340643</c:v>
                </c:pt>
                <c:pt idx="123">
                  <c:v>1.22346340643</c:v>
                </c:pt>
                <c:pt idx="124">
                  <c:v>1.22346340643</c:v>
                </c:pt>
                <c:pt idx="125">
                  <c:v>1.22346340643</c:v>
                </c:pt>
                <c:pt idx="126">
                  <c:v>0.720969507359</c:v>
                </c:pt>
                <c:pt idx="127">
                  <c:v>0.720969507359</c:v>
                </c:pt>
                <c:pt idx="128">
                  <c:v>0.720969507359</c:v>
                </c:pt>
                <c:pt idx="129">
                  <c:v>0.720969507359</c:v>
                </c:pt>
                <c:pt idx="130">
                  <c:v>0.720969507359</c:v>
                </c:pt>
                <c:pt idx="131">
                  <c:v>0.720969507359</c:v>
                </c:pt>
                <c:pt idx="132">
                  <c:v>0.305865851607</c:v>
                </c:pt>
                <c:pt idx="133">
                  <c:v>0.305865851607</c:v>
                </c:pt>
                <c:pt idx="134">
                  <c:v>0.305865851607</c:v>
                </c:pt>
                <c:pt idx="135">
                  <c:v>0.305865851607</c:v>
                </c:pt>
                <c:pt idx="136">
                  <c:v>0.305865851607</c:v>
                </c:pt>
                <c:pt idx="137">
                  <c:v>0.305865851607</c:v>
                </c:pt>
                <c:pt idx="138">
                  <c:v>0.0873902433163</c:v>
                </c:pt>
                <c:pt idx="139">
                  <c:v>0.0873902433163</c:v>
                </c:pt>
                <c:pt idx="140">
                  <c:v>0.0873902433163</c:v>
                </c:pt>
                <c:pt idx="141">
                  <c:v>0.0873902433163</c:v>
                </c:pt>
                <c:pt idx="142">
                  <c:v>0.0873902433163</c:v>
                </c:pt>
                <c:pt idx="143">
                  <c:v>0.0873902433163</c:v>
                </c:pt>
                <c:pt idx="144">
                  <c:v>0.0218475608291</c:v>
                </c:pt>
                <c:pt idx="145">
                  <c:v>0.0218475608291</c:v>
                </c:pt>
                <c:pt idx="146">
                  <c:v>0.0218475608291</c:v>
                </c:pt>
                <c:pt idx="147">
                  <c:v>0.0218475608291</c:v>
                </c:pt>
                <c:pt idx="148">
                  <c:v>0.0218475608291</c:v>
                </c:pt>
                <c:pt idx="149">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999999"/>
            </a:solidFill>
            <a:ln xmlns:a="http://schemas.openxmlformats.org/drawingml/2006/main" w="19050">
              <a:solidFill>
                <a:srgbClr val="999999"/>
              </a:solidFill>
              <a:prstDash val="solid"/>
            </a:ln>
          </c:spPr>
          <c:marker>
            <c:symbol val="none"/>
          </c:marker>
          <c:xVal>
            <c:numRef>
              <c:f>'Chart Data'!$A$2:$A$151</c:f>
              <c:numCache>
                <c:formatCode>General</c:formatCode>
                <c:ptCount val="150"/>
                <c:pt idx="0">
                  <c:v>0.0668</c:v>
                </c:pt>
                <c:pt idx="1">
                  <c:v>0.0668</c:v>
                </c:pt>
                <c:pt idx="2">
                  <c:v>0.0668</c:v>
                </c:pt>
                <c:pt idx="3">
                  <c:v>0.0668</c:v>
                </c:pt>
                <c:pt idx="4">
                  <c:v>0.0668</c:v>
                </c:pt>
                <c:pt idx="5">
                  <c:v>0.0668</c:v>
                </c:pt>
                <c:pt idx="6">
                  <c:v>0.1794</c:v>
                </c:pt>
                <c:pt idx="7">
                  <c:v>0.1794</c:v>
                </c:pt>
                <c:pt idx="8">
                  <c:v>0.1794</c:v>
                </c:pt>
                <c:pt idx="9">
                  <c:v>0.1794</c:v>
                </c:pt>
                <c:pt idx="10">
                  <c:v>0.1794</c:v>
                </c:pt>
                <c:pt idx="11">
                  <c:v>0.1794</c:v>
                </c:pt>
                <c:pt idx="12">
                  <c:v>0.292</c:v>
                </c:pt>
                <c:pt idx="13">
                  <c:v>0.292</c:v>
                </c:pt>
                <c:pt idx="14">
                  <c:v>0.292</c:v>
                </c:pt>
                <c:pt idx="15">
                  <c:v>0.292</c:v>
                </c:pt>
                <c:pt idx="16">
                  <c:v>0.292</c:v>
                </c:pt>
                <c:pt idx="17">
                  <c:v>0.292</c:v>
                </c:pt>
                <c:pt idx="18">
                  <c:v>0.4046</c:v>
                </c:pt>
                <c:pt idx="19">
                  <c:v>0.4046</c:v>
                </c:pt>
                <c:pt idx="20">
                  <c:v>0.4046</c:v>
                </c:pt>
                <c:pt idx="21">
                  <c:v>0.4046</c:v>
                </c:pt>
                <c:pt idx="22">
                  <c:v>0.4046</c:v>
                </c:pt>
                <c:pt idx="23">
                  <c:v>0.4046</c:v>
                </c:pt>
                <c:pt idx="24">
                  <c:v>0.5172</c:v>
                </c:pt>
                <c:pt idx="25">
                  <c:v>0.5172</c:v>
                </c:pt>
                <c:pt idx="26">
                  <c:v>0.5172</c:v>
                </c:pt>
                <c:pt idx="27">
                  <c:v>0.5172</c:v>
                </c:pt>
                <c:pt idx="28">
                  <c:v>0.5172</c:v>
                </c:pt>
                <c:pt idx="29">
                  <c:v>0.5172</c:v>
                </c:pt>
                <c:pt idx="30">
                  <c:v>0.6298</c:v>
                </c:pt>
                <c:pt idx="31">
                  <c:v>0.6298</c:v>
                </c:pt>
                <c:pt idx="32">
                  <c:v>0.6298</c:v>
                </c:pt>
                <c:pt idx="33">
                  <c:v>0.6298</c:v>
                </c:pt>
                <c:pt idx="34">
                  <c:v>0.6298</c:v>
                </c:pt>
                <c:pt idx="35">
                  <c:v>0.6298</c:v>
                </c:pt>
                <c:pt idx="36">
                  <c:v>0.7424</c:v>
                </c:pt>
                <c:pt idx="37">
                  <c:v>0.7424</c:v>
                </c:pt>
                <c:pt idx="38">
                  <c:v>0.7424</c:v>
                </c:pt>
                <c:pt idx="39">
                  <c:v>0.7424</c:v>
                </c:pt>
                <c:pt idx="40">
                  <c:v>0.7424</c:v>
                </c:pt>
                <c:pt idx="41">
                  <c:v>0.7424</c:v>
                </c:pt>
                <c:pt idx="42">
                  <c:v>0.855</c:v>
                </c:pt>
                <c:pt idx="43">
                  <c:v>0.855</c:v>
                </c:pt>
                <c:pt idx="44">
                  <c:v>0.855</c:v>
                </c:pt>
                <c:pt idx="45">
                  <c:v>0.855</c:v>
                </c:pt>
                <c:pt idx="46">
                  <c:v>0.855</c:v>
                </c:pt>
                <c:pt idx="47">
                  <c:v>0.855</c:v>
                </c:pt>
                <c:pt idx="48">
                  <c:v>0.9676</c:v>
                </c:pt>
                <c:pt idx="49">
                  <c:v>0.9676</c:v>
                </c:pt>
                <c:pt idx="50">
                  <c:v>0.9676</c:v>
                </c:pt>
                <c:pt idx="51">
                  <c:v>0.9676</c:v>
                </c:pt>
                <c:pt idx="52">
                  <c:v>0.9676</c:v>
                </c:pt>
                <c:pt idx="53">
                  <c:v>0.9676</c:v>
                </c:pt>
                <c:pt idx="54">
                  <c:v>1.0802</c:v>
                </c:pt>
                <c:pt idx="55">
                  <c:v>1.0802</c:v>
                </c:pt>
                <c:pt idx="56">
                  <c:v>1.0802</c:v>
                </c:pt>
                <c:pt idx="57">
                  <c:v>1.0802</c:v>
                </c:pt>
                <c:pt idx="58">
                  <c:v>1.0802</c:v>
                </c:pt>
                <c:pt idx="59">
                  <c:v>1.0802</c:v>
                </c:pt>
                <c:pt idx="60">
                  <c:v>1.1928</c:v>
                </c:pt>
                <c:pt idx="61">
                  <c:v>1.1928</c:v>
                </c:pt>
                <c:pt idx="62">
                  <c:v>1.1928</c:v>
                </c:pt>
                <c:pt idx="63">
                  <c:v>1.1928</c:v>
                </c:pt>
                <c:pt idx="64">
                  <c:v>1.1928</c:v>
                </c:pt>
                <c:pt idx="65">
                  <c:v>1.1928</c:v>
                </c:pt>
                <c:pt idx="66">
                  <c:v>1.3054</c:v>
                </c:pt>
                <c:pt idx="67">
                  <c:v>1.3054</c:v>
                </c:pt>
                <c:pt idx="68">
                  <c:v>1.3054</c:v>
                </c:pt>
                <c:pt idx="69">
                  <c:v>1.3054</c:v>
                </c:pt>
                <c:pt idx="70">
                  <c:v>1.3054</c:v>
                </c:pt>
                <c:pt idx="71">
                  <c:v>1.3054</c:v>
                </c:pt>
                <c:pt idx="72">
                  <c:v>1.418</c:v>
                </c:pt>
                <c:pt idx="73">
                  <c:v>1.418</c:v>
                </c:pt>
                <c:pt idx="74">
                  <c:v>1.418</c:v>
                </c:pt>
                <c:pt idx="75">
                  <c:v>1.418</c:v>
                </c:pt>
                <c:pt idx="76">
                  <c:v>1.418</c:v>
                </c:pt>
                <c:pt idx="77">
                  <c:v>1.418</c:v>
                </c:pt>
                <c:pt idx="78">
                  <c:v>1.5306</c:v>
                </c:pt>
                <c:pt idx="79">
                  <c:v>1.5306</c:v>
                </c:pt>
                <c:pt idx="80">
                  <c:v>1.5306</c:v>
                </c:pt>
                <c:pt idx="81">
                  <c:v>1.5306</c:v>
                </c:pt>
                <c:pt idx="82">
                  <c:v>1.5306</c:v>
                </c:pt>
                <c:pt idx="83">
                  <c:v>1.5306</c:v>
                </c:pt>
                <c:pt idx="84">
                  <c:v>1.6432</c:v>
                </c:pt>
                <c:pt idx="85">
                  <c:v>1.6432</c:v>
                </c:pt>
                <c:pt idx="86">
                  <c:v>1.6432</c:v>
                </c:pt>
                <c:pt idx="87">
                  <c:v>1.6432</c:v>
                </c:pt>
                <c:pt idx="88">
                  <c:v>1.6432</c:v>
                </c:pt>
                <c:pt idx="89">
                  <c:v>1.6432</c:v>
                </c:pt>
                <c:pt idx="90">
                  <c:v>1.7558</c:v>
                </c:pt>
                <c:pt idx="91">
                  <c:v>1.7558</c:v>
                </c:pt>
                <c:pt idx="92">
                  <c:v>1.7558</c:v>
                </c:pt>
                <c:pt idx="93">
                  <c:v>1.7558</c:v>
                </c:pt>
                <c:pt idx="94">
                  <c:v>1.7558</c:v>
                </c:pt>
                <c:pt idx="95">
                  <c:v>1.7558</c:v>
                </c:pt>
                <c:pt idx="96">
                  <c:v>1.8684</c:v>
                </c:pt>
                <c:pt idx="97">
                  <c:v>1.8684</c:v>
                </c:pt>
                <c:pt idx="98">
                  <c:v>1.8684</c:v>
                </c:pt>
                <c:pt idx="99">
                  <c:v>1.8684</c:v>
                </c:pt>
                <c:pt idx="100">
                  <c:v>1.8684</c:v>
                </c:pt>
                <c:pt idx="101">
                  <c:v>1.8684</c:v>
                </c:pt>
                <c:pt idx="102">
                  <c:v>1.981</c:v>
                </c:pt>
                <c:pt idx="103">
                  <c:v>1.981</c:v>
                </c:pt>
                <c:pt idx="104">
                  <c:v>1.981</c:v>
                </c:pt>
                <c:pt idx="105">
                  <c:v>1.981</c:v>
                </c:pt>
                <c:pt idx="106">
                  <c:v>1.981</c:v>
                </c:pt>
                <c:pt idx="107">
                  <c:v>1.981</c:v>
                </c:pt>
                <c:pt idx="108">
                  <c:v>2.0936</c:v>
                </c:pt>
                <c:pt idx="109">
                  <c:v>2.0936</c:v>
                </c:pt>
                <c:pt idx="110">
                  <c:v>2.0936</c:v>
                </c:pt>
                <c:pt idx="111">
                  <c:v>2.0936</c:v>
                </c:pt>
                <c:pt idx="112">
                  <c:v>2.0936</c:v>
                </c:pt>
                <c:pt idx="113">
                  <c:v>2.0936</c:v>
                </c:pt>
                <c:pt idx="114">
                  <c:v>2.2062</c:v>
                </c:pt>
                <c:pt idx="115">
                  <c:v>2.2062</c:v>
                </c:pt>
                <c:pt idx="116">
                  <c:v>2.2062</c:v>
                </c:pt>
                <c:pt idx="117">
                  <c:v>2.2062</c:v>
                </c:pt>
                <c:pt idx="118">
                  <c:v>2.2062</c:v>
                </c:pt>
                <c:pt idx="119">
                  <c:v>2.2062</c:v>
                </c:pt>
                <c:pt idx="120">
                  <c:v>2.3188</c:v>
                </c:pt>
                <c:pt idx="121">
                  <c:v>2.3188</c:v>
                </c:pt>
                <c:pt idx="122">
                  <c:v>2.3188</c:v>
                </c:pt>
                <c:pt idx="123">
                  <c:v>2.3188</c:v>
                </c:pt>
                <c:pt idx="124">
                  <c:v>2.3188</c:v>
                </c:pt>
                <c:pt idx="125">
                  <c:v>2.3188</c:v>
                </c:pt>
                <c:pt idx="126">
                  <c:v>2.4314</c:v>
                </c:pt>
                <c:pt idx="127">
                  <c:v>2.4314</c:v>
                </c:pt>
                <c:pt idx="128">
                  <c:v>2.4314</c:v>
                </c:pt>
                <c:pt idx="129">
                  <c:v>2.4314</c:v>
                </c:pt>
                <c:pt idx="130">
                  <c:v>2.4314</c:v>
                </c:pt>
                <c:pt idx="131">
                  <c:v>2.4314</c:v>
                </c:pt>
                <c:pt idx="132">
                  <c:v>2.544</c:v>
                </c:pt>
                <c:pt idx="133">
                  <c:v>2.544</c:v>
                </c:pt>
                <c:pt idx="134">
                  <c:v>2.544</c:v>
                </c:pt>
                <c:pt idx="135">
                  <c:v>2.544</c:v>
                </c:pt>
                <c:pt idx="136">
                  <c:v>2.544</c:v>
                </c:pt>
                <c:pt idx="137">
                  <c:v>2.544</c:v>
                </c:pt>
                <c:pt idx="138">
                  <c:v>2.6566</c:v>
                </c:pt>
                <c:pt idx="139">
                  <c:v>2.6566</c:v>
                </c:pt>
                <c:pt idx="140">
                  <c:v>2.6566</c:v>
                </c:pt>
                <c:pt idx="141">
                  <c:v>2.6566</c:v>
                </c:pt>
                <c:pt idx="142">
                  <c:v>2.6566</c:v>
                </c:pt>
                <c:pt idx="143">
                  <c:v>2.6566</c:v>
                </c:pt>
                <c:pt idx="144">
                  <c:v>2.7692</c:v>
                </c:pt>
                <c:pt idx="145">
                  <c:v>2.7692</c:v>
                </c:pt>
                <c:pt idx="146">
                  <c:v>2.7692</c:v>
                </c:pt>
                <c:pt idx="147">
                  <c:v>2.7692</c:v>
                </c:pt>
                <c:pt idx="148">
                  <c:v>2.7692</c:v>
                </c:pt>
                <c:pt idx="149">
                  <c:v>2.7692</c:v>
                </c:pt>
              </c:numCache>
            </c:numRef>
          </c:xVal>
          <c:yVal>
            <c:numRef>
              <c:f>'Chart Data'!$B$2:$B$151</c:f>
              <c:numCache>
                <c:formatCode>General</c:formatCode>
                <c:ptCount val="150"/>
                <c:pt idx="0">
                  <c:v>0.419993163149</c:v>
                </c:pt>
                <c:pt idx="1">
                  <c:v>0.419993163149</c:v>
                </c:pt>
                <c:pt idx="2">
                  <c:v>0.419993163149</c:v>
                </c:pt>
                <c:pt idx="3">
                  <c:v>0.419993163149</c:v>
                </c:pt>
                <c:pt idx="4">
                  <c:v>0.419993163149</c:v>
                </c:pt>
                <c:pt idx="5">
                  <c:v>0.419993163149</c:v>
                </c:pt>
                <c:pt idx="6">
                  <c:v>0.656571590493</c:v>
                </c:pt>
                <c:pt idx="7">
                  <c:v>0.656571590493</c:v>
                </c:pt>
                <c:pt idx="8">
                  <c:v>0.656571590493</c:v>
                </c:pt>
                <c:pt idx="9">
                  <c:v>0.656571590493</c:v>
                </c:pt>
                <c:pt idx="10">
                  <c:v>0.656571590493</c:v>
                </c:pt>
                <c:pt idx="11">
                  <c:v>0.656571590493</c:v>
                </c:pt>
                <c:pt idx="12">
                  <c:v>0.584800606917</c:v>
                </c:pt>
                <c:pt idx="13">
                  <c:v>0.584800606917</c:v>
                </c:pt>
                <c:pt idx="14">
                  <c:v>0.584800606917</c:v>
                </c:pt>
                <c:pt idx="15">
                  <c:v>0.584800606917</c:v>
                </c:pt>
                <c:pt idx="16">
                  <c:v>0.584800606917</c:v>
                </c:pt>
                <c:pt idx="17">
                  <c:v>0.584800606917</c:v>
                </c:pt>
                <c:pt idx="18">
                  <c:v>0.691127989992</c:v>
                </c:pt>
                <c:pt idx="19">
                  <c:v>0.691127989992</c:v>
                </c:pt>
                <c:pt idx="20">
                  <c:v>0.691127989992</c:v>
                </c:pt>
                <c:pt idx="21">
                  <c:v>0.691127989992</c:v>
                </c:pt>
                <c:pt idx="22">
                  <c:v>0.691127989992</c:v>
                </c:pt>
                <c:pt idx="23">
                  <c:v>0.691127989992</c:v>
                </c:pt>
                <c:pt idx="24">
                  <c:v>0.715051651185</c:v>
                </c:pt>
                <c:pt idx="25">
                  <c:v>0.715051651185</c:v>
                </c:pt>
                <c:pt idx="26">
                  <c:v>0.715051651185</c:v>
                </c:pt>
                <c:pt idx="27">
                  <c:v>0.715051651185</c:v>
                </c:pt>
                <c:pt idx="28">
                  <c:v>0.715051651185</c:v>
                </c:pt>
                <c:pt idx="29">
                  <c:v>0.715051651185</c:v>
                </c:pt>
                <c:pt idx="30">
                  <c:v>0.728342574069</c:v>
                </c:pt>
                <c:pt idx="31">
                  <c:v>0.728342574069</c:v>
                </c:pt>
                <c:pt idx="32">
                  <c:v>0.728342574069</c:v>
                </c:pt>
                <c:pt idx="33">
                  <c:v>0.728342574069</c:v>
                </c:pt>
                <c:pt idx="34">
                  <c:v>0.728342574069</c:v>
                </c:pt>
                <c:pt idx="35">
                  <c:v>0.728342574069</c:v>
                </c:pt>
                <c:pt idx="36">
                  <c:v>0.629989744724</c:v>
                </c:pt>
                <c:pt idx="37">
                  <c:v>0.629989744724</c:v>
                </c:pt>
                <c:pt idx="38">
                  <c:v>0.629989744724</c:v>
                </c:pt>
                <c:pt idx="39">
                  <c:v>0.629989744724</c:v>
                </c:pt>
                <c:pt idx="40">
                  <c:v>0.629989744724</c:v>
                </c:pt>
                <c:pt idx="41">
                  <c:v>0.629989744724</c:v>
                </c:pt>
                <c:pt idx="42">
                  <c:v>0.768215342722</c:v>
                </c:pt>
                <c:pt idx="43">
                  <c:v>0.768215342722</c:v>
                </c:pt>
                <c:pt idx="44">
                  <c:v>0.768215342722</c:v>
                </c:pt>
                <c:pt idx="45">
                  <c:v>0.768215342722</c:v>
                </c:pt>
                <c:pt idx="46">
                  <c:v>0.768215342722</c:v>
                </c:pt>
                <c:pt idx="47">
                  <c:v>0.768215342722</c:v>
                </c:pt>
                <c:pt idx="48">
                  <c:v>0.685811620839</c:v>
                </c:pt>
                <c:pt idx="49">
                  <c:v>0.685811620839</c:v>
                </c:pt>
                <c:pt idx="50">
                  <c:v>0.685811620839</c:v>
                </c:pt>
                <c:pt idx="51">
                  <c:v>0.685811620839</c:v>
                </c:pt>
                <c:pt idx="52">
                  <c:v>0.685811620839</c:v>
                </c:pt>
                <c:pt idx="53">
                  <c:v>0.685811620839</c:v>
                </c:pt>
                <c:pt idx="54">
                  <c:v>0.675178882531</c:v>
                </c:pt>
                <c:pt idx="55">
                  <c:v>0.675178882531</c:v>
                </c:pt>
                <c:pt idx="56">
                  <c:v>0.675178882531</c:v>
                </c:pt>
                <c:pt idx="57">
                  <c:v>0.675178882531</c:v>
                </c:pt>
                <c:pt idx="58">
                  <c:v>0.675178882531</c:v>
                </c:pt>
                <c:pt idx="59">
                  <c:v>0.675178882531</c:v>
                </c:pt>
                <c:pt idx="60">
                  <c:v>0.600749714378</c:v>
                </c:pt>
                <c:pt idx="61">
                  <c:v>0.600749714378</c:v>
                </c:pt>
                <c:pt idx="62">
                  <c:v>0.600749714378</c:v>
                </c:pt>
                <c:pt idx="63">
                  <c:v>0.600749714378</c:v>
                </c:pt>
                <c:pt idx="64">
                  <c:v>0.600749714378</c:v>
                </c:pt>
                <c:pt idx="65">
                  <c:v>0.600749714378</c:v>
                </c:pt>
                <c:pt idx="66">
                  <c:v>0.483789592995</c:v>
                </c:pt>
                <c:pt idx="67">
                  <c:v>0.483789592995</c:v>
                </c:pt>
                <c:pt idx="68">
                  <c:v>0.483789592995</c:v>
                </c:pt>
                <c:pt idx="69">
                  <c:v>0.483789592995</c:v>
                </c:pt>
                <c:pt idx="70">
                  <c:v>0.483789592995</c:v>
                </c:pt>
                <c:pt idx="71">
                  <c:v>0.483789592995</c:v>
                </c:pt>
                <c:pt idx="72">
                  <c:v>0.361513102458</c:v>
                </c:pt>
                <c:pt idx="73">
                  <c:v>0.361513102458</c:v>
                </c:pt>
                <c:pt idx="74">
                  <c:v>0.361513102458</c:v>
                </c:pt>
                <c:pt idx="75">
                  <c:v>0.361513102458</c:v>
                </c:pt>
                <c:pt idx="76">
                  <c:v>0.361513102458</c:v>
                </c:pt>
                <c:pt idx="77">
                  <c:v>0.361513102458</c:v>
                </c:pt>
                <c:pt idx="78">
                  <c:v>0.252527534805</c:v>
                </c:pt>
                <c:pt idx="79">
                  <c:v>0.252527534805</c:v>
                </c:pt>
                <c:pt idx="80">
                  <c:v>0.252527534805</c:v>
                </c:pt>
                <c:pt idx="81">
                  <c:v>0.252527534805</c:v>
                </c:pt>
                <c:pt idx="82">
                  <c:v>0.252527534805</c:v>
                </c:pt>
                <c:pt idx="83">
                  <c:v>0.252527534805</c:v>
                </c:pt>
                <c:pt idx="84">
                  <c:v>0.202022027844</c:v>
                </c:pt>
                <c:pt idx="85">
                  <c:v>0.202022027844</c:v>
                </c:pt>
                <c:pt idx="86">
                  <c:v>0.202022027844</c:v>
                </c:pt>
                <c:pt idx="87">
                  <c:v>0.202022027844</c:v>
                </c:pt>
                <c:pt idx="88">
                  <c:v>0.202022027844</c:v>
                </c:pt>
                <c:pt idx="89">
                  <c:v>0.202022027844</c:v>
                </c:pt>
                <c:pt idx="90">
                  <c:v>0.162149259191</c:v>
                </c:pt>
                <c:pt idx="91">
                  <c:v>0.162149259191</c:v>
                </c:pt>
                <c:pt idx="92">
                  <c:v>0.162149259191</c:v>
                </c:pt>
                <c:pt idx="93">
                  <c:v>0.162149259191</c:v>
                </c:pt>
                <c:pt idx="94">
                  <c:v>0.162149259191</c:v>
                </c:pt>
                <c:pt idx="95">
                  <c:v>0.162149259191</c:v>
                </c:pt>
                <c:pt idx="96">
                  <c:v>0.0637964298455</c:v>
                </c:pt>
                <c:pt idx="97">
                  <c:v>0.0637964298455</c:v>
                </c:pt>
                <c:pt idx="98">
                  <c:v>0.0637964298455</c:v>
                </c:pt>
                <c:pt idx="99">
                  <c:v>0.0637964298455</c:v>
                </c:pt>
                <c:pt idx="100">
                  <c:v>0.0637964298455</c:v>
                </c:pt>
                <c:pt idx="101">
                  <c:v>0.0637964298455</c:v>
                </c:pt>
                <c:pt idx="102">
                  <c:v>0.0664546144224</c:v>
                </c:pt>
                <c:pt idx="103">
                  <c:v>0.0664546144224</c:v>
                </c:pt>
                <c:pt idx="104">
                  <c:v>0.0664546144224</c:v>
                </c:pt>
                <c:pt idx="105">
                  <c:v>0.0664546144224</c:v>
                </c:pt>
                <c:pt idx="106">
                  <c:v>0.0664546144224</c:v>
                </c:pt>
                <c:pt idx="107">
                  <c:v>0.0664546144224</c:v>
                </c:pt>
                <c:pt idx="108">
                  <c:v>0.0451891378072</c:v>
                </c:pt>
                <c:pt idx="109">
                  <c:v>0.0451891378072</c:v>
                </c:pt>
                <c:pt idx="110">
                  <c:v>0.0451891378072</c:v>
                </c:pt>
                <c:pt idx="111">
                  <c:v>0.0451891378072</c:v>
                </c:pt>
                <c:pt idx="112">
                  <c:v>0.0451891378072</c:v>
                </c:pt>
                <c:pt idx="113">
                  <c:v>0.0451891378072</c:v>
                </c:pt>
                <c:pt idx="114">
                  <c:v>0.0372145840765</c:v>
                </c:pt>
                <c:pt idx="115">
                  <c:v>0.0372145840765</c:v>
                </c:pt>
                <c:pt idx="116">
                  <c:v>0.0372145840765</c:v>
                </c:pt>
                <c:pt idx="117">
                  <c:v>0.0372145840765</c:v>
                </c:pt>
                <c:pt idx="118">
                  <c:v>0.0372145840765</c:v>
                </c:pt>
                <c:pt idx="119">
                  <c:v>0.0372145840765</c:v>
                </c:pt>
                <c:pt idx="120">
                  <c:v>0.0159491074614</c:v>
                </c:pt>
                <c:pt idx="121">
                  <c:v>0.0159491074614</c:v>
                </c:pt>
                <c:pt idx="122">
                  <c:v>0.0159491074614</c:v>
                </c:pt>
                <c:pt idx="123">
                  <c:v>0.0159491074614</c:v>
                </c:pt>
                <c:pt idx="124">
                  <c:v>0.0159491074614</c:v>
                </c:pt>
                <c:pt idx="125">
                  <c:v>0.0159491074614</c:v>
                </c:pt>
                <c:pt idx="126">
                  <c:v>0.00797455373068</c:v>
                </c:pt>
                <c:pt idx="127">
                  <c:v>0.00797455373068</c:v>
                </c:pt>
                <c:pt idx="128">
                  <c:v>0.00797455373068</c:v>
                </c:pt>
                <c:pt idx="129">
                  <c:v>0.00797455373068</c:v>
                </c:pt>
                <c:pt idx="130">
                  <c:v>0.00797455373068</c:v>
                </c:pt>
                <c:pt idx="131">
                  <c:v>0.00797455373068</c:v>
                </c:pt>
                <c:pt idx="132">
                  <c:v>0.0186072920383</c:v>
                </c:pt>
                <c:pt idx="133">
                  <c:v>0.0186072920383</c:v>
                </c:pt>
                <c:pt idx="134">
                  <c:v>0.0186072920383</c:v>
                </c:pt>
                <c:pt idx="135">
                  <c:v>0.0186072920383</c:v>
                </c:pt>
                <c:pt idx="136">
                  <c:v>0.0186072920383</c:v>
                </c:pt>
                <c:pt idx="137">
                  <c:v>0.0186072920383</c:v>
                </c:pt>
                <c:pt idx="138">
                  <c:v>0.00265818457689</c:v>
                </c:pt>
                <c:pt idx="139">
                  <c:v>0.00265818457689</c:v>
                </c:pt>
                <c:pt idx="140">
                  <c:v>0.00265818457689</c:v>
                </c:pt>
                <c:pt idx="141">
                  <c:v>0.00265818457689</c:v>
                </c:pt>
                <c:pt idx="142">
                  <c:v>0.00265818457689</c:v>
                </c:pt>
                <c:pt idx="143">
                  <c:v>0.00265818457689</c:v>
                </c:pt>
                <c:pt idx="144">
                  <c:v>0.00531636915379</c:v>
                </c:pt>
                <c:pt idx="145">
                  <c:v>0.00531636915379</c:v>
                </c:pt>
                <c:pt idx="146">
                  <c:v>0.00531636915379</c:v>
                </c:pt>
                <c:pt idx="147">
                  <c:v>0.00531636915379</c:v>
                </c:pt>
                <c:pt idx="148">
                  <c:v>0.00531636915379</c:v>
                </c:pt>
                <c:pt idx="149">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ln>
          </c:spPr>
          <c:marker>
            <c:symbol val="circle"/>
            <c:size val="5"/>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B1ECC53-D698-4BA7-A9E6-17F7F927278E}"/>
              </a:ext>
            </a:extLst>
          </p:cNvPr>
          <p:cNvPicPr>
            <a:picLocks xmlns:a="http://schemas.openxmlformats.org/drawingml/2006/main" noChangeAspect="1"/>
          </p:cNvPicPr>
          <p:nvPr/>
        </p:nvPicPr>
        <p:blipFill>
          <a:blip xmlns:r="http://schemas.openxmlformats.org/officeDocument/2006/relationships" xmlns:a="http://schemas.openxmlformats.org/drawingml/2006/main" r:embed="R12814317992d432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A13314F-1741-423C-8596-BBE5C20115D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C097886D-E5B3-480F-91B5-290AA539CEE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A0F47202-0AE0-4236-98FA-8C726404603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48A90C3F-D52E-4A4B-93B7-F0DFAB94104D}"/>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123CAA78-B628-49F4-A911-8DB75B760F68}"/>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3EE193F1-B524-4B29-9482-B32355BA6ACC}"/>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0EFDED93-EBF7-4520-9032-858A671406D4}"/>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55466F6B-E167-4796-A676-0596818F528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5098423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9B784A5-C878-41EC-A382-2ABAFEC27408}"/>
              </a:ext>
            </a:extLst>
          </p:cNvPr>
          <p:cNvPicPr>
            <a:picLocks xmlns:a="http://schemas.openxmlformats.org/drawingml/2006/main" noChangeAspect="1"/>
          </p:cNvPicPr>
          <p:nvPr/>
        </p:nvPicPr>
        <p:blipFill>
          <a:blip xmlns:r="http://schemas.openxmlformats.org/officeDocument/2006/relationships" xmlns:a="http://schemas.openxmlformats.org/drawingml/2006/main" r:embed="R301045834c9f486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AAA26F8-5492-48CF-A53E-DA06EB4EF09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E481C5F4-7B6E-43ED-901F-26AF4009006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2590FA5F-809F-449E-AAEC-027E299E684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E1E4FF0D-AC41-4B5B-B66D-EDD68DB85E9A}"/>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C00ACF23-0BB1-4638-A54D-3854D5CCACD3}"/>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7B0F90FA-0E0F-4DE5-B6D2-DF2592021134}"/>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790B7880-9B21-49B4-8F71-C4A34D9B6EA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8360482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4D8A81C-29BA-474B-BF21-FC4ACB85F599}"/>
              </a:ext>
            </a:extLst>
          </p:cNvPr>
          <p:cNvPicPr>
            <a:picLocks xmlns:a="http://schemas.openxmlformats.org/drawingml/2006/main" noChangeAspect="1"/>
          </p:cNvPicPr>
          <p:nvPr/>
        </p:nvPicPr>
        <p:blipFill>
          <a:blip xmlns:r="http://schemas.openxmlformats.org/officeDocument/2006/relationships" xmlns:a="http://schemas.openxmlformats.org/drawingml/2006/main" r:embed="Rf7b2db985a164f2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DF3B736-A941-4B6C-9BF9-8436F68E170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9CA86FE6-AB35-49AE-B5BB-28151C8AC5A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6049925E-F749-434D-820B-91798FDA99E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B4027181-EE70-4D46-8471-7E49A39CD01C}"/>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26A44B4E-FB1C-4EF4-959B-CD955F703F3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5325305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3160884-6890-4250-AE86-5955A4EA9664}"/>
              </a:ext>
            </a:extLst>
          </p:cNvPr>
          <p:cNvPicPr>
            <a:picLocks xmlns:a="http://schemas.openxmlformats.org/drawingml/2006/main" noChangeAspect="1"/>
          </p:cNvPicPr>
          <p:nvPr/>
        </p:nvPicPr>
        <p:blipFill>
          <a:blip xmlns:r="http://schemas.openxmlformats.org/officeDocument/2006/relationships" xmlns:a="http://schemas.openxmlformats.org/drawingml/2006/main" r:embed="Rd875531513504cc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9E6B265-82D4-4D6F-8BB6-63EBB02D130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6FA8E86E-2B7A-4997-82DF-1763E786544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2E727312-7914-4214-8C37-E0E6B7F0300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7BA4C7F4-23AC-420D-9563-19C48786B60F}"/>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D70EC108-CA1D-44AF-B95F-F52CD51DFD72}"/>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7F77098F-4292-4B57-8986-DF7D6227DB4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A376F762-2921-4935-A94E-012CC4523D32}"/>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E3B4E2B5-868B-4072-B75A-9A88E195745A}"/>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7F4B4DA5-6665-4C2A-B7D8-C295FEC30489}"/>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C62C12DB-5646-47DB-BFF7-25D24EF1647E}"/>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18C0F052-271C-4B57-A473-C6CC613561AD}"/>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0E6675C2-CD4E-45E2-BCDE-999EA5C0F4F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8884189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3B522EF-FB45-4E33-BE9E-CC278D7E4125}"/>
              </a:ext>
            </a:extLst>
          </p:cNvPr>
          <p:cNvPicPr>
            <a:picLocks xmlns:a="http://schemas.openxmlformats.org/drawingml/2006/main" noChangeAspect="1"/>
          </p:cNvPicPr>
          <p:nvPr/>
        </p:nvPicPr>
        <p:blipFill>
          <a:blip xmlns:r="http://schemas.openxmlformats.org/officeDocument/2006/relationships" xmlns:a="http://schemas.openxmlformats.org/drawingml/2006/main" r:embed="R31ad41ab34e5488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B9E6384-99D4-4D18-A067-0393C24C8D0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9D34D8D8-D0E7-416F-8955-EBB82AB364E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272C883A-DAFA-47EE-ABDD-33A557A6C2F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D9564545-9117-4520-A062-3FA2814F4F01}"/>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7858c4bddbf4df4"/>
          </a:graphicData>
        </a:graphic>
      </p:graphicFrame>
      <p:sp>
        <p:nvSpPr>
          <p:cNvPr id="6" name="Training n = 3,341">
            <a:extLst xmlns:a="http://schemas.openxmlformats.org/drawingml/2006/main">
              <a:ext uri="{FF2B5EF4-FFF2-40B4-BE49-F238E27FC236}">
                <a16:creationId xmlns:a16="http://schemas.microsoft.com/office/drawing/2014/main" id="{D5122E33-B3CD-411D-9C2C-A413D11E6F4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362CCC36-1ADE-40C1-B846-BD4E26C536D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A4F7F96F-4815-4A42-883F-0A8FB06A6A4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17321161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2B17FA7-15F4-4205-A72B-35EB942E65EF}"/>
              </a:ext>
            </a:extLst>
          </p:cNvPr>
          <p:cNvPicPr>
            <a:picLocks xmlns:a="http://schemas.openxmlformats.org/drawingml/2006/main" noChangeAspect="1"/>
          </p:cNvPicPr>
          <p:nvPr/>
        </p:nvPicPr>
        <p:blipFill>
          <a:blip xmlns:r="http://schemas.openxmlformats.org/officeDocument/2006/relationships" xmlns:a="http://schemas.openxmlformats.org/drawingml/2006/main" r:embed="Rc1311b5ee2ef4a8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DCD61F9-0EE2-45CA-9FCE-937DAC645B3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D56DD257-D6E1-4BB4-BA87-B2A53758D72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0A914B4A-25ED-4575-9B1C-BE7E3CF42E8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BD6F6CBA-7B17-41F8-901D-79175930F3C8}"/>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9bbe39d34a84516"/>
          </a:graphicData>
        </a:graphic>
      </p:graphicFrame>
      <p:sp>
        <p:nvSpPr>
          <p:cNvPr id="6" name="I means infant">
            <a:extLst xmlns:a="http://schemas.openxmlformats.org/drawingml/2006/main">
              <a:ext uri="{FF2B5EF4-FFF2-40B4-BE49-F238E27FC236}">
                <a16:creationId xmlns:a16="http://schemas.microsoft.com/office/drawing/2014/main" id="{5B6D1B44-0387-4BC9-9CBC-24B468C2A7C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B115A5D6-8F26-4782-A1D8-D438985562B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3629D864-B255-4211-A8E1-A19E096F147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735672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404E6CB-D7D4-4E3D-8C27-F44BFDF41AB9}"/>
              </a:ext>
            </a:extLst>
          </p:cNvPr>
          <p:cNvPicPr>
            <a:picLocks xmlns:a="http://schemas.openxmlformats.org/drawingml/2006/main" noChangeAspect="1"/>
          </p:cNvPicPr>
          <p:nvPr/>
        </p:nvPicPr>
        <p:blipFill>
          <a:blip xmlns:r="http://schemas.openxmlformats.org/officeDocument/2006/relationships" xmlns:a="http://schemas.openxmlformats.org/drawingml/2006/main" r:embed="Rd764a18d64f3417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49DE014-2FD2-4931-ACE2-FA95168BB33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88BC85D6-BB09-4853-BEBD-6C5745CFD33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BD968808-696F-4936-AAFB-B264F054AF1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0AEBA67D-C73F-4F8C-AF4B-E1920FE0043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0162cf51c0a049b8"/>
          </a:graphicData>
        </a:graphic>
      </p:graphicFrame>
      <p:sp>
        <p:nvSpPr>
          <p:cNvPr id="6" name="Normal rejected">
            <a:extLst xmlns:a="http://schemas.openxmlformats.org/drawingml/2006/main">
              <a:ext uri="{FF2B5EF4-FFF2-40B4-BE49-F238E27FC236}">
                <a16:creationId xmlns:a16="http://schemas.microsoft.com/office/drawing/2014/main" id="{8287633E-A5DC-45B7-8369-DB2F9162BBC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68E4AFB4-8451-4A68-A77E-C0A1AB9CD4C9}"/>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54A20E60-0449-44FF-B463-FC3EC287ADC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2816194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C42B03C-FD77-4D8A-8BCB-DC0E9D1EEDC8}"/>
              </a:ext>
            </a:extLst>
          </p:cNvPr>
          <p:cNvPicPr>
            <a:picLocks xmlns:a="http://schemas.openxmlformats.org/drawingml/2006/main" noChangeAspect="1"/>
          </p:cNvPicPr>
          <p:nvPr/>
        </p:nvPicPr>
        <p:blipFill>
          <a:blip xmlns:r="http://schemas.openxmlformats.org/officeDocument/2006/relationships" xmlns:a="http://schemas.openxmlformats.org/drawingml/2006/main" r:embed="R6ac34bdec596497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32B456E-B547-4F6B-BCFC-89E3BD51153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8FCF4211-6F2C-4FCD-A39F-ED02C04D029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EEE49830-2E34-4CDE-9DE1-6C693010E55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A985BA42-3FA3-4EF1-B3D2-186C009FFC9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153d6a517d8947a6"/>
          </a:graphicData>
        </a:graphic>
      </p:graphicFrame>
      <p:sp>
        <p:nvSpPr>
          <p:cNvPr id="6" name="Both rejected">
            <a:extLst xmlns:a="http://schemas.openxmlformats.org/drawingml/2006/main">
              <a:ext uri="{FF2B5EF4-FFF2-40B4-BE49-F238E27FC236}">
                <a16:creationId xmlns:a16="http://schemas.microsoft.com/office/drawing/2014/main" id="{C2AFE137-8529-4C83-8AD9-4604E5F0A866}"/>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0AE9A939-098A-4301-84CC-30D13EE6FDA3}"/>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97FE4AC4-4347-4A89-88F0-A8337CA9D10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12971708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AFE0BD9-923C-42A2-A26A-7697031CDCE7}"/>
              </a:ext>
            </a:extLst>
          </p:cNvPr>
          <p:cNvPicPr>
            <a:picLocks xmlns:a="http://schemas.openxmlformats.org/drawingml/2006/main" noChangeAspect="1"/>
          </p:cNvPicPr>
          <p:nvPr/>
        </p:nvPicPr>
        <p:blipFill>
          <a:blip xmlns:r="http://schemas.openxmlformats.org/officeDocument/2006/relationships" xmlns:a="http://schemas.openxmlformats.org/drawingml/2006/main" r:embed="Rd78fc85563b643a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9CC3C43-B9F8-4671-B264-C6E4D23C556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0E846C71-EDC1-4290-B61C-A5CD30B064A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85F184FB-CD45-4FE6-A7D3-E9537F4669B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04AA434C-E341-4463-8FBB-631BBF57EB7B}"/>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9441A913-0BEC-49D0-B1CB-FB47F2920A94}"/>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D1761246-0D1C-4D6F-B159-06213E793B4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4726892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4165E3D-B9DC-46DF-9923-A2BAD8513195}"/>
              </a:ext>
            </a:extLst>
          </p:cNvPr>
          <p:cNvPicPr>
            <a:picLocks xmlns:a="http://schemas.openxmlformats.org/drawingml/2006/main" noChangeAspect="1"/>
          </p:cNvPicPr>
          <p:nvPr/>
        </p:nvPicPr>
        <p:blipFill>
          <a:blip xmlns:r="http://schemas.openxmlformats.org/officeDocument/2006/relationships" xmlns:a="http://schemas.openxmlformats.org/drawingml/2006/main" r:embed="Rd15ca16f3be54e8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9DD6F1B-4599-46A1-817B-F4624ABDDCD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774E0702-4890-4656-A54E-4E61C9B80B5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AE311FB8-76D9-4F82-949A-4D51DB27148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23719DB9-F1E3-4A11-A7E7-F3EAD7393815}"/>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2B2D1613-ECFC-4FBA-8150-481EC031C8D7}"/>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F22CBD3A-6D67-4EE8-8FCF-308FA40059C1}"/>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D503949E-1245-42A2-ACE8-BE9B7E3DCDE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1007510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4ADDC841-BCC5-4E08-8CF8-0281D70F687F}"/>
              </a:ext>
            </a:extLst>
          </p:cNvPr>
          <p:cNvPicPr>
            <a:picLocks xmlns:a="http://schemas.openxmlformats.org/drawingml/2006/main" noChangeAspect="1"/>
          </p:cNvPicPr>
          <p:nvPr/>
        </p:nvPicPr>
        <p:blipFill>
          <a:blip xmlns:r="http://schemas.openxmlformats.org/officeDocument/2006/relationships" xmlns:a="http://schemas.openxmlformats.org/drawingml/2006/main" r:embed="R27ba4de37cad40d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02E8624-A7C2-41B0-A7A7-0E7858EBEC7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5689C1A5-7BEA-4BE0-979A-35884460F5B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3EB88312-3399-4B3E-AA23-56E8EB83BDF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1C276E9B-52FC-4F44-AE7C-45409C723136}"/>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771143D6-3DFD-4478-A914-B2ED7F115669}"/>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FF01574C-DFD5-4366-AC82-2983155A121C}"/>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4D39D7F6-6F9B-4258-B0EE-B26891B3386A}"/>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22E5357D-2D99-4F7E-8206-0A20BB49D5AA}"/>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44899FA1-1367-487C-920B-8A921EDDF47C}"/>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BCBF5C2C-9268-48AF-A9D4-C02E0E3B7648}"/>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131AE8CC-CE93-4346-8F58-B8D0F0478EFD}"/>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7F86408A-740E-4A56-8AE2-A9AEE2B1C3A1}"/>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97E08938-889E-494F-A760-D6E2211AB83D}"/>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C68613C3-9290-4291-AC8C-96BB40C5647C}"/>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C210DE8F-A850-4598-B71B-D1491933E8E7}"/>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31AD8BD1-CFDC-4840-BBE8-0A8488A40495}"/>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2F38E18F-98EF-4CD6-A55E-F0028D42BD84}"/>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F672D07D-93C9-4DFA-856C-8F6F5AF85498}"/>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6A06A819-F562-40A0-9F26-34907F4EE963}"/>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20AF1D45-CE9D-44CD-B3AC-90780AA0894E}"/>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3C192B11-0476-401B-9A62-C3E8A8359533}"/>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5960374C-9C7C-4DA3-A791-BDD4EB71CDCD}"/>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56055C2A-2C69-4A57-A017-D300D3C786BF}"/>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EF2495B6-F1DC-44BD-8F20-B512BC980B82}"/>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7D865BBA-24A1-4F23-ACCA-86FF6AC226A1}"/>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19B0AC3E-D432-4470-B3A4-18A18EC0467B}"/>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EB10B2A7-580A-4D0A-A00E-E86FEB8ABEE3}"/>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D32DD429-B54A-4A17-BD78-173B0FFD4B19}"/>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0A6ECFD9-8D74-4AA0-A029-BC7772BC6140}"/>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EEA94B42-754B-471C-B57D-C643FF5F1B1F}"/>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27A77984-1D6D-4B0A-9810-E26594D44FE8}"/>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5E6BF5C3-AAFA-47A9-A6B2-00E6197A1B94}"/>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38F81134-6EBE-46F1-8C5A-F4156CF0D1FC}"/>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606CEB52-6399-4D50-8934-9148049BD9DD}"/>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65FEA95D-D827-4CE4-924A-08888646CF39}"/>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D8378D01-2D06-484B-B39C-FD265432C1E2}"/>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6BE7D62E-313A-4651-9426-A882AD458546}"/>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3075E828-9FBE-423F-A1A5-69E9C344AA52}"/>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0475F61C-115E-4419-902F-A8C0508DB1C5}"/>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EFE4CDB2-4CD7-4B22-BDED-A25A7F371874}"/>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84A33601-0287-48E9-B227-C682488DCF81}"/>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B88BA7D1-090F-404C-958E-F06423F6713C}"/>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27933ADB-6622-447E-ADF7-16672E057BA8}"/>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29FC4208-3FD8-4818-8BC5-0D7A6DD80D16}"/>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38694225-0CEE-4547-B449-C8398C9B3154}"/>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DF5B789E-7D40-4403-B47B-0130D54D25ED}"/>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E02E3437-8BFB-45F2-B6CA-7031B2B656EA}"/>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462299F6-0D58-41B0-B6FC-20496725F800}"/>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FD16FF3D-022E-41B2-BA61-1226865AF371}"/>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C2C7911E-D044-41A3-8857-F320D5A2182A}"/>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D8724062-99E6-46C8-9FD5-EE9C833E5FF6}"/>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B0A74E96-8705-442B-9BD3-F84FC6FFE98A}"/>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21339C0E-B8D1-49A0-9C62-4D266CC8263C}"/>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79E38F56-E84C-4A39-A0B5-4BDB4A566B11}"/>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7FEC8A6C-8295-40E9-8AF3-CC80EE88038B}"/>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A2305574-67AD-4277-9EDB-B6D782E44EAB}"/>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5DB03C81-078C-49F3-B033-115D766D77A9}"/>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CB1CF3F9-EF0B-453F-8743-377629EA62FB}"/>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580C46F1-1704-45E0-B3F7-5D94964C103A}"/>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76AFDB0E-673A-47CA-A4D9-DD9F8B1E0E52}"/>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2E4CBE62-4433-4AB6-9AA7-85D513174123}"/>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CF79F7DA-9800-46F2-8745-9B9F736B339E}"/>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C7D6F46B-ECE6-4B6F-B406-19E8DF203A35}"/>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38DB9AF0-0F13-423A-9182-88FE9EA20146}"/>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8BB1250D-7F72-428D-84F0-2F8232D96984}"/>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58A7F975-4422-401D-AEE3-55E144787D24}"/>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20F998CE-E7A8-4A08-9833-94F2F27ADCEF}"/>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0CA5AFAB-7716-4D08-9ED3-8A88E34A5E8F}"/>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EF1215AE-D463-475C-9974-42448F1B9108}"/>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8C2AA58F-D9EE-49EF-AA95-7C8DE15798C0}"/>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6B15BDD4-E6ED-4CC1-B802-17A7A97A7B3C}"/>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678F0BE3-A1E6-495E-A042-F5F4242E0832}"/>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B1DFA195-6ECB-4DD6-A6A7-08B126AE6846}"/>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E71D152B-FFCA-4B13-A6CE-162B9C905B2E}"/>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BDB28F9B-A0C8-4426-B034-DA7E70CB8F2E}"/>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379BA1F1-A849-449C-BE6A-FFD7301A17CB}"/>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B663420F-0541-4F37-8199-23CF7673BD82}"/>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1B67D104-133A-4233-A7C8-FEF3960B22A5}"/>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DBA490E0-D8BD-40B3-9569-A059CE2D47E4}"/>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2A61DFB2-75C3-48D0-9BD7-F59623F49CB3}"/>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0BF4FF8C-36C9-4584-8B28-BD81192BB41A}"/>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4CE866F7-DB8C-4599-A39D-3D3BE05C152C}"/>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80A52E8F-04F8-467A-94DD-C39B39FEB6CF}"/>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947A72FF-DF2B-4BD4-922A-06E114A2E7AE}"/>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0AD3F5D4-0A67-4AA0-9550-8C6BB03AE9D1}"/>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22035132-4EDA-491F-B258-4EC5FB2E6A13}"/>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FDF42DE3-F236-4287-BF8B-2B53CD345F50}"/>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3AD40E55-7C19-40AB-8F60-59929C1F81A5}"/>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A8196467-E4C7-479A-B39E-83DBB4A6A901}"/>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4D162789-8D87-408E-BEBE-DCE7FF328CC5}"/>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3F0C4992-27E2-4571-B570-F8ECB6ECD49B}"/>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0E669F74-46B9-466B-9253-B2A265637FD4}"/>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B2EC8692-5962-4F89-A7CF-8A7654CD750D}"/>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A4A13CF7-4BA0-4E03-BC2E-F24119D4A53D}"/>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7312704D-2D41-44F0-9E78-323C373248CC}"/>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D2709132-96F5-43EC-9437-165F1C615539}"/>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AD0F72A4-09F6-4483-BAF2-2FE09ADAEBA0}"/>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4A9568FC-6AE3-4021-947A-F31C39571046}"/>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58133B73-54B2-4538-A2B7-6847C9166F12}"/>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AF10F802-C414-4695-A4C6-726DC65F505D}"/>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4F2D8684-DE09-4BAB-9C23-F4318DF0C745}"/>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9B454240-555F-4E8E-BE15-69CAAC668094}"/>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50A90551-9EE8-49EE-8EBF-A07D142645E7}"/>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28601AD6-DB7A-4F22-9595-B9DBB2BE36E7}"/>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C9A13E59-06DE-4832-BA95-84ECD3D31427}"/>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87C7C94D-0234-42FC-8A6C-614178372AC0}"/>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1870D067-2564-42E6-A52D-4140462021D3}"/>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E10ACD7F-19B5-498F-AC91-22F221005743}"/>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CFD12154-B5A8-4B58-9EAE-359D5307E178}"/>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F96CB078-BC0D-4796-8774-C86B1041DF00}"/>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5D4C1F48-45BE-4303-B828-702B59C6EF08}"/>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6557167A-76EC-4F27-AD24-1D8A87437509}"/>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77C40DBD-0E67-446E-91FF-3655D41D1EEF}"/>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EC96149A-4966-4B7A-B160-E869DCDA90B0}"/>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05A175BA-6CBB-4BBE-9C67-87141A9513CC}"/>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AC91EAE0-3EDD-4B1D-BBE7-04B0760DDDCE}"/>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F9E99238-CE27-41F3-87EB-9BC1E04233D9}"/>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EE02B1EB-DB02-4B69-9121-450797C89418}"/>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19850337-6214-4132-91C5-9EE6B308B522}"/>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35DF9DBD-0B2F-44C1-8AFD-8C4F7BAB8D4B}"/>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3BD4A5C5-1338-435E-9003-43C205038C70}"/>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9478F8E8-70D8-4358-8182-3814C6420813}"/>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F7109224-7024-46D0-A258-7DDF3C5BBC43}"/>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97F961C1-23AB-4994-A0E8-3B8F4BCED75F}"/>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22094A10-DD59-4118-A252-A7278EB0AE36}"/>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82214A76-B5EF-4360-96E7-B7FAACCC188A}"/>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AEDBD2E5-D3E0-4168-BBBB-69D2658D1B1C}"/>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7B5D67CB-FA16-4C99-A8AC-7CCA579D0BCA}"/>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72E3C8E2-B5DC-430B-A0C4-0EB3F9EF26AE}"/>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1F66D816-221D-4088-A9D6-ACD46CFFD17F}"/>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04DE9C49-AEC8-43C1-BA0D-67C205670AC2}"/>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939422A8-2FAE-4D76-8396-229783E40B3F}"/>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818059CB-3710-4170-ADB1-43B5CB54FA16}"/>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5FBF8084-BDC9-41AA-BC27-2606A42A0D42}"/>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C15661C7-64E4-4D46-8987-6487A1C34C7D}"/>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353355FF-3865-4D2B-B6E7-6B27B2ADCFEA}"/>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EC9C2E22-E41B-4531-984B-DEE27F90854D}"/>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B4DB73F4-933F-4829-92F7-27DFCDEABC32}"/>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CB55D4DA-4ACA-419A-BC3D-16153786F2FE}"/>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847D18F0-6FAE-42CA-A7D5-34CB2D9A157E}"/>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4F2DA730-7D95-44EB-95F4-DB5F5497F6D7}"/>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B713B98E-CB9B-4A52-AFC2-A2ACD5B89830}"/>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8DF7AADA-DC7C-47FD-BAA6-EC183113D1E9}"/>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28A0907B-E19A-41EA-BCD0-83DF7E8F42BE}"/>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F9D93FA3-CA5A-4E0C-9B3B-D2E68B2618D1}"/>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2725237B-2F6D-45B0-9C81-B1335D766E4F}"/>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A4A505E1-011C-4C15-A0DA-A28A2ABFA883}"/>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23D6EB12-AAE1-491E-986C-53895AA48878}"/>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AF2F9C31-1078-4643-B37D-5BF4C5F8DA20}"/>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7C95EA34-783F-4A34-87D3-8C818F89C710}"/>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0340F2C6-30A8-4BCE-95C1-4EE63A9D1B2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6556995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65EE775-984E-4C03-B634-8D8F8D8A343A}"/>
              </a:ext>
            </a:extLst>
          </p:cNvPr>
          <p:cNvPicPr>
            <a:picLocks xmlns:a="http://schemas.openxmlformats.org/drawingml/2006/main" noChangeAspect="1"/>
          </p:cNvPicPr>
          <p:nvPr/>
        </p:nvPicPr>
        <p:blipFill>
          <a:blip xmlns:r="http://schemas.openxmlformats.org/officeDocument/2006/relationships" xmlns:a="http://schemas.openxmlformats.org/drawingml/2006/main" r:embed="Rf113859c30544e7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7345058-12D1-46A3-9599-AFEFDBD27AA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501D3F5B-2B42-46C7-BE68-E3504F197F5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E676706E-94CD-4E2B-A3DD-89342BD0666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2A6BD38F-6E02-430A-9BAA-1229EC0E2A0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311dfaf613e48df"/>
          </a:graphicData>
        </a:graphic>
      </p:graphicFrame>
      <p:sp>
        <p:nvSpPr>
          <p:cNvPr id="6" name="ρ = 0.693">
            <a:extLst xmlns:a="http://schemas.openxmlformats.org/drawingml/2006/main">
              <a:ext uri="{FF2B5EF4-FFF2-40B4-BE49-F238E27FC236}">
                <a16:creationId xmlns:a16="http://schemas.microsoft.com/office/drawing/2014/main" id="{BA9015B4-0BE4-4B71-9464-9FFCAC51A4A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20C83DB8-D21F-486F-AF32-B9903E4083D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29484391-48AB-4D7D-A022-3425086AF5D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8342861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9A7AC39-7720-42F0-9C23-8408E3A3E22C}"/>
              </a:ext>
            </a:extLst>
          </p:cNvPr>
          <p:cNvPicPr>
            <a:picLocks xmlns:a="http://schemas.openxmlformats.org/drawingml/2006/main" noChangeAspect="1"/>
          </p:cNvPicPr>
          <p:nvPr/>
        </p:nvPicPr>
        <p:blipFill>
          <a:blip xmlns:r="http://schemas.openxmlformats.org/officeDocument/2006/relationships" xmlns:a="http://schemas.openxmlformats.org/drawingml/2006/main" r:embed="Rb806571d81684a8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DB484A4-DC15-4C52-A7D7-7726A0A7403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0AC0A7F8-2DF8-49AB-97C0-DDB70266E0F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853B657F-3ED6-4EFA-B7FE-94A3BC7F14E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152E7426-523D-4DEF-8EF2-016696F7985E}"/>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E19CC4A9-74FE-42BB-9BA4-3C7DBF2764C8}"/>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B525D1E9-A20A-4765-89F7-298E94B6CE5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9143880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A723239-2B9E-4107-976A-5A5851DF091D}"/>
              </a:ext>
            </a:extLst>
          </p:cNvPr>
          <p:cNvPicPr>
            <a:picLocks xmlns:a="http://schemas.openxmlformats.org/drawingml/2006/main" noChangeAspect="1"/>
          </p:cNvPicPr>
          <p:nvPr/>
        </p:nvPicPr>
        <p:blipFill>
          <a:blip xmlns:r="http://schemas.openxmlformats.org/officeDocument/2006/relationships" xmlns:a="http://schemas.openxmlformats.org/drawingml/2006/main" r:embed="R8304afa7a2f441b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02EE4E5-0994-406A-835E-F4FAFD83953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4072B802-53E3-4D2F-A8DD-9C7A419E18A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621EE7A8-675F-4BA1-99E6-356EC9B8742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D5891B0C-7246-40A5-83A6-F30A44855BF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ad80e86934048ae"/>
          </a:graphicData>
        </a:graphic>
      </p:graphicFrame>
      <p:sp>
        <p:nvSpPr>
          <p:cNvPr id="6" name="Full R² = 0.526">
            <a:extLst xmlns:a="http://schemas.openxmlformats.org/drawingml/2006/main">
              <a:ext uri="{FF2B5EF4-FFF2-40B4-BE49-F238E27FC236}">
                <a16:creationId xmlns:a16="http://schemas.microsoft.com/office/drawing/2014/main" id="{8137038D-1446-4EF0-B0C8-B1598071686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F233EA67-F1BD-4D6B-96AF-94E40633A1E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05F8A9A1-FABE-439F-A771-F2F98DFA3A2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2802847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62BB668-7330-420E-81F4-7C9E152B996C}"/>
              </a:ext>
            </a:extLst>
          </p:cNvPr>
          <p:cNvPicPr>
            <a:picLocks xmlns:a="http://schemas.openxmlformats.org/drawingml/2006/main" noChangeAspect="1"/>
          </p:cNvPicPr>
          <p:nvPr/>
        </p:nvPicPr>
        <p:blipFill>
          <a:blip xmlns:r="http://schemas.openxmlformats.org/officeDocument/2006/relationships" xmlns:a="http://schemas.openxmlformats.org/drawingml/2006/main" r:embed="R2db49fec4cd644e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C9FE425-E3FB-4901-A21A-6EB0545AE65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6A8663A0-6D69-46D7-BAAB-B8C32E7AD61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46F4CC0F-F2CA-4AB8-86F3-3B08C9DF3EF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2E371170-0E46-4FBA-BBCE-C0EC0558151E}"/>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2899AF35-0AE3-4771-8508-3150A63ECF8E}"/>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175146F3-2930-4B8E-8AA4-7C8D91176D87}"/>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745C7282-F3FB-4580-855A-DD6133BF2D91}"/>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F4C9D565-8D3A-435E-A11B-600AE585D017}"/>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463D0354-1421-4E68-888E-DFFD275E4F0E}"/>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45AF34CA-8B40-4E70-BDFC-7AC33A3CFD7B}"/>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A1B4AC39-5FF6-4C01-A889-208328E78E3B}"/>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58946219-F874-432F-910D-E66EAFB2EBF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337028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7F33F57-9D3D-48B5-B9DB-178B1DE91A7B}"/>
              </a:ext>
            </a:extLst>
          </p:cNvPr>
          <p:cNvPicPr>
            <a:picLocks xmlns:a="http://schemas.openxmlformats.org/drawingml/2006/main" noChangeAspect="1"/>
          </p:cNvPicPr>
          <p:nvPr/>
        </p:nvPicPr>
        <p:blipFill>
          <a:blip xmlns:r="http://schemas.openxmlformats.org/officeDocument/2006/relationships" xmlns:a="http://schemas.openxmlformats.org/drawingml/2006/main" r:embed="Ra22592d03d8a4a6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0EE4C41-6DC9-495A-8E9F-E698966A194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E8DF0560-811A-4065-911D-9FFB567BE34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73E20EB0-5678-4F07-A59A-B45EF3756E5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FC031972-1347-4BCF-90AF-0872B1A035D7}"/>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1419A2B9-4F13-47DD-84D1-0119ACF45D96}"/>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553BDA7A-4DB9-4ED3-B8B7-80A7678766D9}"/>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E79F8BA6-FDFF-4E00-9CFD-24FE071E0F3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413749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157BD1-CE4A-4630-A264-4B69694BB56F}"/>
              </a:ext>
            </a:extLst>
          </p:cNvPr>
          <p:cNvPicPr>
            <a:picLocks xmlns:a="http://schemas.openxmlformats.org/drawingml/2006/main" noChangeAspect="1"/>
          </p:cNvPicPr>
          <p:nvPr/>
        </p:nvPicPr>
        <p:blipFill>
          <a:blip xmlns:r="http://schemas.openxmlformats.org/officeDocument/2006/relationships" xmlns:a="http://schemas.openxmlformats.org/drawingml/2006/main" r:embed="Rfa6653fa0b8e413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D5C1287-2152-47B8-83B8-AAA3CB2E9A0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D68566F9-BF92-4FA3-9D68-F7A105A53F5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2F5A93B6-BDA7-4A20-B679-8BB81EA2A27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0FCD5276-5D3D-4775-BEC8-6C921F6328D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3F21924E-A95E-4A7D-9C86-87B6C5B8673D}"/>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C76B142E-24E4-45A5-A1A0-D0C7A9EE72B9}"/>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37EC94F3-DFB1-4809-9B8F-0DC30EF64391}"/>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5173E075-7828-4604-AECA-5A4597E1EC50}"/>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D2A59B02-BA8E-4F35-AC7C-5F7F11C20A6D}"/>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F088FDF3-3171-4FC4-ADBA-0887865B77B4}"/>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91915DDA-8D6D-4D08-A8C1-7DB1532314F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20407171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9E9ECE1-943D-4D69-9295-A1A5855F3DA3}"/>
              </a:ext>
            </a:extLst>
          </p:cNvPr>
          <p:cNvPicPr>
            <a:picLocks xmlns:a="http://schemas.openxmlformats.org/drawingml/2006/main" noChangeAspect="1"/>
          </p:cNvPicPr>
          <p:nvPr/>
        </p:nvPicPr>
        <p:blipFill>
          <a:blip xmlns:r="http://schemas.openxmlformats.org/officeDocument/2006/relationships" xmlns:a="http://schemas.openxmlformats.org/drawingml/2006/main" r:embed="Rb06473c46c00486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93257E9-1778-4AF2-8E37-37C9FCEF9F7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A6EE88F2-0D4F-427E-A197-EB756B28C48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5C117050-E832-4531-9E55-43842261253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71F7F5E3-D22C-4058-91DB-298D9FEE5C4A}"/>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DC04AB7D-022F-4D9D-987C-E85CD875D76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3237342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009A8E3-3281-475F-84E3-C727548DB266}"/>
              </a:ext>
            </a:extLst>
          </p:cNvPr>
          <p:cNvPicPr>
            <a:picLocks xmlns:a="http://schemas.openxmlformats.org/drawingml/2006/main" noChangeAspect="1"/>
          </p:cNvPicPr>
          <p:nvPr/>
        </p:nvPicPr>
        <p:blipFill>
          <a:blip xmlns:r="http://schemas.openxmlformats.org/officeDocument/2006/relationships" xmlns:a="http://schemas.openxmlformats.org/drawingml/2006/main" r:embed="Ra2aa11d3bbaa457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B9781D9-84D3-47AD-B9B7-4AE57F6AC6E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46A530DC-A421-4DD0-BD7A-9BED8BEB104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868E96E6-0F0F-4B1B-8DF4-8D094E51E74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CF31221D-CD87-46C2-8976-BEB7B3D94A3F}"/>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DE25DA18-7E84-4FF5-BE6B-11E7BED2080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1462302842"/>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2026-10-20T11:13:07.0590000Z</dcterms:created>
  <dcterms:modified xsi:type="dcterms:W3CDTF">2026-10-20T11:13:07.0590000Z</dcterms:modified>
</coreProperties>
</file>