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5bc9d23f64147a1" /><Relationship Type="http://schemas.openxmlformats.org/officeDocument/2006/relationships/extended-properties" Target="/docProps/app.xml" Id="R2652a482efcc48d6" /><Relationship Type="http://schemas.openxmlformats.org/officeDocument/2006/relationships/officeDocument" Target="/ppt/presentation.xml" Id="Re4d1860b896c47f3" /></Relationships>
</file>

<file path=ppt/presentation.xml><?xml version="1.0" encoding="utf-8"?>
<p:presentation xmlns:p="http://schemas.openxmlformats.org/presentationml/2006/main">
  <p:sldMasterIdLst>
    <p:sldMasterId xmlns:r="http://schemas.openxmlformats.org/officeDocument/2006/relationships" id="2147483648" r:id="R83c824c99fb34e5a"/>
  </p:sldMasterIdLst>
  <p:notesMasterIdLst>
    <p:notesMasterId xmlns:r="http://schemas.openxmlformats.org/officeDocument/2006/relationships" r:id="R459b258e9e314806"/>
  </p:notesMasterIdLst>
  <p:sldIdLst>
    <p:sldId xmlns:r="http://schemas.openxmlformats.org/officeDocument/2006/relationships" id="256" r:id="R72b187b59f544d44"/>
    <p:sldId xmlns:r="http://schemas.openxmlformats.org/officeDocument/2006/relationships" id="257" r:id="R6d6f9b3fa08e493f"/>
    <p:sldId xmlns:r="http://schemas.openxmlformats.org/officeDocument/2006/relationships" id="258" r:id="R566b998d0e2d4b55"/>
    <p:sldId xmlns:r="http://schemas.openxmlformats.org/officeDocument/2006/relationships" id="259" r:id="Rdd81e06532d94c78"/>
    <p:sldId xmlns:r="http://schemas.openxmlformats.org/officeDocument/2006/relationships" id="260" r:id="Rb9db9957a3bf471e"/>
    <p:sldId xmlns:r="http://schemas.openxmlformats.org/officeDocument/2006/relationships" id="261" r:id="Ra2254620b36749d9"/>
    <p:sldId xmlns:r="http://schemas.openxmlformats.org/officeDocument/2006/relationships" id="262" r:id="R102dd38e54394efa"/>
    <p:sldId xmlns:r="http://schemas.openxmlformats.org/officeDocument/2006/relationships" id="263" r:id="R42e55cc144604cf9"/>
    <p:sldId xmlns:r="http://schemas.openxmlformats.org/officeDocument/2006/relationships" id="264" r:id="Rc8b2ac8281424964"/>
    <p:sldId xmlns:r="http://schemas.openxmlformats.org/officeDocument/2006/relationships" id="265" r:id="Rb1f3333ca4a94e68"/>
    <p:sldId xmlns:r="http://schemas.openxmlformats.org/officeDocument/2006/relationships" id="266" r:id="R6a86257810e74fda"/>
    <p:sldId xmlns:r="http://schemas.openxmlformats.org/officeDocument/2006/relationships" id="267" r:id="R0defe7fa07cb44dd"/>
    <p:sldId xmlns:r="http://schemas.openxmlformats.org/officeDocument/2006/relationships" id="268" r:id="R396448a70c084961"/>
    <p:sldId xmlns:r="http://schemas.openxmlformats.org/officeDocument/2006/relationships" id="269" r:id="Rbec46e8cf3c44fc3"/>
    <p:sldId xmlns:r="http://schemas.openxmlformats.org/officeDocument/2006/relationships" id="270" r:id="R0f2f47e0984e45d1"/>
    <p:sldId xmlns:r="http://schemas.openxmlformats.org/officeDocument/2006/relationships" id="271" r:id="R47a37d033c57465d"/>
    <p:sldId xmlns:r="http://schemas.openxmlformats.org/officeDocument/2006/relationships" id="272" r:id="Rd106c91ef7c6413e"/>
    <p:sldId xmlns:r="http://schemas.openxmlformats.org/officeDocument/2006/relationships" id="273" r:id="Rfbd7edff147d4efd"/>
    <p:sldId xmlns:r="http://schemas.openxmlformats.org/officeDocument/2006/relationships" id="274" r:id="R449671767cb14f36"/>
    <p:sldId xmlns:r="http://schemas.openxmlformats.org/officeDocument/2006/relationships" id="275" r:id="R35510aeeb1f3429a"/>
    <p:sldId xmlns:r="http://schemas.openxmlformats.org/officeDocument/2006/relationships" id="276" r:id="R2a6ae867a2804e06"/>
    <p:sldId xmlns:r="http://schemas.openxmlformats.org/officeDocument/2006/relationships" id="277" r:id="Rcff3828ec2e74092"/>
    <p:sldId xmlns:r="http://schemas.openxmlformats.org/officeDocument/2006/relationships" id="278" r:id="Ra97de7a43fa04549"/>
    <p:sldId xmlns:r="http://schemas.openxmlformats.org/officeDocument/2006/relationships" id="279" r:id="R14c3f42371024536"/>
    <p:sldId xmlns:r="http://schemas.openxmlformats.org/officeDocument/2006/relationships" id="280" r:id="Rbd829836fba643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2366fb1f8c4d77" /><Relationship Type="http://schemas.openxmlformats.org/officeDocument/2006/relationships/slideMaster" Target="/ppt/slideMasters/slideMaster1.xml" Id="R83c824c99fb34e5a" /><Relationship Type="http://schemas.openxmlformats.org/officeDocument/2006/relationships/notesMaster" Target="/ppt/notesMasters/notesMaster1.xml" Id="R459b258e9e314806" /><Relationship Type="http://schemas.openxmlformats.org/officeDocument/2006/relationships/presProps" Target="/ppt/presProps.xml" Id="R53d6771770c8479d" /><Relationship Type="http://schemas.openxmlformats.org/officeDocument/2006/relationships/tableStyles" Target="/ppt/tableStyles.xml" Id="R87442ba142ba4589" /><Relationship Type="http://schemas.openxmlformats.org/officeDocument/2006/relationships/slide" Target="/ppt/slides/slide1.xml" Id="R72b187b59f544d44" /><Relationship Type="http://schemas.openxmlformats.org/officeDocument/2006/relationships/slide" Target="/ppt/slides/slide2.xml" Id="R6d6f9b3fa08e493f" /><Relationship Type="http://schemas.openxmlformats.org/officeDocument/2006/relationships/slide" Target="/ppt/slides/slide3.xml" Id="R566b998d0e2d4b55" /><Relationship Type="http://schemas.openxmlformats.org/officeDocument/2006/relationships/slide" Target="/ppt/slides/slide4.xml" Id="Rdd81e06532d94c78" /><Relationship Type="http://schemas.openxmlformats.org/officeDocument/2006/relationships/slide" Target="/ppt/slides/slide5.xml" Id="Rb9db9957a3bf471e" /><Relationship Type="http://schemas.openxmlformats.org/officeDocument/2006/relationships/slide" Target="/ppt/slides/slide6.xml" Id="Ra2254620b36749d9" /><Relationship Type="http://schemas.openxmlformats.org/officeDocument/2006/relationships/slide" Target="/ppt/slides/slide7.xml" Id="R102dd38e54394efa" /><Relationship Type="http://schemas.openxmlformats.org/officeDocument/2006/relationships/slide" Target="/ppt/slides/slide8.xml" Id="R42e55cc144604cf9" /><Relationship Type="http://schemas.openxmlformats.org/officeDocument/2006/relationships/slide" Target="/ppt/slides/slide9.xml" Id="Rc8b2ac8281424964" /><Relationship Type="http://schemas.openxmlformats.org/officeDocument/2006/relationships/slide" Target="/ppt/slides/slide10.xml" Id="Rb1f3333ca4a94e68" /><Relationship Type="http://schemas.openxmlformats.org/officeDocument/2006/relationships/slide" Target="/ppt/slides/slide11.xml" Id="R6a86257810e74fda" /><Relationship Type="http://schemas.openxmlformats.org/officeDocument/2006/relationships/slide" Target="/ppt/slides/slide12.xml" Id="R0defe7fa07cb44dd" /><Relationship Type="http://schemas.openxmlformats.org/officeDocument/2006/relationships/slide" Target="/ppt/slides/slide13.xml" Id="R396448a70c084961" /><Relationship Type="http://schemas.openxmlformats.org/officeDocument/2006/relationships/slide" Target="/ppt/slides/slide14.xml" Id="Rbec46e8cf3c44fc3" /><Relationship Type="http://schemas.openxmlformats.org/officeDocument/2006/relationships/slide" Target="/ppt/slides/slide15.xml" Id="R0f2f47e0984e45d1" /><Relationship Type="http://schemas.openxmlformats.org/officeDocument/2006/relationships/slide" Target="/ppt/slides/slide16.xml" Id="R47a37d033c57465d" /><Relationship Type="http://schemas.openxmlformats.org/officeDocument/2006/relationships/slide" Target="/ppt/slides/slide17.xml" Id="Rd106c91ef7c6413e" /><Relationship Type="http://schemas.openxmlformats.org/officeDocument/2006/relationships/slide" Target="/ppt/slides/slide18.xml" Id="Rfbd7edff147d4efd" /><Relationship Type="http://schemas.openxmlformats.org/officeDocument/2006/relationships/slide" Target="/ppt/slides/slide19.xml" Id="R449671767cb14f36" /><Relationship Type="http://schemas.openxmlformats.org/officeDocument/2006/relationships/slide" Target="/ppt/slides/slide20.xml" Id="R35510aeeb1f3429a" /><Relationship Type="http://schemas.openxmlformats.org/officeDocument/2006/relationships/slide" Target="/ppt/slides/slide21.xml" Id="R2a6ae867a2804e06" /><Relationship Type="http://schemas.openxmlformats.org/officeDocument/2006/relationships/slide" Target="/ppt/slides/slide22.xml" Id="Rcff3828ec2e74092" /><Relationship Type="http://schemas.openxmlformats.org/officeDocument/2006/relationships/slide" Target="/ppt/slides/slide23.xml" Id="Ra97de7a43fa04549" /><Relationship Type="http://schemas.openxmlformats.org/officeDocument/2006/relationships/slide" Target="/ppt/slides/slide24.xml" Id="R14c3f42371024536" /><Relationship Type="http://schemas.openxmlformats.org/officeDocument/2006/relationships/slide" Target="/ppt/slides/slide25.xml" Id="Rbd829836fba643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44bcc9360841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cb335261564348" /><Relationship Type="http://schemas.openxmlformats.org/officeDocument/2006/relationships/notesMaster" Target="/ppt/notesMasters/notesMaster1.xml" Id="Rcb0a426026b246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bb3aa57c8c4296" /><Relationship Type="http://schemas.openxmlformats.org/officeDocument/2006/relationships/notesMaster" Target="/ppt/notesMasters/notesMaster1.xml" Id="R9857b10932fe46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c1d5b351d94674" /><Relationship Type="http://schemas.openxmlformats.org/officeDocument/2006/relationships/notesMaster" Target="/ppt/notesMasters/notesMaster1.xml" Id="Re01e0a9d13314e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72fe4a9e6a4863" /><Relationship Type="http://schemas.openxmlformats.org/officeDocument/2006/relationships/notesMaster" Target="/ppt/notesMasters/notesMaster1.xml" Id="Rcc081e9571ad46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b56e863206419a" /><Relationship Type="http://schemas.openxmlformats.org/officeDocument/2006/relationships/notesMaster" Target="/ppt/notesMasters/notesMaster1.xml" Id="Rc7b6f095823e49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f07d9f889142e7" /><Relationship Type="http://schemas.openxmlformats.org/officeDocument/2006/relationships/notesMaster" Target="/ppt/notesMasters/notesMaster1.xml" Id="R1a973ac162284d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5352bed3de4222" /><Relationship Type="http://schemas.openxmlformats.org/officeDocument/2006/relationships/notesMaster" Target="/ppt/notesMasters/notesMaster1.xml" Id="R6c8c40e77b7c49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ab43ae77504a2e" /><Relationship Type="http://schemas.openxmlformats.org/officeDocument/2006/relationships/notesMaster" Target="/ppt/notesMasters/notesMaster1.xml" Id="R7a875eb5d7974b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fccb5e246046fc" /><Relationship Type="http://schemas.openxmlformats.org/officeDocument/2006/relationships/notesMaster" Target="/ppt/notesMasters/notesMaster1.xml" Id="R424f2bc3052a44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405f89fea345e5" /><Relationship Type="http://schemas.openxmlformats.org/officeDocument/2006/relationships/notesMaster" Target="/ppt/notesMasters/notesMaster1.xml" Id="Rca97f32334af4d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1b57c590fa4386" /><Relationship Type="http://schemas.openxmlformats.org/officeDocument/2006/relationships/notesMaster" Target="/ppt/notesMasters/notesMaster1.xml" Id="R5331491b2fd144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f58c69027f4a90" /><Relationship Type="http://schemas.openxmlformats.org/officeDocument/2006/relationships/notesMaster" Target="/ppt/notesMasters/notesMaster1.xml" Id="R9bff48e18d974a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856394b1ce45a9" /><Relationship Type="http://schemas.openxmlformats.org/officeDocument/2006/relationships/notesMaster" Target="/ppt/notesMasters/notesMaster1.xml" Id="R713fbb4a28ab43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d8dae254f24423" /><Relationship Type="http://schemas.openxmlformats.org/officeDocument/2006/relationships/notesMaster" Target="/ppt/notesMasters/notesMaster1.xml" Id="Rb7c4106fafd04f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12c581a622450b" /><Relationship Type="http://schemas.openxmlformats.org/officeDocument/2006/relationships/notesMaster" Target="/ppt/notesMasters/notesMaster1.xml" Id="R6bb4f12e844a42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4770eeabafc4fb4" /><Relationship Type="http://schemas.openxmlformats.org/officeDocument/2006/relationships/notesMaster" Target="/ppt/notesMasters/notesMaster1.xml" Id="R4ebc3cdeb38c4e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7867f9a62645c5" /><Relationship Type="http://schemas.openxmlformats.org/officeDocument/2006/relationships/notesMaster" Target="/ppt/notesMasters/notesMaster1.xml" Id="R72516a3849a54e5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63a425c04c4d12" /><Relationship Type="http://schemas.openxmlformats.org/officeDocument/2006/relationships/notesMaster" Target="/ppt/notesMasters/notesMaster1.xml" Id="Rb6e8ab7c7a4445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23bfda12d14879" /><Relationship Type="http://schemas.openxmlformats.org/officeDocument/2006/relationships/notesMaster" Target="/ppt/notesMasters/notesMaster1.xml" Id="R80d4d567f1e542a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752a7b17697473c" /><Relationship Type="http://schemas.openxmlformats.org/officeDocument/2006/relationships/notesMaster" Target="/ppt/notesMasters/notesMaster1.xml" Id="Rde2783d3eb2548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ad0b627906442d" /><Relationship Type="http://schemas.openxmlformats.org/officeDocument/2006/relationships/notesMaster" Target="/ppt/notesMasters/notesMaster1.xml" Id="R381da3aa633b4c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c8e4e2e1704865" /><Relationship Type="http://schemas.openxmlformats.org/officeDocument/2006/relationships/notesMaster" Target="/ppt/notesMasters/notesMaster1.xml" Id="R9d14550f6fe2493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55a763e4224093" /><Relationship Type="http://schemas.openxmlformats.org/officeDocument/2006/relationships/notesMaster" Target="/ppt/notesMasters/notesMaster1.xml" Id="R8da67dcd7abc4b5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35101a3063d473b" /><Relationship Type="http://schemas.openxmlformats.org/officeDocument/2006/relationships/notesMaster" Target="/ppt/notesMasters/notesMaster1.xml" Id="R0f350cc403d944a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28d271bc7d4edf" /><Relationship Type="http://schemas.openxmlformats.org/officeDocument/2006/relationships/notesMaster" Target="/ppt/notesMasters/notesMaster1.xml" Id="R7a4ed4d802d444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 có 423 và MS có 226 bản ghi. Không gộp môn Toán vì có học sinh trùng giữa hai file. Nêu thang lý thuyết 0–20 khác miền quan sát 0–19.</a:t>
            </a:r>
          </a:p>
          <a:p xmlns:a="http://schemas.openxmlformats.org/drawingml/2006/main">
            <a:r>
              <a:t>Nguồn: Cortez (2008), https://doi.org/10.24432/C5TG7T; references/student.txt.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 32 ô nên tỷ lệ là 4,93%. Che duy nhất absences, cùng mask cho hai nhánh. Seed 42 tái lập; MCAR chỉ là giả lập. Tất cả kết luận chính dùng raw đã kiểm.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 617 giá trị chưa bị che: 3,623987. Giữ 649 dòng nhưng giảm phân tán và tạo số lần vắng lẻ. Dropna còn 617. Cả hai bắt đầu từ cùng corrupted, không drop sau fillna.</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 549 điểm ≥ 10 theo quy ước bài phân tích. Regex fullmatch lấy đúng G1/G2/G3, loại G12 và G3_extra. Không cần bịa ID cá nhân hoặc dữ liệu bẩn.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 9, iloc theo vị trí. Bộ lọc studytime ≥ 2 và absences ≤ 5 cho 334/649 = 51,46%. Nhấn mạnh ngưỡng minh họa, không phải quy tắc can thiệp.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f4c517bdb841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031d9e922e49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e0068766c44f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c5b9db3e9141d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4ee32336f748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7553cdd1314b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A6BC5E-FA20-4D56-8B7B-00F9E47ED1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63E649D-4C1D-4054-AA7F-B81DAFADE8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9E91EC-760D-4ED3-865C-35278FB39D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543EBC-8B6E-4443-8039-CABE6F316C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9F171A0-EF4D-46DF-81C7-F860C6E3138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896F08-0635-428B-9F3D-10B2E22022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98E2EF-FBCA-4CC7-84BD-83AF8D05AC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2BEF7E-1FDF-4E53-A369-AF649D2620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EB62BA-D541-4DE4-B9AE-51A534219A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F0B172-0379-454E-BCB2-D3FD732034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e0d705efdf4dca" /><Relationship Type="http://schemas.openxmlformats.org/officeDocument/2006/relationships/slideLayout" Target="/ppt/slideLayouts/slideLayout1.xml" Id="R120cc1b25d05458b" /><Relationship Type="http://schemas.openxmlformats.org/officeDocument/2006/relationships/slideLayout" Target="/ppt/slideLayouts/slideLayout2.xml" Id="Rf9c3b8dada6644ce" /><Relationship Type="http://schemas.openxmlformats.org/officeDocument/2006/relationships/slideLayout" Target="/ppt/slideLayouts/slideLayout3.xml" Id="R64a3129252d947f6" /><Relationship Type="http://schemas.openxmlformats.org/officeDocument/2006/relationships/slideLayout" Target="/ppt/slideLayouts/slideLayout4.xml" Id="Rab640647b3ab486b" /><Relationship Type="http://schemas.openxmlformats.org/officeDocument/2006/relationships/slideLayout" Target="/ppt/slideLayouts/slideLayout5.xml" Id="R29a15d0c56e14364" /><Relationship Type="http://schemas.openxmlformats.org/officeDocument/2006/relationships/slideLayout" Target="/ppt/slideLayouts/slideLayout6.xml" Id="R6911758870d643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0cc1b25d05458b"/>
    <p:sldLayoutId xmlns:r="http://schemas.openxmlformats.org/officeDocument/2006/relationships" id="2147483650" r:id="Rf9c3b8dada6644ce"/>
    <p:sldLayoutId xmlns:r="http://schemas.openxmlformats.org/officeDocument/2006/relationships" id="2147483651" r:id="R64a3129252d947f6"/>
    <p:sldLayoutId xmlns:r="http://schemas.openxmlformats.org/officeDocument/2006/relationships" id="2147483652" r:id="Rab640647b3ab486b"/>
    <p:sldLayoutId xmlns:r="http://schemas.openxmlformats.org/officeDocument/2006/relationships" id="2147483653" r:id="R29a15d0c56e14364"/>
    <p:sldLayoutId xmlns:r="http://schemas.openxmlformats.org/officeDocument/2006/relationships" id="2147483654" r:id="R6911758870d643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6e4fabfdd54b1b" /><Relationship Type="http://schemas.openxmlformats.org/officeDocument/2006/relationships/image" Target="/ppt/media/image.png" Id="R2daf9557b6bf4e61" /><Relationship Type="http://schemas.openxmlformats.org/officeDocument/2006/relationships/notesSlide" Target="/ppt/notesSlides/notesSlide1.xml" Id="Rfcdbaca9c07e40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e0f3b1d9444116" /><Relationship Type="http://schemas.openxmlformats.org/officeDocument/2006/relationships/image" Target="/ppt/media/image2.png" Id="R7e38f19a9d1c47b1" /><Relationship Type="http://schemas.openxmlformats.org/officeDocument/2006/relationships/notesSlide" Target="/ppt/notesSlides/notesSlide2.xml" Id="Rce5e1a9d91b34b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15138f4bde447c" /><Relationship Type="http://schemas.openxmlformats.org/officeDocument/2006/relationships/image" Target="/ppt/media/image3.png" Id="R4156c71f610c45c9" /><Relationship Type="http://schemas.openxmlformats.org/officeDocument/2006/relationships/notesSlide" Target="/ppt/notesSlides/notesSlide3.xml" Id="R9430d7b1ddb440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2fe511ecd740af" /><Relationship Type="http://schemas.openxmlformats.org/officeDocument/2006/relationships/image" Target="/ppt/media/image4.png" Id="R0ab6a65c5da34958" /><Relationship Type="http://schemas.openxmlformats.org/officeDocument/2006/relationships/notesSlide" Target="/ppt/notesSlides/notesSlide4.xml" Id="Rbc0c73968bec43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dce632f16a42d3" /><Relationship Type="http://schemas.openxmlformats.org/officeDocument/2006/relationships/image" Target="/ppt/media/image5.png" Id="R35374df5b0a94250" /><Relationship Type="http://schemas.openxmlformats.org/officeDocument/2006/relationships/notesSlide" Target="/ppt/notesSlides/notesSlide5.xml" Id="R078f1e79e96942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4c043a7fe44c48" /><Relationship Type="http://schemas.openxmlformats.org/officeDocument/2006/relationships/image" Target="/ppt/media/image6.png" Id="Reaf4cad10b2846c8" /><Relationship Type="http://schemas.openxmlformats.org/officeDocument/2006/relationships/notesSlide" Target="/ppt/notesSlides/notesSlide6.xml" Id="R1f9f2a6b723e4d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da6b3905cbb4dc5" /><Relationship Type="http://schemas.openxmlformats.org/officeDocument/2006/relationships/image" Target="/ppt/media/image7.png" Id="Rb10c7d3b2a7740ff" /><Relationship Type="http://schemas.openxmlformats.org/officeDocument/2006/relationships/notesSlide" Target="/ppt/notesSlides/notesSlide7.xml" Id="Rb462151570bb41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f760b2748754547" /><Relationship Type="http://schemas.openxmlformats.org/officeDocument/2006/relationships/image" Target="/ppt/media/image8.png" Id="R13e2e644dcfb4c61" /><Relationship Type="http://schemas.openxmlformats.org/officeDocument/2006/relationships/notesSlide" Target="/ppt/notesSlides/notesSlide8.xml" Id="R4c9a42eb5ee947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50758259964081" /><Relationship Type="http://schemas.openxmlformats.org/officeDocument/2006/relationships/image" Target="/ppt/media/image9.png" Id="R5165d75056e9434f" /><Relationship Type="http://schemas.openxmlformats.org/officeDocument/2006/relationships/notesSlide" Target="/ppt/notesSlides/notesSlide9.xml" Id="R08d8a7fa677b46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bb6941e618d4004" /><Relationship Type="http://schemas.openxmlformats.org/officeDocument/2006/relationships/image" Target="/ppt/media/image10.png" Id="R1501b06ffe294cc3" /><Relationship Type="http://schemas.openxmlformats.org/officeDocument/2006/relationships/notesSlide" Target="/ppt/notesSlides/notesSlide10.xml" Id="Rf456d7c98fb64e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9bc763101ff4c35" /><Relationship Type="http://schemas.openxmlformats.org/officeDocument/2006/relationships/image" Target="/ppt/media/image11.png" Id="Rb59f21315978402b" /><Relationship Type="http://schemas.openxmlformats.org/officeDocument/2006/relationships/notesSlide" Target="/ppt/notesSlides/notesSlide11.xml" Id="Re4a21e0f46ee4b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069b5e102e945fd" /><Relationship Type="http://schemas.openxmlformats.org/officeDocument/2006/relationships/image" Target="/ppt/media/image12.png" Id="Ra2cd4e23c32a421c" /><Relationship Type="http://schemas.openxmlformats.org/officeDocument/2006/relationships/chart" Target="/ppt/slides/charts/chart1.xml" Id="R932e716fba1f43dd" /><Relationship Type="http://schemas.openxmlformats.org/officeDocument/2006/relationships/notesSlide" Target="/ppt/notesSlides/notesSlide12.xml" Id="R300e7142068849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5c5777808b74bb9" /><Relationship Type="http://schemas.openxmlformats.org/officeDocument/2006/relationships/image" Target="/ppt/media/image13.png" Id="Rf7890b4b528a420c" /><Relationship Type="http://schemas.openxmlformats.org/officeDocument/2006/relationships/notesSlide" Target="/ppt/notesSlides/notesSlide13.xml" Id="R7aa83ac6a6cd4b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4889bb5bc554308" /><Relationship Type="http://schemas.openxmlformats.org/officeDocument/2006/relationships/image" Target="/ppt/media/image14.png" Id="Rdc79057996684edd" /><Relationship Type="http://schemas.openxmlformats.org/officeDocument/2006/relationships/chart" Target="/ppt/slides/charts/chart2.xml" Id="Rc79059f0ccb84c53" /><Relationship Type="http://schemas.openxmlformats.org/officeDocument/2006/relationships/notesSlide" Target="/ppt/notesSlides/notesSlide14.xml" Id="R273afcb33a7f45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676bbbca064e1b" /><Relationship Type="http://schemas.openxmlformats.org/officeDocument/2006/relationships/image" Target="/ppt/media/image15.png" Id="R8ed44a1812664573" /><Relationship Type="http://schemas.openxmlformats.org/officeDocument/2006/relationships/chart" Target="/ppt/slides/charts/chart3.xml" Id="R6472d10fa7e24160" /><Relationship Type="http://schemas.openxmlformats.org/officeDocument/2006/relationships/notesSlide" Target="/ppt/notesSlides/notesSlide15.xml" Id="R82f02250135b44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c43b987d8b04d9d" /><Relationship Type="http://schemas.openxmlformats.org/officeDocument/2006/relationships/image" Target="/ppt/media/image16.png" Id="R35438496df54402c" /><Relationship Type="http://schemas.openxmlformats.org/officeDocument/2006/relationships/chart" Target="/ppt/slides/charts/chart4.xml" Id="R377ad639618a459b" /><Relationship Type="http://schemas.openxmlformats.org/officeDocument/2006/relationships/notesSlide" Target="/ppt/notesSlides/notesSlide16.xml" Id="Ra07099d3e43e4f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f4b255e2baf44ea" /><Relationship Type="http://schemas.openxmlformats.org/officeDocument/2006/relationships/image" Target="/ppt/media/image17.png" Id="R808766c0c31b4f89" /><Relationship Type="http://schemas.openxmlformats.org/officeDocument/2006/relationships/chart" Target="/ppt/slides/charts/chart5.xml" Id="R9c0ab7f696014fd6" /><Relationship Type="http://schemas.openxmlformats.org/officeDocument/2006/relationships/notesSlide" Target="/ppt/notesSlides/notesSlide17.xml" Id="R14448ddb222f42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9c10c6a71914413" /><Relationship Type="http://schemas.openxmlformats.org/officeDocument/2006/relationships/image" Target="/ppt/media/image18.png" Id="Raca4509565914867" /><Relationship Type="http://schemas.openxmlformats.org/officeDocument/2006/relationships/notesSlide" Target="/ppt/notesSlides/notesSlide18.xml" Id="Rafeb6daa5b5547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2daf14ed5b34eac" /><Relationship Type="http://schemas.openxmlformats.org/officeDocument/2006/relationships/image" Target="/ppt/media/image19.png" Id="Rd4ca29b52a354935" /><Relationship Type="http://schemas.openxmlformats.org/officeDocument/2006/relationships/notesSlide" Target="/ppt/notesSlides/notesSlide19.xml" Id="Recc754dfa1b048e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3a9fcc8145f4594" /><Relationship Type="http://schemas.openxmlformats.org/officeDocument/2006/relationships/image" Target="/ppt/media/image20.png" Id="Re39fd749ddc14259" /><Relationship Type="http://schemas.openxmlformats.org/officeDocument/2006/relationships/notesSlide" Target="/ppt/notesSlides/notesSlide20.xml" Id="Rd078b646d8df41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3647e3584a54722" /><Relationship Type="http://schemas.openxmlformats.org/officeDocument/2006/relationships/image" Target="/ppt/media/image21.png" Id="R1de0f79729554773" /><Relationship Type="http://schemas.openxmlformats.org/officeDocument/2006/relationships/notesSlide" Target="/ppt/notesSlides/notesSlide21.xml" Id="R2f6e111fc3364c6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8ffd61a7edb40fc" /><Relationship Type="http://schemas.openxmlformats.org/officeDocument/2006/relationships/image" Target="/ppt/media/image22.png" Id="R32289a62729946e5" /><Relationship Type="http://schemas.openxmlformats.org/officeDocument/2006/relationships/notesSlide" Target="/ppt/notesSlides/notesSlide22.xml" Id="R415d3f38a54b462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9674f7eac624425" /><Relationship Type="http://schemas.openxmlformats.org/officeDocument/2006/relationships/image" Target="/ppt/media/image23.png" Id="Rbf17d2896f074ae5" /><Relationship Type="http://schemas.openxmlformats.org/officeDocument/2006/relationships/notesSlide" Target="/ppt/notesSlides/notesSlide23.xml" Id="R44980ac657bf400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d5346664cf442e6" /><Relationship Type="http://schemas.openxmlformats.org/officeDocument/2006/relationships/image" Target="/ppt/media/image24.png" Id="R00d7807717e64c1f" /><Relationship Type="http://schemas.openxmlformats.org/officeDocument/2006/relationships/notesSlide" Target="/ppt/notesSlides/notesSlide24.xml" Id="Rb5a5a8132a3142c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b48d1d29ab84f55" /><Relationship Type="http://schemas.openxmlformats.org/officeDocument/2006/relationships/image" Target="/ppt/media/image25.png" Id="Rc7853b2d2fec4b56" /><Relationship Type="http://schemas.openxmlformats.org/officeDocument/2006/relationships/notesSlide" Target="/ppt/notesSlides/notesSlide25.xml" Id="Ra22004988b4d46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888888"/>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EEEEE"/>
              </a:solidFill>
              <a:ln xmlns:a="http://schemas.openxmlformats.org/drawingml/2006/main" w="9525">
                <a:solidFill>
                  <a:srgbClr val="000000"/>
                </a:solidFill>
                <a:prstDash val="solid"/>
              </a:ln>
            </c:spPr>
          </c:dPt>
          <c:dPt>
            <c:idx val="1"/>
            <c:spPr>
              <a:solidFill xmlns:a="http://schemas.openxmlformats.org/drawingml/2006/main">
                <a:srgbClr val="BBBBBB"/>
              </a:solidFill>
              <a:ln xmlns:a="http://schemas.openxmlformats.org/drawingml/2006/main" w="9525">
                <a:solidFill>
                  <a:srgbClr val="000000"/>
                </a:solidFill>
                <a:prstDash val="solid"/>
              </a:ln>
            </c:spPr>
          </c:dPt>
          <c:dPt>
            <c:idx val="2"/>
            <c:spPr>
              <a:solidFill xmlns:a="http://schemas.openxmlformats.org/drawingml/2006/main">
                <a:srgbClr val="888888"/>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777777"/>
            </a:solidFill>
            <a:ln xmlns:a="http://schemas.openxmlformats.org/drawingml/2006/main" w="0">
              <a:noFill/>
            </a:ln>
          </c:spPr>
          <c:marker>
            <c:symbol val="circle"/>
            <c:size val="4"/>
            <c:spPr>
              <a:solidFill xmlns:a="http://schemas.openxmlformats.org/drawingml/2006/main">
                <a:srgbClr val="777777">
                  <a:alpha val="30000"/>
                </a:srgbClr>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19050">
              <a:solidFill>
                <a:srgbClr val="000000"/>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DDDDDD"/>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D267A66-E2D9-4DEC-87F1-3ADF2DA892EB}"/>
              </a:ext>
            </a:extLst>
          </p:cNvPr>
          <p:cNvPicPr>
            <a:picLocks xmlns:a="http://schemas.openxmlformats.org/drawingml/2006/main" noChangeAspect="1"/>
          </p:cNvPicPr>
          <p:nvPr/>
        </p:nvPicPr>
        <p:blipFill>
          <a:blip xmlns:r="http://schemas.openxmlformats.org/officeDocument/2006/relationships" xmlns:a="http://schemas.openxmlformats.org/drawingml/2006/main" r:embed="R2daf9557b6bf4e6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3B29C8C-5335-41D9-95FA-25581EB454D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2709BF2A-7176-4217-8359-C19F2B0D86A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FFB3FB97-D9DF-4EB8-9ADE-E22C893FB6E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BD1D9E47-B488-4E9F-B790-84665990E640}"/>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EF442B2C-584F-4CF7-90C2-865909A2F288}"/>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F7061CC1-79BE-4272-8B6C-39921DCED5CA}"/>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EE6B525B-4852-4F27-8887-AFDFF6AD0056}"/>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7C1E1950-2C12-4F28-AEF7-0EB03CE8ADB1}"/>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ACD1F9DE-2FDE-4A8A-A5B8-89EA1712F35C}"/>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4861863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0E62B87-5DF6-4321-83DC-2F96B5F119F1}"/>
              </a:ext>
            </a:extLst>
          </p:cNvPr>
          <p:cNvPicPr>
            <a:picLocks xmlns:a="http://schemas.openxmlformats.org/drawingml/2006/main" noChangeAspect="1"/>
          </p:cNvPicPr>
          <p:nvPr/>
        </p:nvPicPr>
        <p:blipFill>
          <a:blip xmlns:r="http://schemas.openxmlformats.org/officeDocument/2006/relationships" xmlns:a="http://schemas.openxmlformats.org/drawingml/2006/main" r:embed="R7e38f19a9d1c47b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558B042-194D-479D-BE83-85A9326865D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F922B4EA-7188-49C7-BABE-60DBC96B7C0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11191D45-E122-4CAB-BF02-ACF7CCBEFEF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F7508A69-E541-4067-92E3-94CC2468DDCF}"/>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ACFDA9C6-4BDD-4EDF-878B-135CD6269B90}"/>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918B9113-5709-4A85-91CA-F6CD17815469}"/>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48E95767-DADD-4925-AF31-1814C4BF6D9D}"/>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AC9E337A-A8C8-4295-A567-E5FA5ADCB6B8}"/>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7D7255A2-38EC-45D8-82DC-D9498736F664}"/>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996FE368-1528-4453-BB62-B3985E7671A4}"/>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87F683BE-3A73-4D7F-A3F4-D3EE998E681A}"/>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8078926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EFD9174-1A0C-4D1F-BC74-09D85645AFC7}"/>
              </a:ext>
            </a:extLst>
          </p:cNvPr>
          <p:cNvPicPr>
            <a:picLocks xmlns:a="http://schemas.openxmlformats.org/drawingml/2006/main" noChangeAspect="1"/>
          </p:cNvPicPr>
          <p:nvPr/>
        </p:nvPicPr>
        <p:blipFill>
          <a:blip xmlns:r="http://schemas.openxmlformats.org/officeDocument/2006/relationships" xmlns:a="http://schemas.openxmlformats.org/drawingml/2006/main" r:embed="R4156c71f610c45c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E326AC0-8981-459C-A565-61741158E62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12E31FC7-42FF-4A3B-857A-C3B736CB9FF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70335ADC-0315-470E-B0C9-4B176890F12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DBEDBD59-208F-4351-921F-C9C8FE6C78A0}"/>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8A26F081-BA3D-4114-8ACB-8324E6807AC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9178376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4A9E930-A82D-4FD8-B583-DD936D80C3D5}"/>
              </a:ext>
            </a:extLst>
          </p:cNvPr>
          <p:cNvPicPr>
            <a:picLocks xmlns:a="http://schemas.openxmlformats.org/drawingml/2006/main" noChangeAspect="1"/>
          </p:cNvPicPr>
          <p:nvPr/>
        </p:nvPicPr>
        <p:blipFill>
          <a:blip xmlns:r="http://schemas.openxmlformats.org/officeDocument/2006/relationships" xmlns:a="http://schemas.openxmlformats.org/drawingml/2006/main" r:embed="R0ab6a65c5da3495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6654587-CBF9-4065-B14B-0C5F58C3B00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C01BA2CE-2393-4C3A-A911-2E4874802C7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BF716FB3-B8DC-438C-BFD7-47E232124C2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4BC57564-C8FD-4286-9D9A-CF84C125DD6E}"/>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5FB04ACB-58C3-4DA3-B3DD-612A7B3B303D}"/>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A05E6170-8684-49CC-B4FC-A7A67EE802E8}"/>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3A7278E8-018C-47CA-9F7C-6B9777E049B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4768445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78ECD48-D4C8-4F2C-B6E4-EE65A6182271}"/>
              </a:ext>
            </a:extLst>
          </p:cNvPr>
          <p:cNvPicPr>
            <a:picLocks xmlns:a="http://schemas.openxmlformats.org/drawingml/2006/main" noChangeAspect="1"/>
          </p:cNvPicPr>
          <p:nvPr/>
        </p:nvPicPr>
        <p:blipFill>
          <a:blip xmlns:r="http://schemas.openxmlformats.org/officeDocument/2006/relationships" xmlns:a="http://schemas.openxmlformats.org/drawingml/2006/main" r:embed="R35374df5b0a9425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CC58795-A449-44A8-81B2-422CCE90C9B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BF77473C-42CA-4117-8BA3-CB7010B133C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71BF36C3-04F7-40E1-94A6-A9F61F3EF2F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67C8819A-E2CE-4465-A11C-8261C70C5A2F}"/>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5815092C-4081-4B14-8E86-B766C4798715}"/>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D86F1848-7641-4E31-AF40-8B20B641DF51}"/>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21525189-0F0B-4773-8B86-E92123F3F1EB}"/>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FAE466FC-CE1F-4BC5-88F8-6E44A611E25A}"/>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6E51FA7D-9A13-4C81-A9FE-F44F8F3FE4DA}"/>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296255DD-1A55-46C2-8B67-A496CB2B9F1A}"/>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F7DB4900-3F77-4389-9231-D92FADAD7E88}"/>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9BD7F159-D9ED-48EF-820C-9A97CC324DE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15496609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DC0400E-0764-4BB6-BD80-22D6CFDC3FA7}"/>
              </a:ext>
            </a:extLst>
          </p:cNvPr>
          <p:cNvPicPr>
            <a:picLocks xmlns:a="http://schemas.openxmlformats.org/drawingml/2006/main" noChangeAspect="1"/>
          </p:cNvPicPr>
          <p:nvPr/>
        </p:nvPicPr>
        <p:blipFill>
          <a:blip xmlns:r="http://schemas.openxmlformats.org/officeDocument/2006/relationships" xmlns:a="http://schemas.openxmlformats.org/drawingml/2006/main" r:embed="Reaf4cad10b2846c8"/>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A749691-A598-49F7-A2BA-B8599B254D5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44C0597F-AEF8-4A66-9FA1-C3EEAD3CE0D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5600CE88-4988-4235-BCD3-2D5A950D8C2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5DA01BA3-6F42-4173-80CC-92AA1ACB6FB2}"/>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F93AE9CE-2300-4A7E-99B9-988319706A0A}"/>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3E42CF15-BE5B-4908-B7ED-D2ABA55897F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9892070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7943CD7-3CE3-44C5-B142-9C3255AE0DE0}"/>
              </a:ext>
            </a:extLst>
          </p:cNvPr>
          <p:cNvPicPr>
            <a:picLocks xmlns:a="http://schemas.openxmlformats.org/drawingml/2006/main" noChangeAspect="1"/>
          </p:cNvPicPr>
          <p:nvPr/>
        </p:nvPicPr>
        <p:blipFill>
          <a:blip xmlns:r="http://schemas.openxmlformats.org/officeDocument/2006/relationships" xmlns:a="http://schemas.openxmlformats.org/drawingml/2006/main" r:embed="Rb10c7d3b2a7740f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37D24C5-6332-4EC5-B8A2-B724941E493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952B28E5-65D6-45FA-820F-09C870A36F0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7D6E0580-37CC-4918-903B-5F8BE3D1E18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830DE3E0-4745-49DB-B9F2-ED1CD7EDEE0D}"/>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6BCB6A02-A9FA-4A8C-954B-C608A53DE1CC}"/>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E5C331F2-A3E7-4D97-948F-94909460B95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18874327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310C177-26E1-4BD2-A853-9A29B9F9535A}"/>
              </a:ext>
            </a:extLst>
          </p:cNvPr>
          <p:cNvPicPr>
            <a:picLocks xmlns:a="http://schemas.openxmlformats.org/drawingml/2006/main" noChangeAspect="1"/>
          </p:cNvPicPr>
          <p:nvPr/>
        </p:nvPicPr>
        <p:blipFill>
          <a:blip xmlns:r="http://schemas.openxmlformats.org/officeDocument/2006/relationships" xmlns:a="http://schemas.openxmlformats.org/drawingml/2006/main" r:embed="R13e2e644dcfb4c6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6ABD947-2573-4BDB-8C0E-E8293601C42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641ED6CD-C8E0-409A-AFF3-8D1D03BC3B8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982A837F-495F-4C9D-8DEE-AACB604612C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85ABF992-BF37-4B55-A369-D7BBBFC0B9FA}"/>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2D2330E1-5F4C-4540-80F0-CBA4ED56FF9D}"/>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171B38A0-6B5F-4C51-88FB-7C6A174FA2A3}"/>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1A2C3442-BC0B-431B-A416-BB2F813F37A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8985405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5D6919E-782D-4B9F-9A41-9C39FA4BE0DC}"/>
              </a:ext>
            </a:extLst>
          </p:cNvPr>
          <p:cNvPicPr>
            <a:picLocks xmlns:a="http://schemas.openxmlformats.org/drawingml/2006/main" noChangeAspect="1"/>
          </p:cNvPicPr>
          <p:nvPr/>
        </p:nvPicPr>
        <p:blipFill>
          <a:blip xmlns:r="http://schemas.openxmlformats.org/officeDocument/2006/relationships" xmlns:a="http://schemas.openxmlformats.org/drawingml/2006/main" r:embed="R5165d75056e9434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6A19065-EDC9-415D-8ABF-A5778EB8BCB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08AEFE20-92C4-40B6-8F11-5B9DC67D55E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9877CE6E-8171-4D96-A3B4-4A55F34C887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1FA20D06-BD27-405C-8BA4-0BC9F1DF7F8B}"/>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EC707A70-F3BE-4767-9DE0-5839FC25B1BA}"/>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E6281ABD-3028-447A-98BE-B498AA60DC1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7852799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5B9915F-5C33-4DBF-AE83-7E70F7D143FA}"/>
              </a:ext>
            </a:extLst>
          </p:cNvPr>
          <p:cNvPicPr>
            <a:picLocks xmlns:a="http://schemas.openxmlformats.org/drawingml/2006/main" noChangeAspect="1"/>
          </p:cNvPicPr>
          <p:nvPr/>
        </p:nvPicPr>
        <p:blipFill>
          <a:blip xmlns:r="http://schemas.openxmlformats.org/officeDocument/2006/relationships" xmlns:a="http://schemas.openxmlformats.org/drawingml/2006/main" r:embed="R1501b06ffe294cc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360ECF3-C900-49B5-9C80-B17EFFF897B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9447D536-7ED4-4F6C-A12F-407709BAA2D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6FB4C533-D3C6-4497-95CF-63DBF36C13F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76CB1F92-CA86-4788-87E4-FFDCD17F3E8C}"/>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EFEE0953-5FE9-4F6B-BFC1-13879240D84C}"/>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E618FEA2-90E5-4216-B1D5-CDD6D81C6DB0}"/>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50871B4D-645C-4640-A977-EFE8BCC1DE6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14203283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107D57A-83CE-4902-88BC-CD06021B72CB}"/>
              </a:ext>
            </a:extLst>
          </p:cNvPr>
          <p:cNvPicPr>
            <a:picLocks xmlns:a="http://schemas.openxmlformats.org/drawingml/2006/main" noChangeAspect="1"/>
          </p:cNvPicPr>
          <p:nvPr/>
        </p:nvPicPr>
        <p:blipFill>
          <a:blip xmlns:r="http://schemas.openxmlformats.org/officeDocument/2006/relationships" xmlns:a="http://schemas.openxmlformats.org/drawingml/2006/main" r:embed="Rb59f21315978402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B736F54-AD7D-4132-8307-5EFCC274388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5FD4D8C9-D128-48F0-BBDC-44CC1A06A40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4507282F-8DD7-4A30-AE7C-8D140C57B3F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08CFECAB-261C-4823-81C7-9152D9B6CBD3}"/>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C5622713-9FCE-4B68-8FEF-092955B2A22A}"/>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8F22D08C-9D29-434A-BC60-E1F3F986400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2762582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CA7CB54-ED78-4AA0-99BC-2B8540F8112D}"/>
              </a:ext>
            </a:extLst>
          </p:cNvPr>
          <p:cNvPicPr>
            <a:picLocks xmlns:a="http://schemas.openxmlformats.org/drawingml/2006/main" noChangeAspect="1"/>
          </p:cNvPicPr>
          <p:nvPr/>
        </p:nvPicPr>
        <p:blipFill>
          <a:blip xmlns:r="http://schemas.openxmlformats.org/officeDocument/2006/relationships" xmlns:a="http://schemas.openxmlformats.org/drawingml/2006/main" r:embed="Ra2cd4e23c32a421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AE693CF-E934-4C3F-B201-CCA7CAA3E71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BF7CF577-E188-4B39-B7B7-5ACAA81E082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85DDB511-395E-4847-BE13-29BEDBF9975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050D7DB7-1364-48F1-8463-396521A66BE2}"/>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32e716fba1f43dd"/>
          </a:graphicData>
        </a:graphic>
      </p:graphicFrame>
      <p:sp>
        <p:nvSpPr>
          <p:cNvPr id="6" name="Mean 11.91">
            <a:extLst xmlns:a="http://schemas.openxmlformats.org/drawingml/2006/main">
              <a:ext uri="{FF2B5EF4-FFF2-40B4-BE49-F238E27FC236}">
                <a16:creationId xmlns:a16="http://schemas.microsoft.com/office/drawing/2014/main" id="{85553FBF-BF17-4AF5-8E85-8157D271E89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3EC6223A-F9CA-4499-9992-F6074B8585F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23380568-2554-49DB-9D6D-0BEB7D1C03D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14701483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EB4156BB-A75D-49E4-BE1A-0A83733B3CE0}"/>
              </a:ext>
            </a:extLst>
          </p:cNvPr>
          <p:cNvPicPr>
            <a:picLocks xmlns:a="http://schemas.openxmlformats.org/drawingml/2006/main" noChangeAspect="1"/>
          </p:cNvPicPr>
          <p:nvPr/>
        </p:nvPicPr>
        <p:blipFill>
          <a:blip xmlns:r="http://schemas.openxmlformats.org/officeDocument/2006/relationships" xmlns:a="http://schemas.openxmlformats.org/drawingml/2006/main" r:embed="Rf7890b4b528a420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5D6D271-1A56-4CCC-A46B-4B422AD12BB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5E108863-148B-41A6-A7E3-60EEFD4E70F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62072137-C5ED-421F-BB07-A0AC4E23448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237FB1EF-487C-4545-8000-02D5CFE9E8C5}"/>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B71D638B-875C-428C-A002-2B991750D5AE}"/>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AA31A191-A349-430C-9992-8939DB030A6E}"/>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56AA1725-8FF7-487C-A00C-A056BE66043C}"/>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AB8BA01B-FC7D-4093-B9D5-875B6A9B5178}"/>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045C62D8-1057-4217-A958-1DF93CEDB4D1}"/>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9257D4AA-5413-4EC2-8097-5DFDAF162B91}"/>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7E697F37-635F-4D64-9885-A3E4024FA5E6}"/>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10EBF546-FFAB-4D24-A873-3C5058F54EFA}"/>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B7A74DBB-475E-4E2F-92B6-69F5BFECD90B}"/>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62594DAB-1180-4558-BA2C-ABF65E1643AB}"/>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779D8C26-12F2-4B33-B038-C1AD8B703077}"/>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BE90CD64-B69C-414F-800C-DA6E695CE93A}"/>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5999146D-CA8B-4B84-A536-AF9D791407F6}"/>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91159DAC-310C-471B-B116-7CE83484C2D6}"/>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20" name="Thin monochrome rule">
            <a:extLst xmlns:a="http://schemas.openxmlformats.org/drawingml/2006/main">
              <a:ext uri="{FF2B5EF4-FFF2-40B4-BE49-F238E27FC236}">
                <a16:creationId xmlns:a16="http://schemas.microsoft.com/office/drawing/2014/main" id="{0FE39D20-8B07-4699-B7B3-B4BA2376B4FA}"/>
              </a:ext>
            </a:extLst>
          </p:cNvPr>
          <p:cNvSpPr>
            <a:spLocks xmlns:a="http://schemas.openxmlformats.org/drawingml/2006/main" noGrp="1"/>
          </p:cNvSpPr>
          <p:nvPr/>
        </p:nvSpPr>
        <p:spPr>
          <a:xfrm xmlns:a="http://schemas.openxmlformats.org/drawingml/2006/main">
            <a:off x="2619375" y="3024188"/>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EDEBF531-E345-4142-8A90-F13C0E33EEE2}"/>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6B819015-E7A9-4E7A-AD83-6FD0022E09AF}"/>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9D4301D0-A005-4DB4-A6DB-4C1025FA260A}"/>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7ED0C927-2CF0-4EF4-B4C1-28696AA29FA4}"/>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DE64ED86-36D1-4778-B47F-386D3CA8ED0C}"/>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6" name="GP (n=423)">
            <a:extLst xmlns:a="http://schemas.openxmlformats.org/drawingml/2006/main">
              <a:ext uri="{FF2B5EF4-FFF2-40B4-BE49-F238E27FC236}">
                <a16:creationId xmlns:a16="http://schemas.microsoft.com/office/drawing/2014/main" id="{714E4CC2-5894-4F37-8659-EA1AC743F3D9}"/>
              </a:ext>
            </a:extLst>
          </p:cNvPr>
          <p:cNvSpPr>
            <a:spLocks xmlns:a="http://schemas.openxmlformats.org/drawingml/2006/main" noGrp="1"/>
          </p:cNvSpPr>
          <p:nvPr/>
        </p:nvSpPr>
        <p:spPr>
          <a:xfrm xmlns:a="http://schemas.openxmlformats.org/drawingml/2006/main">
            <a:off x="21431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 (n=423)</a:t>
            </a:r>
          </a:p>
        </p:txBody>
      </p:sp>
      <p:sp>
        <p:nvSpPr>
          <p:cNvPr id="27" name="Thin monochrome rule">
            <a:extLst xmlns:a="http://schemas.openxmlformats.org/drawingml/2006/main">
              <a:ext uri="{FF2B5EF4-FFF2-40B4-BE49-F238E27FC236}">
                <a16:creationId xmlns:a16="http://schemas.microsoft.com/office/drawing/2014/main" id="{4B55D427-D39D-46FF-A746-5BE6D9B0D098}"/>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3B751A5E-D522-47E4-8AF8-50ECAE17B45D}"/>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E452B6FD-6405-4C99-992E-C7B2FA8EE682}"/>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81DA23E0-CB61-4EAC-8736-BD45EA1C5376}"/>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31" name="Thin monochrome rule">
            <a:extLst xmlns:a="http://schemas.openxmlformats.org/drawingml/2006/main">
              <a:ext uri="{FF2B5EF4-FFF2-40B4-BE49-F238E27FC236}">
                <a16:creationId xmlns:a16="http://schemas.microsoft.com/office/drawing/2014/main" id="{BD9B11C1-3A9D-47E2-A779-C8451D93C312}"/>
              </a:ext>
            </a:extLst>
          </p:cNvPr>
          <p:cNvSpPr>
            <a:spLocks xmlns:a="http://schemas.openxmlformats.org/drawingml/2006/main" noGrp="1"/>
          </p:cNvSpPr>
          <p:nvPr/>
        </p:nvSpPr>
        <p:spPr>
          <a:xfrm xmlns:a="http://schemas.openxmlformats.org/drawingml/2006/main">
            <a:off x="5476875" y="3357563"/>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441DC273-DA25-4086-A028-7FA4696E9C6D}"/>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33" name="MS (n=226)">
            <a:extLst xmlns:a="http://schemas.openxmlformats.org/drawingml/2006/main">
              <a:ext uri="{FF2B5EF4-FFF2-40B4-BE49-F238E27FC236}">
                <a16:creationId xmlns:a16="http://schemas.microsoft.com/office/drawing/2014/main" id="{D10293A5-8ECB-4AF4-9AA5-727CE1A01A0D}"/>
              </a:ext>
            </a:extLst>
          </p:cNvPr>
          <p:cNvSpPr>
            <a:spLocks xmlns:a="http://schemas.openxmlformats.org/drawingml/2006/main" noGrp="1"/>
          </p:cNvSpPr>
          <p:nvPr/>
        </p:nvSpPr>
        <p:spPr>
          <a:xfrm xmlns:a="http://schemas.openxmlformats.org/drawingml/2006/main">
            <a:off x="5000625" y="547687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 (n=226)</a:t>
            </a:r>
          </a:p>
        </p:txBody>
      </p:sp>
      <p:sp>
        <p:nvSpPr>
          <p:cNvPr id="34" name="Medians: 13 / 11">
            <a:extLst xmlns:a="http://schemas.openxmlformats.org/drawingml/2006/main">
              <a:ext uri="{FF2B5EF4-FFF2-40B4-BE49-F238E27FC236}">
                <a16:creationId xmlns:a16="http://schemas.microsoft.com/office/drawing/2014/main" id="{D6DAAE22-7A58-4525-BEFA-C3E3237FBFE0}"/>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6222F6D3-FF00-4F2F-AA8E-BC14D7F2788B}"/>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D6AEE765-ED84-462C-A3ED-78EC4C7252A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19947183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C1DAC62-6ADB-4531-B7B5-C8302BE0BA4C}"/>
              </a:ext>
            </a:extLst>
          </p:cNvPr>
          <p:cNvPicPr>
            <a:picLocks xmlns:a="http://schemas.openxmlformats.org/drawingml/2006/main" noChangeAspect="1"/>
          </p:cNvPicPr>
          <p:nvPr/>
        </p:nvPicPr>
        <p:blipFill>
          <a:blip xmlns:r="http://schemas.openxmlformats.org/officeDocument/2006/relationships" xmlns:a="http://schemas.openxmlformats.org/drawingml/2006/main" r:embed="Rdc79057996684ed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B1B7C56-05A8-466A-96F1-BC3D915B95C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A3D2152B-4DD0-4E57-BFAE-8C1AAFF49E7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CB153911-47FE-4E29-997A-B1F6721396C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1523C550-F51C-4A17-9A3D-A7054D5585AF}"/>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c79059f0ccb84c53"/>
          </a:graphicData>
        </a:graphic>
      </p:graphicFrame>
      <p:sp>
        <p:nvSpPr>
          <p:cNvPr id="6" name="Unequal groups">
            <a:extLst xmlns:a="http://schemas.openxmlformats.org/drawingml/2006/main">
              <a:ext uri="{FF2B5EF4-FFF2-40B4-BE49-F238E27FC236}">
                <a16:creationId xmlns:a16="http://schemas.microsoft.com/office/drawing/2014/main" id="{89A35083-31D5-4307-9E82-7D3859FE73C3}"/>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431A1CE9-B0B3-4C9D-91B1-EE876A77AD34}"/>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7072DFED-D958-49CA-BDA0-62DDEEAC9F9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13221977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634EDF8-4EBD-43BD-9E8B-DA854EE2DA30}"/>
              </a:ext>
            </a:extLst>
          </p:cNvPr>
          <p:cNvPicPr>
            <a:picLocks xmlns:a="http://schemas.openxmlformats.org/drawingml/2006/main" noChangeAspect="1"/>
          </p:cNvPicPr>
          <p:nvPr/>
        </p:nvPicPr>
        <p:blipFill>
          <a:blip xmlns:r="http://schemas.openxmlformats.org/officeDocument/2006/relationships" xmlns:a="http://schemas.openxmlformats.org/drawingml/2006/main" r:embed="R8ed44a181266457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1392069-40CC-4CF6-A89F-59F9DB4F2B4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87D6E92C-0567-4AE3-A20D-4CC6F8A6606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06607EC8-DCF7-4842-AED3-A50B23ECBDF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5F7A029D-F956-466B-8B41-79C113ED8112}"/>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6472d10fa7e24160"/>
          </a:graphicData>
        </a:graphic>
      </p:graphicFrame>
      <p:sp>
        <p:nvSpPr>
          <p:cNvPr id="6" name="Largest band: 10–14">
            <a:extLst xmlns:a="http://schemas.openxmlformats.org/drawingml/2006/main">
              <a:ext uri="{FF2B5EF4-FFF2-40B4-BE49-F238E27FC236}">
                <a16:creationId xmlns:a16="http://schemas.microsoft.com/office/drawing/2014/main" id="{C7443CF5-2754-4D87-8E5E-DE5CDD6B6BFA}"/>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 10–14</a:t>
            </a:r>
          </a:p>
        </p:txBody>
      </p:sp>
      <p:sp>
        <p:nvSpPr>
          <p:cNvPr id="7" name="0–9: 100&#10;15.41%&#10;&#10;10–14: 418&#10;64.41%&#10;&#10;15–20: 131&#10;20.18%">
            <a:extLst xmlns:a="http://schemas.openxmlformats.org/drawingml/2006/main">
              <a:ext uri="{FF2B5EF4-FFF2-40B4-BE49-F238E27FC236}">
                <a16:creationId xmlns:a16="http://schemas.microsoft.com/office/drawing/2014/main" id="{35008632-7B37-4294-B65F-41C404054CB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51C290A1-434B-4C0D-838A-01E37762742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1570335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83DD613-94ED-45A5-A61F-F1BD9DF22E2E}"/>
              </a:ext>
            </a:extLst>
          </p:cNvPr>
          <p:cNvPicPr>
            <a:picLocks xmlns:a="http://schemas.openxmlformats.org/drawingml/2006/main" noChangeAspect="1"/>
          </p:cNvPicPr>
          <p:nvPr/>
        </p:nvPicPr>
        <p:blipFill>
          <a:blip xmlns:r="http://schemas.openxmlformats.org/officeDocument/2006/relationships" xmlns:a="http://schemas.openxmlformats.org/drawingml/2006/main" r:embed="R35438496df54402c"/>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56AEC0D-29C0-4B69-BBFA-F805F80DA0E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75AE05D1-9C86-484D-8E92-E4247BB0A38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8D726A1B-DE89-463D-AA9C-D949E7E15A5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35FCD63C-4327-4CC5-87AC-DE42E3D42C8D}"/>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377ad639618a459b"/>
          </a:graphicData>
        </a:graphic>
      </p:graphicFrame>
      <p:sp>
        <p:nvSpPr>
          <p:cNvPr id="6" name="ρ = 0.9445">
            <a:extLst xmlns:a="http://schemas.openxmlformats.org/drawingml/2006/main">
              <a:ext uri="{FF2B5EF4-FFF2-40B4-BE49-F238E27FC236}">
                <a16:creationId xmlns:a16="http://schemas.microsoft.com/office/drawing/2014/main" id="{8F6926FE-7248-42D6-BF61-04DD60748069}"/>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4F5D7850-CD95-4CD2-874A-BE81C500A00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9FE1BBFB-08CB-4BF2-88B8-2560F9323FF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15090255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C923EDD-9E97-4A42-AF80-43B6A9ECE91B}"/>
              </a:ext>
            </a:extLst>
          </p:cNvPr>
          <p:cNvPicPr>
            <a:picLocks xmlns:a="http://schemas.openxmlformats.org/drawingml/2006/main" noChangeAspect="1"/>
          </p:cNvPicPr>
          <p:nvPr/>
        </p:nvPicPr>
        <p:blipFill>
          <a:blip xmlns:r="http://schemas.openxmlformats.org/officeDocument/2006/relationships" xmlns:a="http://schemas.openxmlformats.org/drawingml/2006/main" r:embed="R808766c0c31b4f8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DB6C9BA-9C99-4006-AF44-79312705503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8E7945BF-0CD9-47F9-8764-6C09865B2B5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A825DB44-BC2D-4A46-B16C-A96E316702A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25D13FC6-6F13-47C9-9BBE-958179CA7777}"/>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c0ab7f696014fd6"/>
          </a:graphicData>
        </a:graphic>
      </p:graphicFrame>
      <p:sp>
        <p:nvSpPr>
          <p:cNvPr id="6" name="List + dictionary">
            <a:extLst xmlns:a="http://schemas.openxmlformats.org/drawingml/2006/main">
              <a:ext uri="{FF2B5EF4-FFF2-40B4-BE49-F238E27FC236}">
                <a16:creationId xmlns:a16="http://schemas.microsoft.com/office/drawing/2014/main" id="{438AC275-D492-40FC-B0C8-515C449D6E13}"/>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C1714F11-3240-4FE3-A2C9-6E767CAF349D}"/>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231CBAE0-5F48-444C-9053-721F730FF33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86293593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B449B58-F476-4A85-8C07-B0197F4941CE}"/>
              </a:ext>
            </a:extLst>
          </p:cNvPr>
          <p:cNvPicPr>
            <a:picLocks xmlns:a="http://schemas.openxmlformats.org/drawingml/2006/main" noChangeAspect="1"/>
          </p:cNvPicPr>
          <p:nvPr/>
        </p:nvPicPr>
        <p:blipFill>
          <a:blip xmlns:r="http://schemas.openxmlformats.org/officeDocument/2006/relationships" xmlns:a="http://schemas.openxmlformats.org/drawingml/2006/main" r:embed="Raca450956591486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3A9D78D-6223-46A3-BE74-4E128DD3A1A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5E014366-1B7B-4E3E-BA24-77DF59C3B03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6B9D27EE-F537-40E2-BAD9-A268E054727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336B89C7-01A2-4E36-A5D5-124BDC8E0DC6}"/>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6ECB9215-A890-41DC-B3BE-70064833A389}"/>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833771FD-F099-421E-9608-7C8D43CE398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23222855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7A89D6F-FDC1-4433-B79C-82E0C8D70D17}"/>
              </a:ext>
            </a:extLst>
          </p:cNvPr>
          <p:cNvPicPr>
            <a:picLocks xmlns:a="http://schemas.openxmlformats.org/drawingml/2006/main" noChangeAspect="1"/>
          </p:cNvPicPr>
          <p:nvPr/>
        </p:nvPicPr>
        <p:blipFill>
          <a:blip xmlns:r="http://schemas.openxmlformats.org/officeDocument/2006/relationships" xmlns:a="http://schemas.openxmlformats.org/drawingml/2006/main" r:embed="Rd4ca29b52a35493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893487F2-D379-4F44-BD15-B2F01D7CE81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AC452D48-9DE2-494F-AC52-80A031B26AF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DB86FD8F-8EB6-465A-91BA-B2EC6B66EABF}"/>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0531BBC2-03ED-402E-994A-06EB28DFC7DE}"/>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4FE4FCAB-F825-49AE-BB85-E38D39A841E6}"/>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AA51061A-B45C-401C-B0EC-3261257F4BF0}"/>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3F3DC14F-E779-4ABA-8899-6D743DF5E423}"/>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CA870D0F-319E-410F-AE93-218A0A22FACB}"/>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66C713FB-C5A3-4365-868B-83752A5ED465}"/>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D0BC5198-363F-44E6-9731-829D605323D1}"/>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24B9D1A3-C303-44F4-BB93-0EAF921A96C3}"/>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4555152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327D2BC-7FEF-4B39-89B7-231A39FBF850}"/>
              </a:ext>
            </a:extLst>
          </p:cNvPr>
          <p:cNvPicPr>
            <a:picLocks xmlns:a="http://schemas.openxmlformats.org/drawingml/2006/main" noChangeAspect="1"/>
          </p:cNvPicPr>
          <p:nvPr/>
        </p:nvPicPr>
        <p:blipFill>
          <a:blip xmlns:r="http://schemas.openxmlformats.org/officeDocument/2006/relationships" xmlns:a="http://schemas.openxmlformats.org/drawingml/2006/main" r:embed="Re39fd749ddc1425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C45CC79-671F-448A-80F0-D75FEBA087B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20A0486F-4A1D-47CB-BA43-99A099FD98C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A5F4DBEF-5123-4F08-8D1B-362D48E42C2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3022B094-7CA4-4ADB-8F50-106CD70DC5A8}"/>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BD8DCDFC-A808-4F8B-9175-1FDFA345266A}"/>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B283ECC8-01FB-4F7B-A80E-B087410ED104}"/>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30077F33-7ADD-43CB-8431-A7503FCC986C}"/>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026200F3-F033-4AFA-8AC6-E212DD74CEFA}"/>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168621206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026CAD9-8B96-4510-ACF3-6D79E06BF6ED}"/>
              </a:ext>
            </a:extLst>
          </p:cNvPr>
          <p:cNvPicPr>
            <a:picLocks xmlns:a="http://schemas.openxmlformats.org/drawingml/2006/main" noChangeAspect="1"/>
          </p:cNvPicPr>
          <p:nvPr/>
        </p:nvPicPr>
        <p:blipFill>
          <a:blip xmlns:r="http://schemas.openxmlformats.org/officeDocument/2006/relationships" xmlns:a="http://schemas.openxmlformats.org/drawingml/2006/main" r:embed="R1de0f7972955477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16ED33C-2884-434C-BB7B-1AB7C18B389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7679F8CE-88E7-400F-B926-6995CDE3D18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319A313B-CFC3-4557-BC2F-7B3DE231CA6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AFA26FCD-D3B7-4F8B-A167-AC75410E94DE}"/>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28E556A3-2C57-4AE1-8B53-8252DF96288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50280979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5D1A139-91A1-45AC-B9F0-F1F8341B5266}"/>
              </a:ext>
            </a:extLst>
          </p:cNvPr>
          <p:cNvPicPr>
            <a:picLocks xmlns:a="http://schemas.openxmlformats.org/drawingml/2006/main" noChangeAspect="1"/>
          </p:cNvPicPr>
          <p:nvPr/>
        </p:nvPicPr>
        <p:blipFill>
          <a:blip xmlns:r="http://schemas.openxmlformats.org/officeDocument/2006/relationships" xmlns:a="http://schemas.openxmlformats.org/drawingml/2006/main" r:embed="R32289a62729946e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E38DA36-A451-4646-8C13-F496C5900B3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26B23717-0262-4495-81D3-10531D7A134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136EA393-3045-4585-A09B-AE819B64978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4B3361D4-B50F-4A9A-9D89-57375F48FC4D}"/>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3E8FFAFF-FD34-47DA-AEB3-C374E2918EB7}"/>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15574500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25EC14E-78F6-48CA-8B0E-D4A09B2953B3}"/>
              </a:ext>
            </a:extLst>
          </p:cNvPr>
          <p:cNvPicPr>
            <a:picLocks xmlns:a="http://schemas.openxmlformats.org/drawingml/2006/main" noChangeAspect="1"/>
          </p:cNvPicPr>
          <p:nvPr/>
        </p:nvPicPr>
        <p:blipFill>
          <a:blip xmlns:r="http://schemas.openxmlformats.org/officeDocument/2006/relationships" xmlns:a="http://schemas.openxmlformats.org/drawingml/2006/main" r:embed="Rbf17d2896f074ae5"/>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501EF57-19BC-4695-A73B-AAC87EC2B43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BB1A7082-61B9-443D-8B4C-97978E6664E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98E9F4FF-A1AB-430B-9DE5-4166DCE1596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1D45753D-D31A-4E4F-A70F-285390F08182}"/>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38100" tIns="38100" rIns="38100" bIns="38100">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38100" tIns="38100" rIns="38100" bIns="38100">
                      <a:noAutofit/>
                    </a:bodyPr>
                    <a:lstStyle/>
                    <a:p>
                      <a:pPr algn="l"/>
                      <a:r>
                        <a:rPr sz="1800" b="0">
                          <a:solidFill>
                            <a:srgbClr val="000000"/>
                          </a:solidFill>
                          <a:latin typeface="Arial"/>
                          <a:ea typeface="Arial"/>
                          <a:cs typeface="Arial"/>
                        </a:rPr>
                        <a:t>338</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636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113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181</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185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327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332</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337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349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0FAD1E29-1911-4C0E-AC82-35837B94E59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206065701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FB4397F-A291-40C9-A689-B7A9F62CC9FC}"/>
              </a:ext>
            </a:extLst>
          </p:cNvPr>
          <p:cNvPicPr>
            <a:picLocks xmlns:a="http://schemas.openxmlformats.org/drawingml/2006/main" noChangeAspect="1"/>
          </p:cNvPicPr>
          <p:nvPr/>
        </p:nvPicPr>
        <p:blipFill>
          <a:blip xmlns:r="http://schemas.openxmlformats.org/officeDocument/2006/relationships" xmlns:a="http://schemas.openxmlformats.org/drawingml/2006/main" r:embed="R00d7807717e64c1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8582074-058F-4475-A20A-3BE73CF850A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97381DCC-0443-4B9F-8F80-67660A1800C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F2CFD9CA-92AE-4292-B0EC-72C1427E685B}"/>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AA6ACA4A-B108-492C-90FA-4039D3DAB7DF}"/>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38100" tIns="38100" rIns="38100" bIns="38100">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38100" tIns="38100" rIns="38100" bIns="38100">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38100" tIns="38100" rIns="38100" bIns="38100">
                      <a:noAutofit/>
                    </a:bodyPr>
                    <a:lstStyle/>
                    <a:p>
                      <a:pPr algn="l"/>
                      <a:r>
                        <a:rPr sz="1800" b="0">
                          <a:solidFill>
                            <a:srgbClr val="000000"/>
                          </a:solidFill>
                          <a:latin typeface="Arial"/>
                          <a:ea typeface="Arial"/>
                          <a:cs typeface="Arial"/>
                        </a:rPr>
                        <a:t>163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440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519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567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583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586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597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603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38100" tIns="38100" rIns="38100" bIns="38100">
                      <a:noAutofit/>
                    </a:bodyPr>
                    <a:lstStyle/>
                    <a:p>
                      <a:pPr algn="l"/>
                      <a:r>
                        <a:rPr sz="1800" b="0">
                          <a:solidFill>
                            <a:srgbClr val="000000"/>
                          </a:solidFill>
                          <a:latin typeface="Arial"/>
                          <a:ea typeface="Arial"/>
                          <a:cs typeface="Arial"/>
                        </a:rPr>
                        <a:t>605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38100" tIns="38100" rIns="38100" bIns="38100">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6B1E23F3-AC26-41F0-B1F1-578881AB89D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121985532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D3AAE1E-82BA-4C12-B3EC-87F1A320F269}"/>
              </a:ext>
            </a:extLst>
          </p:cNvPr>
          <p:cNvPicPr>
            <a:picLocks xmlns:a="http://schemas.openxmlformats.org/drawingml/2006/main" noChangeAspect="1"/>
          </p:cNvPicPr>
          <p:nvPr/>
        </p:nvPicPr>
        <p:blipFill>
          <a:blip xmlns:r="http://schemas.openxmlformats.org/officeDocument/2006/relationships" xmlns:a="http://schemas.openxmlformats.org/drawingml/2006/main" r:embed="Rc7853b2d2fec4b5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22EB670-690E-40D0-B832-1869FFAF06B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8834FED3-456F-44D0-9026-BAF8659DE748}"/>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6C137F82-95E4-4484-9807-C81E2C2CA04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0F0846CF-B439-44FC-B0F7-E27429B5C279}"/>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14D01470-AD59-4432-90F2-884B9017DE17}"/>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D13512FE-D54A-42E8-B04B-56E03B22F34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1976876430"/>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2026-10-20T05:23:19.0690000Z</dcterms:created>
  <dcterms:modified xsi:type="dcterms:W3CDTF">2026-10-20T05:23:19.0690000Z</dcterms:modified>
</coreProperties>
</file>