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7b0ff2be0243a2" /><Relationship Type="http://schemas.openxmlformats.org/officeDocument/2006/relationships/extended-properties" Target="/docProps/app.xml" Id="R5553777492344c5e" /><Relationship Type="http://schemas.openxmlformats.org/officeDocument/2006/relationships/officeDocument" Target="/ppt/presentation.xml" Id="R170d7b54e5444a20" /></Relationships>
</file>

<file path=ppt/presentation.xml><?xml version="1.0" encoding="utf-8"?>
<p:presentation xmlns:p="http://schemas.openxmlformats.org/presentationml/2006/main">
  <p:sldMasterIdLst>
    <p:sldMasterId xmlns:r="http://schemas.openxmlformats.org/officeDocument/2006/relationships" id="2147483648" r:id="R3a265798d43e4c17"/>
  </p:sldMasterIdLst>
  <p:notesMasterIdLst>
    <p:notesMasterId xmlns:r="http://schemas.openxmlformats.org/officeDocument/2006/relationships" r:id="Rc234afbed7184798"/>
  </p:notesMasterIdLst>
  <p:sldIdLst>
    <p:sldId xmlns:r="http://schemas.openxmlformats.org/officeDocument/2006/relationships" id="256" r:id="R8abc5268ddf044db"/>
    <p:sldId xmlns:r="http://schemas.openxmlformats.org/officeDocument/2006/relationships" id="257" r:id="Rdd51d15f11af4596"/>
    <p:sldId xmlns:r="http://schemas.openxmlformats.org/officeDocument/2006/relationships" id="258" r:id="R088c48a3e24447e7"/>
    <p:sldId xmlns:r="http://schemas.openxmlformats.org/officeDocument/2006/relationships" id="259" r:id="Ra8daf70ca9fb4a07"/>
    <p:sldId xmlns:r="http://schemas.openxmlformats.org/officeDocument/2006/relationships" id="260" r:id="R90b645bbdd014aef"/>
    <p:sldId xmlns:r="http://schemas.openxmlformats.org/officeDocument/2006/relationships" id="261" r:id="Ra6d00328b47b4b53"/>
    <p:sldId xmlns:r="http://schemas.openxmlformats.org/officeDocument/2006/relationships" id="262" r:id="R6a51554bbb4b4ca9"/>
    <p:sldId xmlns:r="http://schemas.openxmlformats.org/officeDocument/2006/relationships" id="263" r:id="Rdd280500ad80462f"/>
    <p:sldId xmlns:r="http://schemas.openxmlformats.org/officeDocument/2006/relationships" id="264" r:id="R66db07b7796b4686"/>
    <p:sldId xmlns:r="http://schemas.openxmlformats.org/officeDocument/2006/relationships" id="265" r:id="R9fb839eea2764469"/>
    <p:sldId xmlns:r="http://schemas.openxmlformats.org/officeDocument/2006/relationships" id="266" r:id="Rb08303b8a325499d"/>
    <p:sldId xmlns:r="http://schemas.openxmlformats.org/officeDocument/2006/relationships" id="267" r:id="Rf06d7566ba5f48ca"/>
    <p:sldId xmlns:r="http://schemas.openxmlformats.org/officeDocument/2006/relationships" id="268" r:id="Reda09fe1a8594ea9"/>
    <p:sldId xmlns:r="http://schemas.openxmlformats.org/officeDocument/2006/relationships" id="269" r:id="R98e7c8075c3d4bdb"/>
    <p:sldId xmlns:r="http://schemas.openxmlformats.org/officeDocument/2006/relationships" id="270" r:id="Rc8bd6508b6844185"/>
    <p:sldId xmlns:r="http://schemas.openxmlformats.org/officeDocument/2006/relationships" id="271" r:id="R1d1fe58c8b9a4342"/>
    <p:sldId xmlns:r="http://schemas.openxmlformats.org/officeDocument/2006/relationships" id="272" r:id="R4ec77e67b18045da"/>
    <p:sldId xmlns:r="http://schemas.openxmlformats.org/officeDocument/2006/relationships" id="273" r:id="R9de940afb0a74613"/>
    <p:sldId xmlns:r="http://schemas.openxmlformats.org/officeDocument/2006/relationships" id="274" r:id="R7528da1482534284"/>
    <p:sldId xmlns:r="http://schemas.openxmlformats.org/officeDocument/2006/relationships" id="275" r:id="R5992de21459748ac"/>
    <p:sldId xmlns:r="http://schemas.openxmlformats.org/officeDocument/2006/relationships" id="276" r:id="R7ecbe80600564acd"/>
    <p:sldId xmlns:r="http://schemas.openxmlformats.org/officeDocument/2006/relationships" id="277" r:id="R77405e96c7ad4b10"/>
    <p:sldId xmlns:r="http://schemas.openxmlformats.org/officeDocument/2006/relationships" id="278" r:id="R58f10e3bcd384f31"/>
    <p:sldId xmlns:r="http://schemas.openxmlformats.org/officeDocument/2006/relationships" id="279" r:id="R42b080081e9f41a0"/>
    <p:sldId xmlns:r="http://schemas.openxmlformats.org/officeDocument/2006/relationships" id="280" r:id="R1a0a7878450947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22aa67b35b4caa" /><Relationship Type="http://schemas.openxmlformats.org/officeDocument/2006/relationships/slideMaster" Target="/ppt/slideMasters/slideMaster1.xml" Id="R3a265798d43e4c17" /><Relationship Type="http://schemas.openxmlformats.org/officeDocument/2006/relationships/notesMaster" Target="/ppt/notesMasters/notesMaster1.xml" Id="Rc234afbed7184798" /><Relationship Type="http://schemas.openxmlformats.org/officeDocument/2006/relationships/presProps" Target="/ppt/presProps.xml" Id="R0ac93821a0c14f7f" /><Relationship Type="http://schemas.openxmlformats.org/officeDocument/2006/relationships/tableStyles" Target="/ppt/tableStyles.xml" Id="R1fcce79e22764dd1" /><Relationship Type="http://schemas.openxmlformats.org/officeDocument/2006/relationships/slide" Target="/ppt/slides/slide1.xml" Id="R8abc5268ddf044db" /><Relationship Type="http://schemas.openxmlformats.org/officeDocument/2006/relationships/slide" Target="/ppt/slides/slide2.xml" Id="Rdd51d15f11af4596" /><Relationship Type="http://schemas.openxmlformats.org/officeDocument/2006/relationships/slide" Target="/ppt/slides/slide3.xml" Id="R088c48a3e24447e7" /><Relationship Type="http://schemas.openxmlformats.org/officeDocument/2006/relationships/slide" Target="/ppt/slides/slide4.xml" Id="Ra8daf70ca9fb4a07" /><Relationship Type="http://schemas.openxmlformats.org/officeDocument/2006/relationships/slide" Target="/ppt/slides/slide5.xml" Id="R90b645bbdd014aef" /><Relationship Type="http://schemas.openxmlformats.org/officeDocument/2006/relationships/slide" Target="/ppt/slides/slide6.xml" Id="Ra6d00328b47b4b53" /><Relationship Type="http://schemas.openxmlformats.org/officeDocument/2006/relationships/slide" Target="/ppt/slides/slide7.xml" Id="R6a51554bbb4b4ca9" /><Relationship Type="http://schemas.openxmlformats.org/officeDocument/2006/relationships/slide" Target="/ppt/slides/slide8.xml" Id="Rdd280500ad80462f" /><Relationship Type="http://schemas.openxmlformats.org/officeDocument/2006/relationships/slide" Target="/ppt/slides/slide9.xml" Id="R66db07b7796b4686" /><Relationship Type="http://schemas.openxmlformats.org/officeDocument/2006/relationships/slide" Target="/ppt/slides/slide10.xml" Id="R9fb839eea2764469" /><Relationship Type="http://schemas.openxmlformats.org/officeDocument/2006/relationships/slide" Target="/ppt/slides/slide11.xml" Id="Rb08303b8a325499d" /><Relationship Type="http://schemas.openxmlformats.org/officeDocument/2006/relationships/slide" Target="/ppt/slides/slide12.xml" Id="Rf06d7566ba5f48ca" /><Relationship Type="http://schemas.openxmlformats.org/officeDocument/2006/relationships/slide" Target="/ppt/slides/slide13.xml" Id="Reda09fe1a8594ea9" /><Relationship Type="http://schemas.openxmlformats.org/officeDocument/2006/relationships/slide" Target="/ppt/slides/slide14.xml" Id="R98e7c8075c3d4bdb" /><Relationship Type="http://schemas.openxmlformats.org/officeDocument/2006/relationships/slide" Target="/ppt/slides/slide15.xml" Id="Rc8bd6508b6844185" /><Relationship Type="http://schemas.openxmlformats.org/officeDocument/2006/relationships/slide" Target="/ppt/slides/slide16.xml" Id="R1d1fe58c8b9a4342" /><Relationship Type="http://schemas.openxmlformats.org/officeDocument/2006/relationships/slide" Target="/ppt/slides/slide17.xml" Id="R4ec77e67b18045da" /><Relationship Type="http://schemas.openxmlformats.org/officeDocument/2006/relationships/slide" Target="/ppt/slides/slide18.xml" Id="R9de940afb0a74613" /><Relationship Type="http://schemas.openxmlformats.org/officeDocument/2006/relationships/slide" Target="/ppt/slides/slide19.xml" Id="R7528da1482534284" /><Relationship Type="http://schemas.openxmlformats.org/officeDocument/2006/relationships/slide" Target="/ppt/slides/slide20.xml" Id="R5992de21459748ac" /><Relationship Type="http://schemas.openxmlformats.org/officeDocument/2006/relationships/slide" Target="/ppt/slides/slide21.xml" Id="R7ecbe80600564acd" /><Relationship Type="http://schemas.openxmlformats.org/officeDocument/2006/relationships/slide" Target="/ppt/slides/slide22.xml" Id="R77405e96c7ad4b10" /><Relationship Type="http://schemas.openxmlformats.org/officeDocument/2006/relationships/slide" Target="/ppt/slides/slide23.xml" Id="R58f10e3bcd384f31" /><Relationship Type="http://schemas.openxmlformats.org/officeDocument/2006/relationships/slide" Target="/ppt/slides/slide24.xml" Id="R42b080081e9f41a0" /><Relationship Type="http://schemas.openxmlformats.org/officeDocument/2006/relationships/slide" Target="/ppt/slides/slide25.xml" Id="R1a0a7878450947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fcae43c2f64b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5fa76288e34dbc" /><Relationship Type="http://schemas.openxmlformats.org/officeDocument/2006/relationships/notesMaster" Target="/ppt/notesMasters/notesMaster1.xml" Id="R81982b7bf35a4a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17d322530f48e3" /><Relationship Type="http://schemas.openxmlformats.org/officeDocument/2006/relationships/notesMaster" Target="/ppt/notesMasters/notesMaster1.xml" Id="R356b9c2c9dfe45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323a815d0a427e" /><Relationship Type="http://schemas.openxmlformats.org/officeDocument/2006/relationships/notesMaster" Target="/ppt/notesMasters/notesMaster1.xml" Id="R87c7d37914ec4a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17ed3fb0c0461b" /><Relationship Type="http://schemas.openxmlformats.org/officeDocument/2006/relationships/notesMaster" Target="/ppt/notesMasters/notesMaster1.xml" Id="R0dc4d5683efa42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b42ed224c34e57" /><Relationship Type="http://schemas.openxmlformats.org/officeDocument/2006/relationships/notesMaster" Target="/ppt/notesMasters/notesMaster1.xml" Id="R924ef5adcb454e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f6f9f9034b43a8" /><Relationship Type="http://schemas.openxmlformats.org/officeDocument/2006/relationships/notesMaster" Target="/ppt/notesMasters/notesMaster1.xml" Id="R354faaf116134f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75e20ef2244634" /><Relationship Type="http://schemas.openxmlformats.org/officeDocument/2006/relationships/notesMaster" Target="/ppt/notesMasters/notesMaster1.xml" Id="Ra8603ba960ba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78b916c65f4019" /><Relationship Type="http://schemas.openxmlformats.org/officeDocument/2006/relationships/notesMaster" Target="/ppt/notesMasters/notesMaster1.xml" Id="Rd27b2fa7f2be41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aad902153747f1" /><Relationship Type="http://schemas.openxmlformats.org/officeDocument/2006/relationships/notesMaster" Target="/ppt/notesMasters/notesMaster1.xml" Id="R7fdaa0ca065847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6c514ce71c42cd" /><Relationship Type="http://schemas.openxmlformats.org/officeDocument/2006/relationships/notesMaster" Target="/ppt/notesMasters/notesMaster1.xml" Id="R7a14bfaf739f4f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84b8f4bd7b4b03" /><Relationship Type="http://schemas.openxmlformats.org/officeDocument/2006/relationships/notesMaster" Target="/ppt/notesMasters/notesMaster1.xml" Id="Rcef9d3feba784b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1aa8c409774822" /><Relationship Type="http://schemas.openxmlformats.org/officeDocument/2006/relationships/notesMaster" Target="/ppt/notesMasters/notesMaster1.xml" Id="Rbd53c629baaf4c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70a69da147438c" /><Relationship Type="http://schemas.openxmlformats.org/officeDocument/2006/relationships/notesMaster" Target="/ppt/notesMasters/notesMaster1.xml" Id="R1a8fe84b28d944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ec8f2c19514c07" /><Relationship Type="http://schemas.openxmlformats.org/officeDocument/2006/relationships/notesMaster" Target="/ppt/notesMasters/notesMaster1.xml" Id="R20a297616b2344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3a39e583ca4c15" /><Relationship Type="http://schemas.openxmlformats.org/officeDocument/2006/relationships/notesMaster" Target="/ppt/notesMasters/notesMaster1.xml" Id="R3f0d8caaf1564d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5bcaf6e2144719" /><Relationship Type="http://schemas.openxmlformats.org/officeDocument/2006/relationships/notesMaster" Target="/ppt/notesMasters/notesMaster1.xml" Id="R2a1e9ccef45745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f33fc35f0442f7" /><Relationship Type="http://schemas.openxmlformats.org/officeDocument/2006/relationships/notesMaster" Target="/ppt/notesMasters/notesMaster1.xml" Id="Ra45a735f728647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2b61bcb7a84387" /><Relationship Type="http://schemas.openxmlformats.org/officeDocument/2006/relationships/notesMaster" Target="/ppt/notesMasters/notesMaster1.xml" Id="R76611a1fd96642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3eb5b125b94b8b" /><Relationship Type="http://schemas.openxmlformats.org/officeDocument/2006/relationships/notesMaster" Target="/ppt/notesMasters/notesMaster1.xml" Id="R1f7394c98aa946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0f541961004aa1" /><Relationship Type="http://schemas.openxmlformats.org/officeDocument/2006/relationships/notesMaster" Target="/ppt/notesMasters/notesMaster1.xml" Id="R01eb4c4db1bc4b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deba397ef9499a" /><Relationship Type="http://schemas.openxmlformats.org/officeDocument/2006/relationships/notesMaster" Target="/ppt/notesMasters/notesMaster1.xml" Id="R33eb4d85b09b4a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cb195636084e15" /><Relationship Type="http://schemas.openxmlformats.org/officeDocument/2006/relationships/notesMaster" Target="/ppt/notesMasters/notesMaster1.xml" Id="Rb1fcf0e790e741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3be6eebf5a145de" /><Relationship Type="http://schemas.openxmlformats.org/officeDocument/2006/relationships/notesMaster" Target="/ppt/notesMasters/notesMaster1.xml" Id="R8a32ce11bd8742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3e808aa3b840f9" /><Relationship Type="http://schemas.openxmlformats.org/officeDocument/2006/relationships/notesMaster" Target="/ppt/notesMasters/notesMaster1.xml" Id="Rc171efb818f74c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cfc137a0864fac" /><Relationship Type="http://schemas.openxmlformats.org/officeDocument/2006/relationships/notesMaster" Target="/ppt/notesMasters/notesMaster1.xml" Id="R4f6b207289f646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GP423 và MS226. Không gộp môn Toán vì có học sinh trùng giữa hai file. Nêu thang lý thuyết0–20 khác miền quan sát0–19.</a:t>
            </a:r>
          </a:p>
          <a:p xmlns:a="http://schemas.openxmlformats.org/drawingml/2006/main">
            <a:r>
              <a:t>Nguồn: Cortez (2008), https://doi.org/10.24432/C5TG7T; references/student.txt.</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lấy32 ô nên4,93%. Che duy nhất absences, cùng mask cho hai nhánh. Seed42 tái lập; MCAR chỉ là giả lập. Tất cả kết luận chính dùng raw đã kiểm.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của617 giá trị chưa bị che:3,623987. Giữ649 dòng nhưng giảm phân tán và tạo số lần vắng lẻ. Dropna còn617. Cả hai bắt đầu từ cùng corrupted, không drop sau fillna.</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Có549 điểm≥10 theo quy ước bài phân tích. Regex fullmatch lấy đúngG1/G2/G3, loạiG12 vàG3_extra. Không cần bịa ID cá nhân hoặc dữ liệu bẩn.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cuối9, iloc theo vị trí. Bộ lọc studytime≥2 và absences≤5 cho334/649=51,46%. Nhấn mạnh ngưỡng minh họa, không phải quy tắc can thiệp.</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0a3df224ca4f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9cfbd0ff664c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aae552ae5e42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fa5fba44ab49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847b67bbc147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77079964fa44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5622AD-A51E-4A67-84C7-6314E02DC0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608CA5-8680-4748-B836-758A57E59D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EA2516-D414-4A18-8215-BAAF5C5C79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8D1DFA-4E97-436A-AF13-7BBF272B64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A884D4-3FDD-4661-9F77-BCDE268D38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180F1B-9E02-4F99-AA78-EC5F85DAD1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913B4A-F1EC-4324-9366-238E2E86EA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57EB3B-2663-458C-9D1B-194C7CA388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CE2895-BFBD-4ADF-B9B9-F33A76DA1F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796B05-4004-4362-95CD-B776FB0807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8a63b5e73445e5" /><Relationship Type="http://schemas.openxmlformats.org/officeDocument/2006/relationships/slideLayout" Target="/ppt/slideLayouts/slideLayout1.xml" Id="R0d0b8f7a4665406c" /><Relationship Type="http://schemas.openxmlformats.org/officeDocument/2006/relationships/slideLayout" Target="/ppt/slideLayouts/slideLayout2.xml" Id="R894ea680c93e42f1" /><Relationship Type="http://schemas.openxmlformats.org/officeDocument/2006/relationships/slideLayout" Target="/ppt/slideLayouts/slideLayout3.xml" Id="R5edb4f85b2ee427e" /><Relationship Type="http://schemas.openxmlformats.org/officeDocument/2006/relationships/slideLayout" Target="/ppt/slideLayouts/slideLayout4.xml" Id="R86948efac50842eb" /><Relationship Type="http://schemas.openxmlformats.org/officeDocument/2006/relationships/slideLayout" Target="/ppt/slideLayouts/slideLayout5.xml" Id="R8d99e6f1e54945a9" /><Relationship Type="http://schemas.openxmlformats.org/officeDocument/2006/relationships/slideLayout" Target="/ppt/slideLayouts/slideLayout6.xml" Id="Rc2db3b42960c4f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0b8f7a4665406c"/>
    <p:sldLayoutId xmlns:r="http://schemas.openxmlformats.org/officeDocument/2006/relationships" id="2147483650" r:id="R894ea680c93e42f1"/>
    <p:sldLayoutId xmlns:r="http://schemas.openxmlformats.org/officeDocument/2006/relationships" id="2147483651" r:id="R5edb4f85b2ee427e"/>
    <p:sldLayoutId xmlns:r="http://schemas.openxmlformats.org/officeDocument/2006/relationships" id="2147483652" r:id="R86948efac50842eb"/>
    <p:sldLayoutId xmlns:r="http://schemas.openxmlformats.org/officeDocument/2006/relationships" id="2147483653" r:id="R8d99e6f1e54945a9"/>
    <p:sldLayoutId xmlns:r="http://schemas.openxmlformats.org/officeDocument/2006/relationships" id="2147483654" r:id="Rc2db3b42960c4f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d1e34e01094d40" /><Relationship Type="http://schemas.openxmlformats.org/officeDocument/2006/relationships/image" Target="/ppt/media/image.png" Id="R47c385ca01484f7c" /><Relationship Type="http://schemas.openxmlformats.org/officeDocument/2006/relationships/notesSlide" Target="/ppt/notesSlides/notesSlide1.xml" Id="Rd4a529adfcda42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1d53d2a349492f" /><Relationship Type="http://schemas.openxmlformats.org/officeDocument/2006/relationships/image" Target="/ppt/media/image2.png" Id="R1b3cabdf0a1740e3" /><Relationship Type="http://schemas.openxmlformats.org/officeDocument/2006/relationships/notesSlide" Target="/ppt/notesSlides/notesSlide2.xml" Id="Ra8e6ca53ed3e41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f3fbcd69d342ea" /><Relationship Type="http://schemas.openxmlformats.org/officeDocument/2006/relationships/image" Target="/ppt/media/image3.png" Id="R981502103dc143aa" /><Relationship Type="http://schemas.openxmlformats.org/officeDocument/2006/relationships/notesSlide" Target="/ppt/notesSlides/notesSlide3.xml" Id="Rdb16dbce6ac342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ef21eee19c4f10" /><Relationship Type="http://schemas.openxmlformats.org/officeDocument/2006/relationships/image" Target="/ppt/media/image4.png" Id="R2279198db7f34d99" /><Relationship Type="http://schemas.openxmlformats.org/officeDocument/2006/relationships/notesSlide" Target="/ppt/notesSlides/notesSlide4.xml" Id="R485c182b1ccd49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ecc0e19e754154" /><Relationship Type="http://schemas.openxmlformats.org/officeDocument/2006/relationships/image" Target="/ppt/media/image5.png" Id="R3a3c8ec7dd1042bd" /><Relationship Type="http://schemas.openxmlformats.org/officeDocument/2006/relationships/notesSlide" Target="/ppt/notesSlides/notesSlide5.xml" Id="Rf3688fc8c6094b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d86f9973d14e76" /><Relationship Type="http://schemas.openxmlformats.org/officeDocument/2006/relationships/image" Target="/ppt/media/image6.png" Id="R474c4d30f6754450" /><Relationship Type="http://schemas.openxmlformats.org/officeDocument/2006/relationships/notesSlide" Target="/ppt/notesSlides/notesSlide6.xml" Id="R7d434bb4ddcb40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20785390fd4f5e" /><Relationship Type="http://schemas.openxmlformats.org/officeDocument/2006/relationships/image" Target="/ppt/media/image7.png" Id="R0a141fecd34f4a11" /><Relationship Type="http://schemas.openxmlformats.org/officeDocument/2006/relationships/notesSlide" Target="/ppt/notesSlides/notesSlide7.xml" Id="Rbede2c5c2106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192998c2ba4b92" /><Relationship Type="http://schemas.openxmlformats.org/officeDocument/2006/relationships/image" Target="/ppt/media/image8.png" Id="R3f4cd3624f3a4cf3" /><Relationship Type="http://schemas.openxmlformats.org/officeDocument/2006/relationships/notesSlide" Target="/ppt/notesSlides/notesSlide8.xml" Id="Rab98c20e74714a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bb60dbb8c946ba" /><Relationship Type="http://schemas.openxmlformats.org/officeDocument/2006/relationships/image" Target="/ppt/media/image9.png" Id="R6a85ab39afac4136" /><Relationship Type="http://schemas.openxmlformats.org/officeDocument/2006/relationships/notesSlide" Target="/ppt/notesSlides/notesSlide9.xml" Id="R39e19715da1d4c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8b9c87afa84309" /><Relationship Type="http://schemas.openxmlformats.org/officeDocument/2006/relationships/image" Target="/ppt/media/image10.png" Id="Refc5bce7692e4240" /><Relationship Type="http://schemas.openxmlformats.org/officeDocument/2006/relationships/notesSlide" Target="/ppt/notesSlides/notesSlide10.xml" Id="R1a6555510d7143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0d127c24594dd1" /><Relationship Type="http://schemas.openxmlformats.org/officeDocument/2006/relationships/image" Target="/ppt/media/image11.png" Id="R5657ba5ac89c4a77" /><Relationship Type="http://schemas.openxmlformats.org/officeDocument/2006/relationships/notesSlide" Target="/ppt/notesSlides/notesSlide11.xml" Id="Re9f977e30a3140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a1d85cf82f34aa9" /><Relationship Type="http://schemas.openxmlformats.org/officeDocument/2006/relationships/image" Target="/ppt/media/image12.png" Id="R30a602dbefb44027" /><Relationship Type="http://schemas.openxmlformats.org/officeDocument/2006/relationships/chart" Target="/ppt/slides/charts/chart1.xml" Id="R3a72d530a107434e" /><Relationship Type="http://schemas.openxmlformats.org/officeDocument/2006/relationships/notesSlide" Target="/ppt/notesSlides/notesSlide12.xml" Id="R0a05830fed4449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0489f309e0745bf" /><Relationship Type="http://schemas.openxmlformats.org/officeDocument/2006/relationships/image" Target="/ppt/media/image13.png" Id="R60413a5a8f1b4d6f" /><Relationship Type="http://schemas.openxmlformats.org/officeDocument/2006/relationships/notesSlide" Target="/ppt/notesSlides/notesSlide13.xml" Id="R63e2aa702acf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555f86ca93548e3" /><Relationship Type="http://schemas.openxmlformats.org/officeDocument/2006/relationships/image" Target="/ppt/media/image14.png" Id="R605f208805934bb7" /><Relationship Type="http://schemas.openxmlformats.org/officeDocument/2006/relationships/chart" Target="/ppt/slides/charts/chart2.xml" Id="R9c9c789b58b041a8" /><Relationship Type="http://schemas.openxmlformats.org/officeDocument/2006/relationships/notesSlide" Target="/ppt/notesSlides/notesSlide14.xml" Id="R7b0b93e7dc2846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466df919c24310" /><Relationship Type="http://schemas.openxmlformats.org/officeDocument/2006/relationships/image" Target="/ppt/media/image15.png" Id="R85ba61c062ce48c6" /><Relationship Type="http://schemas.openxmlformats.org/officeDocument/2006/relationships/chart" Target="/ppt/slides/charts/chart3.xml" Id="Ra5a16957920b4eeb" /><Relationship Type="http://schemas.openxmlformats.org/officeDocument/2006/relationships/notesSlide" Target="/ppt/notesSlides/notesSlide15.xml" Id="R278ca683ded645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ff49d573c04ebf" /><Relationship Type="http://schemas.openxmlformats.org/officeDocument/2006/relationships/image" Target="/ppt/media/image16.png" Id="R2871da3e7ce24ab7" /><Relationship Type="http://schemas.openxmlformats.org/officeDocument/2006/relationships/chart" Target="/ppt/slides/charts/chart4.xml" Id="Rf205a81125664dc9" /><Relationship Type="http://schemas.openxmlformats.org/officeDocument/2006/relationships/notesSlide" Target="/ppt/notesSlides/notesSlide16.xml" Id="Re0888a950cb14c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d1e5815af694115" /><Relationship Type="http://schemas.openxmlformats.org/officeDocument/2006/relationships/image" Target="/ppt/media/image17.png" Id="R1a10a8075cfc4da6" /><Relationship Type="http://schemas.openxmlformats.org/officeDocument/2006/relationships/chart" Target="/ppt/slides/charts/chart5.xml" Id="Reb69b458543240ff" /><Relationship Type="http://schemas.openxmlformats.org/officeDocument/2006/relationships/notesSlide" Target="/ppt/notesSlides/notesSlide17.xml" Id="R7066408c95a446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26fc3ee40584a64" /><Relationship Type="http://schemas.openxmlformats.org/officeDocument/2006/relationships/image" Target="/ppt/media/image18.png" Id="R03826aba7a4541da" /><Relationship Type="http://schemas.openxmlformats.org/officeDocument/2006/relationships/notesSlide" Target="/ppt/notesSlides/notesSlide18.xml" Id="Rff594e89a10949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f6f2ed857ec47ef" /><Relationship Type="http://schemas.openxmlformats.org/officeDocument/2006/relationships/image" Target="/ppt/media/image19.png" Id="Rb963861d76a04b95" /><Relationship Type="http://schemas.openxmlformats.org/officeDocument/2006/relationships/notesSlide" Target="/ppt/notesSlides/notesSlide19.xml" Id="R1ed986d862ab48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681fefb47f34917" /><Relationship Type="http://schemas.openxmlformats.org/officeDocument/2006/relationships/image" Target="/ppt/media/image20.png" Id="R5ca30912b4a04a13" /><Relationship Type="http://schemas.openxmlformats.org/officeDocument/2006/relationships/notesSlide" Target="/ppt/notesSlides/notesSlide20.xml" Id="R69887332104741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79ef799c4444665" /><Relationship Type="http://schemas.openxmlformats.org/officeDocument/2006/relationships/image" Target="/ppt/media/image21.png" Id="Ra6c7a98ceea24127" /><Relationship Type="http://schemas.openxmlformats.org/officeDocument/2006/relationships/notesSlide" Target="/ppt/notesSlides/notesSlide21.xml" Id="Rb3102fbf9bef4c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884a9e308a4bdd" /><Relationship Type="http://schemas.openxmlformats.org/officeDocument/2006/relationships/image" Target="/ppt/media/image22.png" Id="R642ea578b7e2457f" /><Relationship Type="http://schemas.openxmlformats.org/officeDocument/2006/relationships/notesSlide" Target="/ppt/notesSlides/notesSlide22.xml" Id="R4d0456d7b05147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a311091a96f42e8" /><Relationship Type="http://schemas.openxmlformats.org/officeDocument/2006/relationships/image" Target="/ppt/media/image23.png" Id="R27d9009f216a4df9" /><Relationship Type="http://schemas.openxmlformats.org/officeDocument/2006/relationships/notesSlide" Target="/ppt/notesSlides/notesSlide23.xml" Id="Rd5d2991659664e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1fec19ed57e452a" /><Relationship Type="http://schemas.openxmlformats.org/officeDocument/2006/relationships/image" Target="/ppt/media/image24.png" Id="Rc100240a7f6a4ec1" /><Relationship Type="http://schemas.openxmlformats.org/officeDocument/2006/relationships/notesSlide" Target="/ppt/notesSlides/notesSlide24.xml" Id="Rb67193db713d4a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33b44f55cf14ef6" /><Relationship Type="http://schemas.openxmlformats.org/officeDocument/2006/relationships/image" Target="/ppt/media/image25.png" Id="R30c59c291c464e9a" /><Relationship Type="http://schemas.openxmlformats.org/officeDocument/2006/relationships/notesSlide" Target="/ppt/notesSlides/notesSlide25.xml" Id="Redbcf4edf4e3457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74E5B5-5666-4A09-9AB3-E87257BB8D6F}"/>
              </a:ext>
            </a:extLst>
          </p:cNvPr>
          <p:cNvPicPr>
            <a:picLocks xmlns:a="http://schemas.openxmlformats.org/drawingml/2006/main" noChangeAspect="1"/>
          </p:cNvPicPr>
          <p:nvPr/>
        </p:nvPicPr>
        <p:blipFill>
          <a:blip xmlns:r="http://schemas.openxmlformats.org/officeDocument/2006/relationships" xmlns:a="http://schemas.openxmlformats.org/drawingml/2006/main" r:embed="R47c385ca01484f7c"/>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6D3D738-C0C8-4328-97A0-BDC384185B4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927EBC32-CB02-4ACA-8497-7F9ABB09975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EB756BF7-1D2F-4C7A-8D30-A022DB24659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A8450B02-B4B3-4708-B4DE-672D158C1D2B}"/>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D0519967-02CA-417B-96D1-4781847911BA}"/>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97BA0F61-B2AC-404E-AB78-6EC4E1178526}"/>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CD46763D-4157-4079-BF51-4DDDBD435835}"/>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8F128578-F8AA-4B50-9F86-3D00C57890BD}"/>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B7B208E4-198A-45BE-95AA-497D54EF0CBF}"/>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17247328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B4ED7F6-29B6-4EB7-A401-0EDB257A33B0}"/>
              </a:ext>
            </a:extLst>
          </p:cNvPr>
          <p:cNvPicPr>
            <a:picLocks xmlns:a="http://schemas.openxmlformats.org/drawingml/2006/main" noChangeAspect="1"/>
          </p:cNvPicPr>
          <p:nvPr/>
        </p:nvPicPr>
        <p:blipFill>
          <a:blip xmlns:r="http://schemas.openxmlformats.org/officeDocument/2006/relationships" xmlns:a="http://schemas.openxmlformats.org/drawingml/2006/main" r:embed="R1b3cabdf0a1740e3"/>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B0E0C19-BFF7-42C6-B9F8-F769743B5E7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A4D791CD-CAF0-4B26-BBB0-1B0DA09519B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DFBB67A5-3040-4EE4-83D5-B9CFB79380C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751603E2-4E95-4B11-8C6D-B1A763FA94F3}"/>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8735F632-EE6F-4B35-904C-C5259F044C78}"/>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36698CB3-E7BA-42BF-9D08-96B64EB47FFC}"/>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81E57F0D-53EB-4FB7-A754-26824FFD2E59}"/>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F12F1342-E45F-4237-A03B-83CCC8DEE982}"/>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A4025D78-A312-445E-87C6-8D1217AECACC}"/>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7D702480-C6EC-4008-81B4-7657BABF85F6}"/>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4744B5E2-4BA0-4BBF-A6BB-2036BDC385C4}"/>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18564308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49B7D1E-21E7-4BF3-A7D3-5B20B48B89E7}"/>
              </a:ext>
            </a:extLst>
          </p:cNvPr>
          <p:cNvPicPr>
            <a:picLocks xmlns:a="http://schemas.openxmlformats.org/drawingml/2006/main" noChangeAspect="1"/>
          </p:cNvPicPr>
          <p:nvPr/>
        </p:nvPicPr>
        <p:blipFill>
          <a:blip xmlns:r="http://schemas.openxmlformats.org/officeDocument/2006/relationships" xmlns:a="http://schemas.openxmlformats.org/drawingml/2006/main" r:embed="R981502103dc143a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90BAE8A-1C7C-4BC3-BA2B-EBEF80A94F4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109A48C5-D62B-4485-AB30-B1E859AC2C9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9AC618B0-6203-4D83-8727-93B11DB6058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40780619-FEFB-472C-9E86-7BC48F5A1927}"/>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original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8FDF219D-0848-4050-A827-F5B2433F2CE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509670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9E6B4D7-D1FF-4324-B015-D831D6A9957C}"/>
              </a:ext>
            </a:extLst>
          </p:cNvPr>
          <p:cNvPicPr>
            <a:picLocks xmlns:a="http://schemas.openxmlformats.org/drawingml/2006/main" noChangeAspect="1"/>
          </p:cNvPicPr>
          <p:nvPr/>
        </p:nvPicPr>
        <p:blipFill>
          <a:blip xmlns:r="http://schemas.openxmlformats.org/officeDocument/2006/relationships" xmlns:a="http://schemas.openxmlformats.org/drawingml/2006/main" r:embed="R2279198db7f34d9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834D198-9C48-4094-B894-34DF1D435C6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EF3A2FE1-279B-43BD-B7EE-7615BFAF29D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4D124732-3BB0-4D00-84E8-C7D4051EA74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55EFAB06-BE98-48F9-A22B-8BCC4BD11D5A}"/>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F3485D7D-10A4-43F5-8657-E4B734B27FD3}"/>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A42469EA-4EFA-4D49-881D-C573CFFF9EEC}"/>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FF168E26-C151-4B6C-B9D6-7F07AC8B072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17712965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3E3B96A-0297-47DE-806E-09F90C02FDEA}"/>
              </a:ext>
            </a:extLst>
          </p:cNvPr>
          <p:cNvPicPr>
            <a:picLocks xmlns:a="http://schemas.openxmlformats.org/drawingml/2006/main" noChangeAspect="1"/>
          </p:cNvPicPr>
          <p:nvPr/>
        </p:nvPicPr>
        <p:blipFill>
          <a:blip xmlns:r="http://schemas.openxmlformats.org/officeDocument/2006/relationships" xmlns:a="http://schemas.openxmlformats.org/drawingml/2006/main" r:embed="R3a3c8ec7dd1042bd"/>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2921983-C2D5-4538-B26F-CFE448F28B8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D644DFFA-B105-43F8-A4CB-87564D2B142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270FCEC4-D304-42E2-A67C-3704F53DF77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2A9565B5-B44D-4D11-9462-6876309421A0}"/>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A56805B3-909C-4B16-A9E4-A101DC0FE154}"/>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C0A513C5-BD53-451E-8FA3-E7638E36537F}"/>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F00B7FA3-C3C8-4588-9C93-6B3709B77B41}"/>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49C3DCBC-C144-4692-8CCF-E061DC420728}"/>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B486D534-CD5B-499E-926B-52C5B943CF14}"/>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ACFD7657-C6DF-4147-9513-BFCCC3AE75E7}"/>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AA749C8A-9B1F-47D7-9654-7CFCC372ECFB}"/>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28DE24B8-3655-4874-9CC0-23BBAEE37E4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0595636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9EA66A3-AC74-49E3-85E6-6CD860C8A719}"/>
              </a:ext>
            </a:extLst>
          </p:cNvPr>
          <p:cNvPicPr>
            <a:picLocks xmlns:a="http://schemas.openxmlformats.org/drawingml/2006/main" noChangeAspect="1"/>
          </p:cNvPicPr>
          <p:nvPr/>
        </p:nvPicPr>
        <p:blipFill>
          <a:blip xmlns:r="http://schemas.openxmlformats.org/officeDocument/2006/relationships" xmlns:a="http://schemas.openxmlformats.org/drawingml/2006/main" r:embed="R474c4d30f6754450"/>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756BABE-0AE4-48CC-90C8-1C72157EAE6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CD5FD45F-236E-405C-AB81-E59379107C9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A3F379AB-9319-49DC-ACC6-7E7D9C36292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4963B29C-3FB2-4525-832E-0158DDEE9EB5}"/>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5F65615F-75A2-4976-9C1B-1BD8A8FB2095}"/>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67BA9501-97CD-40E6-80E4-19F1B8DD5CA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19880725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0885791-A48F-4FF0-A841-E9591B980E6B}"/>
              </a:ext>
            </a:extLst>
          </p:cNvPr>
          <p:cNvPicPr>
            <a:picLocks xmlns:a="http://schemas.openxmlformats.org/drawingml/2006/main" noChangeAspect="1"/>
          </p:cNvPicPr>
          <p:nvPr/>
        </p:nvPicPr>
        <p:blipFill>
          <a:blip xmlns:r="http://schemas.openxmlformats.org/officeDocument/2006/relationships" xmlns:a="http://schemas.openxmlformats.org/drawingml/2006/main" r:embed="R0a141fecd34f4a1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84C27F4-A46D-44EF-8E41-930A8ECB1DC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728F6100-FF1E-4ED7-82AE-20E30AEF83F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79B8C8AF-D534-450D-B01B-745C27F9B9B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6ECC59B0-F207-4AA9-9FCD-EB91D36C5403}"/>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4C6984B3-C0CA-44D0-82D9-7DDAE6A9B27B}"/>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E8D09766-5E68-4393-8062-FB66CABF456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7107364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D658D12-04EC-4B2A-86D6-1B047A46A4F1}"/>
              </a:ext>
            </a:extLst>
          </p:cNvPr>
          <p:cNvPicPr>
            <a:picLocks xmlns:a="http://schemas.openxmlformats.org/drawingml/2006/main" noChangeAspect="1"/>
          </p:cNvPicPr>
          <p:nvPr/>
        </p:nvPicPr>
        <p:blipFill>
          <a:blip xmlns:r="http://schemas.openxmlformats.org/officeDocument/2006/relationships" xmlns:a="http://schemas.openxmlformats.org/drawingml/2006/main" r:embed="R3f4cd3624f3a4cf3"/>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610F61E-6471-40D3-A3A4-B765C0C3606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F759BA71-69B9-4622-9970-68A29BDCEEB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7D2E4157-E90E-48A5-B5BB-B9EE562CF01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556ED857-1D34-4C32-870E-E3989BA7FA9D}"/>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54E0C037-8461-4EC3-9805-B5DDFCC2286A}"/>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AF1EB6BE-BF14-459C-8677-EA0AB68E1D43}"/>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E62FCA0E-6106-4CFE-A154-D96706B901F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15665184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5B97FA5-D99F-4105-A40D-357431DB8036}"/>
              </a:ext>
            </a:extLst>
          </p:cNvPr>
          <p:cNvPicPr>
            <a:picLocks xmlns:a="http://schemas.openxmlformats.org/drawingml/2006/main" noChangeAspect="1"/>
          </p:cNvPicPr>
          <p:nvPr/>
        </p:nvPicPr>
        <p:blipFill>
          <a:blip xmlns:r="http://schemas.openxmlformats.org/officeDocument/2006/relationships" xmlns:a="http://schemas.openxmlformats.org/drawingml/2006/main" r:embed="R6a85ab39afac4136"/>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CFD3853-411B-4E3B-B6CA-DD75FAEBE55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B46DE4E1-9153-4C46-9F65-020759841CB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DA077FF1-8696-40BD-9A67-DA2CAA28DB3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4E4EFA51-9177-4CC5-819E-53E89E18B248}"/>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73B78C7C-C3EA-49E7-9EA4-923291F4E027}"/>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55BA3FA7-91BF-4B55-9A59-E25EE290ADE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16785637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0113FC0-C0BA-47C0-A00C-CD841A368974}"/>
              </a:ext>
            </a:extLst>
          </p:cNvPr>
          <p:cNvPicPr>
            <a:picLocks xmlns:a="http://schemas.openxmlformats.org/drawingml/2006/main" noChangeAspect="1"/>
          </p:cNvPicPr>
          <p:nvPr/>
        </p:nvPicPr>
        <p:blipFill>
          <a:blip xmlns:r="http://schemas.openxmlformats.org/officeDocument/2006/relationships" xmlns:a="http://schemas.openxmlformats.org/drawingml/2006/main" r:embed="Refc5bce7692e4240"/>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E8E3805-3AE4-40D3-A5E9-DF383599F1D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F857644B-2F56-4107-8F5D-ED0A7A4924A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E42ECBB3-E7A9-4ABD-BC2B-0EC1511E7F0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7C0C776E-55D0-45F4-9C2B-080571B2EAC4}"/>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30A12891-0E8B-4140-808C-9F58B2265472}"/>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A1663751-A5C5-4DDB-A475-BAE0F26CA660}"/>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8730E913-279D-4B88-8202-35857A96A26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15052266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D900BF6-3DA8-46AB-94E2-1395ACB433E1}"/>
              </a:ext>
            </a:extLst>
          </p:cNvPr>
          <p:cNvPicPr>
            <a:picLocks xmlns:a="http://schemas.openxmlformats.org/drawingml/2006/main" noChangeAspect="1"/>
          </p:cNvPicPr>
          <p:nvPr/>
        </p:nvPicPr>
        <p:blipFill>
          <a:blip xmlns:r="http://schemas.openxmlformats.org/officeDocument/2006/relationships" xmlns:a="http://schemas.openxmlformats.org/drawingml/2006/main" r:embed="R5657ba5ac89c4a7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B1BD5FD-0CD6-4CB4-A694-B8D3335BA4E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548B9CBC-DBC0-481C-A9AC-41B45F12664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70AB034A-9603-49CE-9F77-E453178D9BE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3F96DFF8-1321-4174-8928-20169B9EC0F2}"/>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A1D4819B-3183-41D4-B099-934F1E5155A9}"/>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6651AB34-99E0-411B-8542-844F1FB436C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1158945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E0FDD91-6B57-4357-922C-91530AFED11F}"/>
              </a:ext>
            </a:extLst>
          </p:cNvPr>
          <p:cNvPicPr>
            <a:picLocks xmlns:a="http://schemas.openxmlformats.org/drawingml/2006/main" noChangeAspect="1"/>
          </p:cNvPicPr>
          <p:nvPr/>
        </p:nvPicPr>
        <p:blipFill>
          <a:blip xmlns:r="http://schemas.openxmlformats.org/officeDocument/2006/relationships" xmlns:a="http://schemas.openxmlformats.org/drawingml/2006/main" r:embed="R30a602dbefb4402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E3D16D3-F728-4806-807B-F2AAB2D5A34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2F6CBAA6-2350-46EE-9661-4BE0B6D5341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570B96A8-0691-46FC-8BCC-06A6786BDB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D2DEA91B-5E10-4CC4-8DEC-BF4CDC0FBFB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a72d530a107434e"/>
          </a:graphicData>
        </a:graphic>
      </p:graphicFrame>
      <p:sp>
        <p:nvSpPr>
          <p:cNvPr id="6" name="Mean 11.91">
            <a:extLst xmlns:a="http://schemas.openxmlformats.org/drawingml/2006/main">
              <a:ext uri="{FF2B5EF4-FFF2-40B4-BE49-F238E27FC236}">
                <a16:creationId xmlns:a16="http://schemas.microsoft.com/office/drawing/2014/main" id="{FCFF8A83-7929-4A6A-A0D7-931D0875BD0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C3D18782-7CF3-456E-BEEE-274C0C7D143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BDBCE54B-70C3-4BE7-991D-DF913D81CDD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2765121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22D63DCD-FFAC-4B2F-B76A-BF6B60FA140B}"/>
              </a:ext>
            </a:extLst>
          </p:cNvPr>
          <p:cNvPicPr>
            <a:picLocks xmlns:a="http://schemas.openxmlformats.org/drawingml/2006/main" noChangeAspect="1"/>
          </p:cNvPicPr>
          <p:nvPr/>
        </p:nvPicPr>
        <p:blipFill>
          <a:blip xmlns:r="http://schemas.openxmlformats.org/officeDocument/2006/relationships" xmlns:a="http://schemas.openxmlformats.org/drawingml/2006/main" r:embed="R60413a5a8f1b4d6f"/>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20822AF-BE10-4935-98BE-B3C1E14E2C4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4ED013B4-5EE9-4EE2-BB06-532AFF8932C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5BA63B52-0FB8-4415-8D4D-BF55B9F8877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1DE7A837-B5BE-4AAF-8FB6-3EABC6241B90}"/>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FFEF2845-B25E-465E-9C24-5A344A8485CF}"/>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A9FE3B13-4D01-4025-A456-A4EEB6FBD46D}"/>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D91738F8-CF39-4712-AD53-874A98C77AEE}"/>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9C59343E-A47B-4EA0-BF13-53480FE0C78F}"/>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33649334-92D2-4B0B-95DF-EFD11340BDC6}"/>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C2A91F1D-C3B6-46E6-AB36-04704BE53300}"/>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1D316D8B-863F-4171-80D2-41F054EEBDD1}"/>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C11EF551-3117-4000-9F39-CA27AF2894CB}"/>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5919AB4B-CD9D-4CE1-ADC6-DD6B987B472B}"/>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4BE987CD-DAD9-4330-B4D5-B2FC6535EB87}"/>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7D3FE2C4-D900-44DA-B67D-1F8860488F82}"/>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3ABDF304-3DF7-434B-BE16-33DE7687F329}"/>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8CBDEC5C-FE82-40D7-B053-361B712AF6CC}"/>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3F2F08D4-E827-47F6-B264-7A681C4112D8}"/>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0A25498A-1C2D-48B7-8108-F04628352BD1}"/>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0491DB3A-1562-4458-A67E-08038308D0F6}"/>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70587861-B748-4E8F-8906-DA1DB81E75DC}"/>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F6119836-F9DF-49BA-80AA-33C69E596D8D}"/>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4D9D7F6F-74AD-4720-AEA0-5FB72110F905}"/>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0A63CB12-69D1-4BCA-91EE-0EBCD92B0FA3}"/>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10;n = 423">
            <a:extLst xmlns:a="http://schemas.openxmlformats.org/drawingml/2006/main">
              <a:ext uri="{FF2B5EF4-FFF2-40B4-BE49-F238E27FC236}">
                <a16:creationId xmlns:a16="http://schemas.microsoft.com/office/drawing/2014/main" id="{5A7C15A9-7F48-4A9A-A667-919BE8C55490}"/>
              </a:ext>
            </a:extLst>
          </p:cNvPr>
          <p:cNvSpPr>
            <a:spLocks xmlns:a="http://schemas.openxmlformats.org/drawingml/2006/main" noGrp="1"/>
          </p:cNvSpPr>
          <p:nvPr/>
        </p:nvSpPr>
        <p:spPr>
          <a:xfrm xmlns:a="http://schemas.openxmlformats.org/drawingml/2006/main">
            <a:off x="22860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423</a:t>
            </a:r>
          </a:p>
        </p:txBody>
      </p:sp>
      <p:sp>
        <p:nvSpPr>
          <p:cNvPr id="27" name="Thin monochrome rule">
            <a:extLst xmlns:a="http://schemas.openxmlformats.org/drawingml/2006/main">
              <a:ext uri="{FF2B5EF4-FFF2-40B4-BE49-F238E27FC236}">
                <a16:creationId xmlns:a16="http://schemas.microsoft.com/office/drawing/2014/main" id="{9C50F08A-D371-47CD-BF14-6F198716264A}"/>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8906F7B1-9C02-46C9-8660-E87F37823C97}"/>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5DA9FD5A-4A70-4AB4-B701-C544A56BC731}"/>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425A7717-EFA9-4073-B23A-FD1EAF9C77D9}"/>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C3C884E9-1773-403B-9FC4-46CBC305A61B}"/>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004B0CCB-91CC-4CB5-8EA5-0EC9685F9D37}"/>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10;n = 226">
            <a:extLst xmlns:a="http://schemas.openxmlformats.org/drawingml/2006/main">
              <a:ext uri="{FF2B5EF4-FFF2-40B4-BE49-F238E27FC236}">
                <a16:creationId xmlns:a16="http://schemas.microsoft.com/office/drawing/2014/main" id="{4FFC2E7C-16C7-4164-AF9E-535A3D5C7D4B}"/>
              </a:ext>
            </a:extLst>
          </p:cNvPr>
          <p:cNvSpPr>
            <a:spLocks xmlns:a="http://schemas.openxmlformats.org/drawingml/2006/main" noGrp="1"/>
          </p:cNvSpPr>
          <p:nvPr/>
        </p:nvSpPr>
        <p:spPr>
          <a:xfrm xmlns:a="http://schemas.openxmlformats.org/drawingml/2006/main">
            <a:off x="51435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226</a:t>
            </a:r>
          </a:p>
        </p:txBody>
      </p:sp>
      <p:sp>
        <p:nvSpPr>
          <p:cNvPr id="34" name="Medians: 13 / 11">
            <a:extLst xmlns:a="http://schemas.openxmlformats.org/drawingml/2006/main">
              <a:ext uri="{FF2B5EF4-FFF2-40B4-BE49-F238E27FC236}">
                <a16:creationId xmlns:a16="http://schemas.microsoft.com/office/drawing/2014/main" id="{FCA61509-F2D1-446B-A2DF-F49DC65189B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4EE190C2-06B7-40BC-9FDC-D6055287166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3547B950-E75B-466F-931D-0249B754691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18554874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16A8CF0-68C4-4165-B5F8-8C6E29AAD76C}"/>
              </a:ext>
            </a:extLst>
          </p:cNvPr>
          <p:cNvPicPr>
            <a:picLocks xmlns:a="http://schemas.openxmlformats.org/drawingml/2006/main" noChangeAspect="1"/>
          </p:cNvPicPr>
          <p:nvPr/>
        </p:nvPicPr>
        <p:blipFill>
          <a:blip xmlns:r="http://schemas.openxmlformats.org/officeDocument/2006/relationships" xmlns:a="http://schemas.openxmlformats.org/drawingml/2006/main" r:embed="R605f208805934bb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CCDD56E-C1EE-420D-A6F2-386958E204F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114875DC-BD90-46BC-A94B-48BFF9B9287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2BC64EA7-5EBD-45BD-B026-F13B6A846E2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3470266A-9526-4A0F-B61D-92E92A32329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c9c789b58b041a8"/>
          </a:graphicData>
        </a:graphic>
      </p:graphicFrame>
      <p:sp>
        <p:nvSpPr>
          <p:cNvPr id="6" name="Unequal groups">
            <a:extLst xmlns:a="http://schemas.openxmlformats.org/drawingml/2006/main">
              <a:ext uri="{FF2B5EF4-FFF2-40B4-BE49-F238E27FC236}">
                <a16:creationId xmlns:a16="http://schemas.microsoft.com/office/drawing/2014/main" id="{F75CB59F-5A7B-4A74-9C3B-AB2FD4DA731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49AAFFD5-9876-4A58-A6B6-AF4F528219C0}"/>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704EAEED-E432-4B7A-B3BC-04E588BADBE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14635624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D8F77DB-A6F7-4B1B-AEA4-80C55E19FDD7}"/>
              </a:ext>
            </a:extLst>
          </p:cNvPr>
          <p:cNvPicPr>
            <a:picLocks xmlns:a="http://schemas.openxmlformats.org/drawingml/2006/main" noChangeAspect="1"/>
          </p:cNvPicPr>
          <p:nvPr/>
        </p:nvPicPr>
        <p:blipFill>
          <a:blip xmlns:r="http://schemas.openxmlformats.org/officeDocument/2006/relationships" xmlns:a="http://schemas.openxmlformats.org/drawingml/2006/main" r:embed="R85ba61c062ce48c6"/>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6154256-DDD4-41C4-AD33-69716AE9F84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E3180542-32E0-4897-951C-CDCBF7C8CCC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7D375E34-5452-4607-9F88-54EF4D431C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A9094E07-8675-4DE4-9656-F83B9623F212}"/>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a5a16957920b4eeb"/>
          </a:graphicData>
        </a:graphic>
      </p:graphicFrame>
      <p:sp>
        <p:nvSpPr>
          <p:cNvPr id="6" name="Largest band: 10–14">
            <a:extLst xmlns:a="http://schemas.openxmlformats.org/drawingml/2006/main">
              <a:ext uri="{FF2B5EF4-FFF2-40B4-BE49-F238E27FC236}">
                <a16:creationId xmlns:a16="http://schemas.microsoft.com/office/drawing/2014/main" id="{CB8B5317-BE0D-45D2-B484-84925EE3DD4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619672EC-1421-44A6-8C30-F4216DFC108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D32F5E32-A108-4543-BEC1-8DE780C8EC8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15168616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F1E3F50-1D9D-4747-8610-0EBF3E29ED57}"/>
              </a:ext>
            </a:extLst>
          </p:cNvPr>
          <p:cNvPicPr>
            <a:picLocks xmlns:a="http://schemas.openxmlformats.org/drawingml/2006/main" noChangeAspect="1"/>
          </p:cNvPicPr>
          <p:nvPr/>
        </p:nvPicPr>
        <p:blipFill>
          <a:blip xmlns:r="http://schemas.openxmlformats.org/officeDocument/2006/relationships" xmlns:a="http://schemas.openxmlformats.org/drawingml/2006/main" r:embed="R2871da3e7ce24ab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A07A6F0-DEBE-492D-B921-C3BD5122B91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24654D9C-4EB6-4A63-9208-80E504A62E7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51505F6E-307F-4DBC-9135-C28B19F4C40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5C652574-0D7F-4849-86A0-0AF3BFB679DC}"/>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205a81125664dc9"/>
          </a:graphicData>
        </a:graphic>
      </p:graphicFrame>
      <p:sp>
        <p:nvSpPr>
          <p:cNvPr id="6" name="ρ = 0.9445">
            <a:extLst xmlns:a="http://schemas.openxmlformats.org/drawingml/2006/main">
              <a:ext uri="{FF2B5EF4-FFF2-40B4-BE49-F238E27FC236}">
                <a16:creationId xmlns:a16="http://schemas.microsoft.com/office/drawing/2014/main" id="{3F4C0450-D182-4FD2-A8E1-D9F2AB198DF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3E8D7475-BD84-4BFE-BF4C-98BE0069DF0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3C43F089-7563-4056-A0BE-95A562618DE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148600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7B03793-E7E8-477A-9517-0E5137DEC156}"/>
              </a:ext>
            </a:extLst>
          </p:cNvPr>
          <p:cNvPicPr>
            <a:picLocks xmlns:a="http://schemas.openxmlformats.org/drawingml/2006/main" noChangeAspect="1"/>
          </p:cNvPicPr>
          <p:nvPr/>
        </p:nvPicPr>
        <p:blipFill>
          <a:blip xmlns:r="http://schemas.openxmlformats.org/officeDocument/2006/relationships" xmlns:a="http://schemas.openxmlformats.org/drawingml/2006/main" r:embed="R1a10a8075cfc4da6"/>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051A709-FBA6-4957-9FC4-97E0431875A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D1C1B2CF-B429-4EF7-B676-CA00DB1AC8C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3ACDFC8E-7167-4561-948C-474C29BF587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DE91E56C-4943-4AF8-AA0F-969B37B41C1C}"/>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b69b458543240ff"/>
          </a:graphicData>
        </a:graphic>
      </p:graphicFrame>
      <p:sp>
        <p:nvSpPr>
          <p:cNvPr id="6" name="List + dictionary">
            <a:extLst xmlns:a="http://schemas.openxmlformats.org/drawingml/2006/main">
              <a:ext uri="{FF2B5EF4-FFF2-40B4-BE49-F238E27FC236}">
                <a16:creationId xmlns:a16="http://schemas.microsoft.com/office/drawing/2014/main" id="{93EDEB1B-2065-4FD9-AB71-9793F285B33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EB0A8683-9651-4D19-8328-1C2B73B3107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F422426C-900B-492B-9071-3EC531785D7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6164235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74B7604-5E8D-4E0B-80FD-305CB253AE5B}"/>
              </a:ext>
            </a:extLst>
          </p:cNvPr>
          <p:cNvPicPr>
            <a:picLocks xmlns:a="http://schemas.openxmlformats.org/drawingml/2006/main" noChangeAspect="1"/>
          </p:cNvPicPr>
          <p:nvPr/>
        </p:nvPicPr>
        <p:blipFill>
          <a:blip xmlns:r="http://schemas.openxmlformats.org/officeDocument/2006/relationships" xmlns:a="http://schemas.openxmlformats.org/drawingml/2006/main" r:embed="R03826aba7a4541d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E439330-BDB5-47A1-ADCD-D004298DB9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15E6DA98-3D5F-4504-A9C0-526F6AC15CF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045D4462-0B18-4CF1-A485-1199884C71A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1AC2EB01-C46E-4964-BF03-AC9CCF7AC54C}"/>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EE1D4C90-6825-4BCF-800C-FF0D61F98588}"/>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43815DCC-39BD-45CD-AFD8-8133BA06103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6188867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0872508-EEA3-4EF7-AB9D-BA22B19E4504}"/>
              </a:ext>
            </a:extLst>
          </p:cNvPr>
          <p:cNvPicPr>
            <a:picLocks xmlns:a="http://schemas.openxmlformats.org/drawingml/2006/main" noChangeAspect="1"/>
          </p:cNvPicPr>
          <p:nvPr/>
        </p:nvPicPr>
        <p:blipFill>
          <a:blip xmlns:r="http://schemas.openxmlformats.org/officeDocument/2006/relationships" xmlns:a="http://schemas.openxmlformats.org/drawingml/2006/main" r:embed="Rb963861d76a04b95"/>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6745F07-1F3C-4776-BB8D-5770F545E21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8574C7FC-B29D-4137-AF7A-7544D903130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E8D49857-71A5-4900-B957-1B67ACE789C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732D207B-6E34-4D3B-8A59-8B91DF85EDD4}"/>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DDC520E6-9705-4F84-A6D7-326274BDC3AA}"/>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E300C6F1-E3F1-4A30-9430-87B15F5E1543}"/>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D13E74E8-F729-4857-8958-CB9FFE462B52}"/>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48ED1F5D-155F-4C05-8F43-A0FEA7EAEE94}"/>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7C8C5FBA-A2C2-4C39-B464-36EFBDEDB772}"/>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AACED7E1-3180-41A1-802B-C0504C9AE225}"/>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0AD92E6D-9077-4694-BAB6-D117BD90BC4E}"/>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8569377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E7FA928-8909-4B63-BBAB-AE76421B5E59}"/>
              </a:ext>
            </a:extLst>
          </p:cNvPr>
          <p:cNvPicPr>
            <a:picLocks xmlns:a="http://schemas.openxmlformats.org/drawingml/2006/main" noChangeAspect="1"/>
          </p:cNvPicPr>
          <p:nvPr/>
        </p:nvPicPr>
        <p:blipFill>
          <a:blip xmlns:r="http://schemas.openxmlformats.org/officeDocument/2006/relationships" xmlns:a="http://schemas.openxmlformats.org/drawingml/2006/main" r:embed="R5ca30912b4a04a13"/>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A84514F-089B-42A7-857C-C7A5F168BBA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5F6E8CA1-4B5D-4227-B81F-AD149C5ABB2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E8676E31-5F00-470C-B0BC-975822BC26D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62E6CE4F-D302-47C8-86E7-20246EBCA800}"/>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21E04AB4-28BC-47A8-A5C2-0139BA991F60}"/>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C6A7D307-CEDC-4F64-9B24-452A0BC4DB1E}"/>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88FC2FBE-7DBA-4410-982A-3A11D29EE459}"/>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DD04FCBC-AE1F-4C9E-9BEC-67ECC255757F}"/>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12873960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C4076B7-90FA-4A56-ABC1-F950BCFB7CED}"/>
              </a:ext>
            </a:extLst>
          </p:cNvPr>
          <p:cNvPicPr>
            <a:picLocks xmlns:a="http://schemas.openxmlformats.org/drawingml/2006/main" noChangeAspect="1"/>
          </p:cNvPicPr>
          <p:nvPr/>
        </p:nvPicPr>
        <p:blipFill>
          <a:blip xmlns:r="http://schemas.openxmlformats.org/officeDocument/2006/relationships" xmlns:a="http://schemas.openxmlformats.org/drawingml/2006/main" r:embed="Ra6c7a98ceea2412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41A3E1C-3506-40F8-8F5C-B16150AB41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83027430-3394-4B6C-8173-7EF62ADADAD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7DE989B6-1C93-40E9-848B-E9376AA9FE0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88C5A720-E96F-48FF-A8A4-5396AB83190C}"/>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4B761495-EE22-4A33-A7F4-865575A522B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4661280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9F2B28C-1844-4A61-B367-BC32FB497FBC}"/>
              </a:ext>
            </a:extLst>
          </p:cNvPr>
          <p:cNvPicPr>
            <a:picLocks xmlns:a="http://schemas.openxmlformats.org/drawingml/2006/main" noChangeAspect="1"/>
          </p:cNvPicPr>
          <p:nvPr/>
        </p:nvPicPr>
        <p:blipFill>
          <a:blip xmlns:r="http://schemas.openxmlformats.org/officeDocument/2006/relationships" xmlns:a="http://schemas.openxmlformats.org/drawingml/2006/main" r:embed="R642ea578b7e2457f"/>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75A9B62-18C0-41D3-AA1B-4A35B57C587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1FDD3C77-1989-4B39-B836-888A7F64B17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3151EDE6-21EF-49F3-95F0-0FF7124A385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9E2CC574-C557-4F55-91D0-C9D36A75BA0F}"/>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EDE7F9E8-AE17-49D3-A91A-6F455BEB8856}"/>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116626691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B09C732-F8D4-440A-AEAD-9884A6F53F9C}"/>
              </a:ext>
            </a:extLst>
          </p:cNvPr>
          <p:cNvPicPr>
            <a:picLocks xmlns:a="http://schemas.openxmlformats.org/drawingml/2006/main" noChangeAspect="1"/>
          </p:cNvPicPr>
          <p:nvPr/>
        </p:nvPicPr>
        <p:blipFill>
          <a:blip xmlns:r="http://schemas.openxmlformats.org/officeDocument/2006/relationships" xmlns:a="http://schemas.openxmlformats.org/drawingml/2006/main" r:embed="R27d9009f216a4df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441C473-11B5-47FE-AD27-683FD7CE8E4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2BEEE7EB-B52C-4B2D-A33C-11AFF048A61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A48ABEC6-0F3E-4E0C-89BF-071DC92BC2D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8C54CFA0-1D34-4329-9917-356C16DC6FE4}"/>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338</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636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113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181</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327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332</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349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2656A91B-F786-45DA-A615-80758B759B2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9889477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4AD2990-AC8B-40A9-BDE4-9AE66B37A272}"/>
              </a:ext>
            </a:extLst>
          </p:cNvPr>
          <p:cNvPicPr>
            <a:picLocks xmlns:a="http://schemas.openxmlformats.org/drawingml/2006/main" noChangeAspect="1"/>
          </p:cNvPicPr>
          <p:nvPr/>
        </p:nvPicPr>
        <p:blipFill>
          <a:blip xmlns:r="http://schemas.openxmlformats.org/officeDocument/2006/relationships" xmlns:a="http://schemas.openxmlformats.org/drawingml/2006/main" r:embed="Rc100240a7f6a4ec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2998BDA-B9B3-49E9-91AC-E42305297B3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3D502ECC-0654-4411-B88B-36D58B46788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0577E71E-7295-4608-BEAE-A8C46455EB3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921675CE-41E0-426A-95C6-74A8680732B5}"/>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163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440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519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597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EE864BB0-85CD-4534-A711-D763AF059CA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2852316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9109515-3B37-4B20-A4A3-1BEF58C79440}"/>
              </a:ext>
            </a:extLst>
          </p:cNvPr>
          <p:cNvPicPr>
            <a:picLocks xmlns:a="http://schemas.openxmlformats.org/drawingml/2006/main" noChangeAspect="1"/>
          </p:cNvPicPr>
          <p:nvPr/>
        </p:nvPicPr>
        <p:blipFill>
          <a:blip xmlns:r="http://schemas.openxmlformats.org/officeDocument/2006/relationships" xmlns:a="http://schemas.openxmlformats.org/drawingml/2006/main" r:embed="R30c59c291c464e9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8239ADB-3C8E-4A97-8B8B-32567FC664A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18465C2B-2D52-4B0A-B0D1-99FE54FF704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AACD859D-BAD4-4C68-9D07-A585900E247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C8F1A4C6-6C03-40DF-8251-4EC94836BA6B}"/>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0FA353AA-D6B6-4C94-9EC6-E9857ADD8D34}"/>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4CC0BEFF-EE13-44A8-BB75-BFE6D7C616F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1551083468"/>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2026-10-20T05:16:27.9860000Z</dcterms:created>
  <dcterms:modified xsi:type="dcterms:W3CDTF">2026-10-20T05:16:27.9860000Z</dcterms:modified>
</coreProperties>
</file>