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42f068ea57b4bba" /><Relationship Type="http://schemas.openxmlformats.org/officeDocument/2006/relationships/extended-properties" Target="/docProps/app.xml" Id="R1a389cd7a5c34d0e" /><Relationship Type="http://schemas.openxmlformats.org/officeDocument/2006/relationships/officeDocument" Target="/ppt/presentation.xml" Id="Rab492c3c60e84c1d" /></Relationships>
</file>

<file path=ppt/presentation.xml><?xml version="1.0" encoding="utf-8"?>
<p:presentation xmlns:p="http://schemas.openxmlformats.org/presentationml/2006/main">
  <p:sldMasterIdLst>
    <p:sldMasterId xmlns:r="http://schemas.openxmlformats.org/officeDocument/2006/relationships" id="2147483648" r:id="R3ccdf7d7e7084f97"/>
  </p:sldMasterIdLst>
  <p:notesMasterIdLst>
    <p:notesMasterId xmlns:r="http://schemas.openxmlformats.org/officeDocument/2006/relationships" r:id="Rf867726083484af7"/>
  </p:notesMasterIdLst>
  <p:sldIdLst>
    <p:sldId xmlns:r="http://schemas.openxmlformats.org/officeDocument/2006/relationships" id="256" r:id="R7bdbb70e36854962"/>
    <p:sldId xmlns:r="http://schemas.openxmlformats.org/officeDocument/2006/relationships" id="257" r:id="R585a6d9296394896"/>
    <p:sldId xmlns:r="http://schemas.openxmlformats.org/officeDocument/2006/relationships" id="258" r:id="R83ac21191d104bfa"/>
    <p:sldId xmlns:r="http://schemas.openxmlformats.org/officeDocument/2006/relationships" id="259" r:id="R308b4be5c28a4b93"/>
    <p:sldId xmlns:r="http://schemas.openxmlformats.org/officeDocument/2006/relationships" id="260" r:id="R75b093a1631b463f"/>
    <p:sldId xmlns:r="http://schemas.openxmlformats.org/officeDocument/2006/relationships" id="261" r:id="R8389dc2877804417"/>
    <p:sldId xmlns:r="http://schemas.openxmlformats.org/officeDocument/2006/relationships" id="262" r:id="R3dc01fa5ec6449ae"/>
    <p:sldId xmlns:r="http://schemas.openxmlformats.org/officeDocument/2006/relationships" id="263" r:id="Re6ece433ee2249d7"/>
    <p:sldId xmlns:r="http://schemas.openxmlformats.org/officeDocument/2006/relationships" id="264" r:id="Re3b8cbefc2724abe"/>
    <p:sldId xmlns:r="http://schemas.openxmlformats.org/officeDocument/2006/relationships" id="265" r:id="R1f9b1cf960214cea"/>
    <p:sldId xmlns:r="http://schemas.openxmlformats.org/officeDocument/2006/relationships" id="266" r:id="R0e3bf349564941f7"/>
    <p:sldId xmlns:r="http://schemas.openxmlformats.org/officeDocument/2006/relationships" id="267" r:id="R2e508042d9cc46a4"/>
    <p:sldId xmlns:r="http://schemas.openxmlformats.org/officeDocument/2006/relationships" id="268" r:id="R8ce6b42b45ef40c5"/>
    <p:sldId xmlns:r="http://schemas.openxmlformats.org/officeDocument/2006/relationships" id="269" r:id="Raa1208496ca04ac1"/>
    <p:sldId xmlns:r="http://schemas.openxmlformats.org/officeDocument/2006/relationships" id="270" r:id="R83faa471d12a4eef"/>
    <p:sldId xmlns:r="http://schemas.openxmlformats.org/officeDocument/2006/relationships" id="271" r:id="Rc46ffac0420c405a"/>
    <p:sldId xmlns:r="http://schemas.openxmlformats.org/officeDocument/2006/relationships" id="272" r:id="R88a9eecdf73a47d3"/>
    <p:sldId xmlns:r="http://schemas.openxmlformats.org/officeDocument/2006/relationships" id="273" r:id="R0b7b507dcb544b98"/>
    <p:sldId xmlns:r="http://schemas.openxmlformats.org/officeDocument/2006/relationships" id="274" r:id="R81ca65137cb14360"/>
    <p:sldId xmlns:r="http://schemas.openxmlformats.org/officeDocument/2006/relationships" id="275" r:id="R3079f5eb3d8c4f65"/>
    <p:sldId xmlns:r="http://schemas.openxmlformats.org/officeDocument/2006/relationships" id="276" r:id="R18aa0914d44c4daf"/>
    <p:sldId xmlns:r="http://schemas.openxmlformats.org/officeDocument/2006/relationships" id="277" r:id="Rb78ab2e4d2864bd0"/>
    <p:sldId xmlns:r="http://schemas.openxmlformats.org/officeDocument/2006/relationships" id="278" r:id="R2cb46b7bc1c944bb"/>
    <p:sldId xmlns:r="http://schemas.openxmlformats.org/officeDocument/2006/relationships" id="279" r:id="Rc12ef967d17d42c7"/>
    <p:sldId xmlns:r="http://schemas.openxmlformats.org/officeDocument/2006/relationships" id="280" r:id="R720383c6b1fd4b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78375b58974c18" /><Relationship Type="http://schemas.openxmlformats.org/officeDocument/2006/relationships/slideMaster" Target="/ppt/slideMasters/slideMaster1.xml" Id="R3ccdf7d7e7084f97" /><Relationship Type="http://schemas.openxmlformats.org/officeDocument/2006/relationships/notesMaster" Target="/ppt/notesMasters/notesMaster1.xml" Id="Rf867726083484af7" /><Relationship Type="http://schemas.openxmlformats.org/officeDocument/2006/relationships/presProps" Target="/ppt/presProps.xml" Id="Rf988d1061cb54721" /><Relationship Type="http://schemas.openxmlformats.org/officeDocument/2006/relationships/tableStyles" Target="/ppt/tableStyles.xml" Id="R3ae9100079b642d0" /><Relationship Type="http://schemas.openxmlformats.org/officeDocument/2006/relationships/slide" Target="/ppt/slides/slide1.xml" Id="R7bdbb70e36854962" /><Relationship Type="http://schemas.openxmlformats.org/officeDocument/2006/relationships/slide" Target="/ppt/slides/slide2.xml" Id="R585a6d9296394896" /><Relationship Type="http://schemas.openxmlformats.org/officeDocument/2006/relationships/slide" Target="/ppt/slides/slide3.xml" Id="R83ac21191d104bfa" /><Relationship Type="http://schemas.openxmlformats.org/officeDocument/2006/relationships/slide" Target="/ppt/slides/slide4.xml" Id="R308b4be5c28a4b93" /><Relationship Type="http://schemas.openxmlformats.org/officeDocument/2006/relationships/slide" Target="/ppt/slides/slide5.xml" Id="R75b093a1631b463f" /><Relationship Type="http://schemas.openxmlformats.org/officeDocument/2006/relationships/slide" Target="/ppt/slides/slide6.xml" Id="R8389dc2877804417" /><Relationship Type="http://schemas.openxmlformats.org/officeDocument/2006/relationships/slide" Target="/ppt/slides/slide7.xml" Id="R3dc01fa5ec6449ae" /><Relationship Type="http://schemas.openxmlformats.org/officeDocument/2006/relationships/slide" Target="/ppt/slides/slide8.xml" Id="Re6ece433ee2249d7" /><Relationship Type="http://schemas.openxmlformats.org/officeDocument/2006/relationships/slide" Target="/ppt/slides/slide9.xml" Id="Re3b8cbefc2724abe" /><Relationship Type="http://schemas.openxmlformats.org/officeDocument/2006/relationships/slide" Target="/ppt/slides/slide10.xml" Id="R1f9b1cf960214cea" /><Relationship Type="http://schemas.openxmlformats.org/officeDocument/2006/relationships/slide" Target="/ppt/slides/slide11.xml" Id="R0e3bf349564941f7" /><Relationship Type="http://schemas.openxmlformats.org/officeDocument/2006/relationships/slide" Target="/ppt/slides/slide12.xml" Id="R2e508042d9cc46a4" /><Relationship Type="http://schemas.openxmlformats.org/officeDocument/2006/relationships/slide" Target="/ppt/slides/slide13.xml" Id="R8ce6b42b45ef40c5" /><Relationship Type="http://schemas.openxmlformats.org/officeDocument/2006/relationships/slide" Target="/ppt/slides/slide14.xml" Id="Raa1208496ca04ac1" /><Relationship Type="http://schemas.openxmlformats.org/officeDocument/2006/relationships/slide" Target="/ppt/slides/slide15.xml" Id="R83faa471d12a4eef" /><Relationship Type="http://schemas.openxmlformats.org/officeDocument/2006/relationships/slide" Target="/ppt/slides/slide16.xml" Id="Rc46ffac0420c405a" /><Relationship Type="http://schemas.openxmlformats.org/officeDocument/2006/relationships/slide" Target="/ppt/slides/slide17.xml" Id="R88a9eecdf73a47d3" /><Relationship Type="http://schemas.openxmlformats.org/officeDocument/2006/relationships/slide" Target="/ppt/slides/slide18.xml" Id="R0b7b507dcb544b98" /><Relationship Type="http://schemas.openxmlformats.org/officeDocument/2006/relationships/slide" Target="/ppt/slides/slide19.xml" Id="R81ca65137cb14360" /><Relationship Type="http://schemas.openxmlformats.org/officeDocument/2006/relationships/slide" Target="/ppt/slides/slide20.xml" Id="R3079f5eb3d8c4f65" /><Relationship Type="http://schemas.openxmlformats.org/officeDocument/2006/relationships/slide" Target="/ppt/slides/slide21.xml" Id="R18aa0914d44c4daf" /><Relationship Type="http://schemas.openxmlformats.org/officeDocument/2006/relationships/slide" Target="/ppt/slides/slide22.xml" Id="Rb78ab2e4d2864bd0" /><Relationship Type="http://schemas.openxmlformats.org/officeDocument/2006/relationships/slide" Target="/ppt/slides/slide23.xml" Id="R2cb46b7bc1c944bb" /><Relationship Type="http://schemas.openxmlformats.org/officeDocument/2006/relationships/slide" Target="/ppt/slides/slide24.xml" Id="Rc12ef967d17d42c7" /><Relationship Type="http://schemas.openxmlformats.org/officeDocument/2006/relationships/slide" Target="/ppt/slides/slide25.xml" Id="R720383c6b1fd4b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942f32baee43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b1458685b34536" /><Relationship Type="http://schemas.openxmlformats.org/officeDocument/2006/relationships/notesMaster" Target="/ppt/notesMasters/notesMaster1.xml" Id="R0821ac4303234c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039365c44a4c0c" /><Relationship Type="http://schemas.openxmlformats.org/officeDocument/2006/relationships/notesMaster" Target="/ppt/notesMasters/notesMaster1.xml" Id="Reac6c2898c0741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2d4d763ffd45d6" /><Relationship Type="http://schemas.openxmlformats.org/officeDocument/2006/relationships/notesMaster" Target="/ppt/notesMasters/notesMaster1.xml" Id="R6290f94c5b5f49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cd96b03b694da4" /><Relationship Type="http://schemas.openxmlformats.org/officeDocument/2006/relationships/notesMaster" Target="/ppt/notesMasters/notesMaster1.xml" Id="Raab1bc5892784f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dab4ca2e6e43b8" /><Relationship Type="http://schemas.openxmlformats.org/officeDocument/2006/relationships/notesMaster" Target="/ppt/notesMasters/notesMaster1.xml" Id="R85525d7fd2ae40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0c4aa7d3a64af2" /><Relationship Type="http://schemas.openxmlformats.org/officeDocument/2006/relationships/notesMaster" Target="/ppt/notesMasters/notesMaster1.xml" Id="R45b3bed5bc8342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99ac304db9495c" /><Relationship Type="http://schemas.openxmlformats.org/officeDocument/2006/relationships/notesMaster" Target="/ppt/notesMasters/notesMaster1.xml" Id="R1f56c445ea894e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904567333040ef" /><Relationship Type="http://schemas.openxmlformats.org/officeDocument/2006/relationships/notesMaster" Target="/ppt/notesMasters/notesMaster1.xml" Id="Re5fcf6bf0f3a41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fd7f7bfa9b4721" /><Relationship Type="http://schemas.openxmlformats.org/officeDocument/2006/relationships/notesMaster" Target="/ppt/notesMasters/notesMaster1.xml" Id="Rdda778edabb64e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f91d664f084cfe" /><Relationship Type="http://schemas.openxmlformats.org/officeDocument/2006/relationships/notesMaster" Target="/ppt/notesMasters/notesMaster1.xml" Id="R11aabd8a7fb346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4c518289eb4ece" /><Relationship Type="http://schemas.openxmlformats.org/officeDocument/2006/relationships/notesMaster" Target="/ppt/notesMasters/notesMaster1.xml" Id="R1c705a95633941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418010e4f94471" /><Relationship Type="http://schemas.openxmlformats.org/officeDocument/2006/relationships/notesMaster" Target="/ppt/notesMasters/notesMaster1.xml" Id="R8f01bb1ea1eb44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ab93b0e71e41f3" /><Relationship Type="http://schemas.openxmlformats.org/officeDocument/2006/relationships/notesMaster" Target="/ppt/notesMasters/notesMaster1.xml" Id="R1bfd2b0854e244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6fbfd5b629462d" /><Relationship Type="http://schemas.openxmlformats.org/officeDocument/2006/relationships/notesMaster" Target="/ppt/notesMasters/notesMaster1.xml" Id="R1a8a5b05afc44e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ee70dd2b2a4b85" /><Relationship Type="http://schemas.openxmlformats.org/officeDocument/2006/relationships/notesMaster" Target="/ppt/notesMasters/notesMaster1.xml" Id="R30f1a117acd740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e3fd6bc1a347fb" /><Relationship Type="http://schemas.openxmlformats.org/officeDocument/2006/relationships/notesMaster" Target="/ppt/notesMasters/notesMaster1.xml" Id="Rfa38571baad544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8f2aae30084ec3" /><Relationship Type="http://schemas.openxmlformats.org/officeDocument/2006/relationships/notesMaster" Target="/ppt/notesMasters/notesMaster1.xml" Id="Rc4d9678c14364ef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92d2d5a034458f" /><Relationship Type="http://schemas.openxmlformats.org/officeDocument/2006/relationships/notesMaster" Target="/ppt/notesMasters/notesMaster1.xml" Id="R199dc3c9967b4d4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487b249c1bf4b23" /><Relationship Type="http://schemas.openxmlformats.org/officeDocument/2006/relationships/notesMaster" Target="/ppt/notesMasters/notesMaster1.xml" Id="R207773aa48aa4d4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6c816b7b1a477e" /><Relationship Type="http://schemas.openxmlformats.org/officeDocument/2006/relationships/notesMaster" Target="/ppt/notesMasters/notesMaster1.xml" Id="Rf364f7b0c08646b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5b60df79457465c" /><Relationship Type="http://schemas.openxmlformats.org/officeDocument/2006/relationships/notesMaster" Target="/ppt/notesMasters/notesMaster1.xml" Id="R651ce8a25a4941e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9bb34d5ff54783" /><Relationship Type="http://schemas.openxmlformats.org/officeDocument/2006/relationships/notesMaster" Target="/ppt/notesMasters/notesMaster1.xml" Id="R37975433caf84d8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ab1cb936ad64631" /><Relationship Type="http://schemas.openxmlformats.org/officeDocument/2006/relationships/notesMaster" Target="/ppt/notesMasters/notesMaster1.xml" Id="R5289334d87a64a0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d581cb02f1247bd" /><Relationship Type="http://schemas.openxmlformats.org/officeDocument/2006/relationships/notesMaster" Target="/ppt/notesMasters/notesMaster1.xml" Id="Re3181b6af4074ce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839ebad0b6c4b0e" /><Relationship Type="http://schemas.openxmlformats.org/officeDocument/2006/relationships/notesMaster" Target="/ppt/notesMasters/notesMaster1.xml" Id="R6c09ccb7f0dd47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Giới thiệu nhóm bốn người và Cô Ho Thi Linh. Nêu đề tài phân tích thành tích học sinh từ dữ liệu công khai; báo cáo cuối kỳ ngày 20/10/2026. Không gọi đây là dữ liệu sinh viên TDTU.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Trình bày bốn câu hỏi tương ứng bốn phần đề. Điểm nhấn là phân tích mô tả có thể chạy lại, có nguồn gốc dữ liệu và có giới hạn rõ ràng. Chuyển sang dataset trước khi giải thích kỹ thuật.</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Nguồn UCI Student Performance, chỉ file student-por.csv. Có 649 bản ghi, 33 cột, không thiếu ở nguồn. GP có 423 và MS có 226 bản ghi. Không gộp môn Toán vì có học sinh trùng giữa hai file. Nêu thang lý thuyết 0–20 khác miền quan sát 0–19.</a:t>
            </a:r>
          </a:p>
          <a:p xmlns:a="http://schemas.openxmlformats.org/drawingml/2006/main">
            <a:r>
              <a:t>Nguồn: Cortez (2008), https://doi.org/10.24432/C5TG7T; references/student.txt.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Mở notebook mục I.1 và I.2. Giải thích delimiter chấm phẩy, kiểm checksum, shape, dtypes và info. Hiển thị cả đầu và cuối dữ liệu giúp phát hiện parse sai. Integer storage không có nghĩa studytime là số giờ thực.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5%×649=32,45; lấy 32 ô nên tỷ lệ là 4,93%. Che duy nhất absences, cùng mask cho hai nhánh. Seed 42 tái lập; MCAR chỉ là giả lập. Tất cả kết luận chính dùng raw đã kiểm.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Bảng này lấy từ output chạy thật. Mean imputation dùng mean của 617 giá trị chưa bị che: 3,623987. Giữ 649 dòng nhưng giảm phân tán và tạo số lần vắng lẻ. Dropna còn 617. Cả hai bắt đầu từ cùng corrupted, không drop sau fillna.</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Chứng minh Series→list→lọc bằng Python. Có 549 điểm ≥ 10 theo quy ước bài phân tích. Regex fullmatch lấy đúng G1/G2/G3, loại G12 và G3_extra. Không cần bịa ID cá nhân hoặc dữ liệu bẩn.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loc theo nhãn có bao gồm cận cuối 9, iloc theo vị trí. Bộ lọc studytime ≥ 2 và absences ≤ 5 cho 334/649 = 51,46%. Nhấn mạnh ngưỡng minh họa, không phải quy tắc can thiệp.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Giải thích từng cột và thao tác insert ngay trước G3. prior_grade_mean không chứa G3; grade_progress là chênh lệch giữa hai kỳ, không tự nó chứng minh tiến bộ do can thiệp. performance_band gồm 0–9, 10–14, 15–20 là nhóm tự quy ước. Vì chứa outcome, cột này không được xếp hạng như một yếu tố giải thích.</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Notebook và báo cáo có đủ count, mean, std, min, max cho cả G1, G2, G3 theo trường. Slide trích G3 và cỡ mẫu để đọc được. GP có 423 bản ghi, MS có 226; trung bình và độ phân tán khác nhau nhưng chưa điều chỉnh yếu tố khác. Chuẩn hóa min–max dùng transform trong từng trường và giữ đúng index; nhóm hằng trả 0. Đây là thang tương đối trong nhóm.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Có ma trận Pearson cho 16 biến số gốc và bảng Spearman bổ sung. G2 có rho khoảng 0,94445 và là điểm kỳ trước; không trình bày như một phát hiện mới về hoàn cảnh. failures có rho khoảng −0,44836, lớn nhất về trị tuyệt đối trong nhóm biến hoàn cảnh dạng số/thứ bậc đã xét. Đây không phải feature importance của mô hình đa biến. Không so mean difference của biến định tính trực tiếp với rho.</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Histogram trong notebook dùng sns.histplot với bin một điểm. Slide dùng cùng bảng tần số đã xuất ở dạng chart chỉnh sửa được. Mean khoảng 11,906; median 12; sample SD khoảng 3,231. Giữ điểm 0 như một kết quả quan sát. Trục giữ toàn thang lý thuyết 0–20, kể cả bin rỗng.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Box plot trong notebook dùng Seaborn. Q1, median, Q3, whiskers và outliers được xuất theo cùng quy tắc 1,5 IQR. Slide dùng các đối tượng chỉnh sửa được dựng từ thống kê này để tránh khác biệt quy tắc quartile của Office. Median GP là 13, MS là 11. Khác biệt nhóm chưa điều chỉnh không chứng minh tác động của trường.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So sánh mean G3 theo studytime 1–4. Bảng gốc có count và SD; các cỡ nhóm lần lượt là 212, 305, 97, 35. Nhãn trên slide giữ cả khoảng giờ và n. Nhóm trên 10 giờ nhỏ nhất. Không suy ra rằng một người học thêm giờ sẽ đạt đúng chênh lệch trung bình quan sát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Pie chart sử dụng đúng cột tạo ở Phần II. Nhóm 0–9 có 100 bản ghi, 15,41%; 10–14 có 418, 64,41%; 15–20 có 131, 20,18%. Đây là dải điểm do nhóm quy ước để mô tả, không phải hệ thống xếp loại chính thức. Tổng count là 649 và phần trăm tổng 100 trước làm tròn.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Notebook dùng sns.regplot, ci=None, và độ trong suốt để thấy các tọa độ chồng nhau. Tọa độ đường fit được xuất từ lần chạy Seaborn và dùng lại trên slide. Rho khoảng 0,9445 là liên hệ, không phải nhân quả. G2 và G3 là các kỳ đánh giá liên quan nhau về thời gian và nội dung.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Chỉ rõ cell III.4: dữ liệu chuyển thành list/dictionary, rồi dùng Matplotlib bar và bar_label. Giá trị là mean G1/G2 của năm bản ghi đầu, không chứa G3. Nhãn 1–5 là vị trí dòng nguồn, không phải mã hay tên cá nhân. Ví dụ nhỏ này minh họa thao tác Python và vẽ, không đại diện cho toàn bộ dataset.</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Hàm comprehensive_report(df) vừa in nội dung dễ đọc vừa trả dictionary để dùng lại đúng số liệu. Có 37 cột: 33 cột gốc và 4 cột dẫn xuất. Top/bottom giữ đúng 10 dòng; stable sort giữ thứ tự nguồn khi đồng hạng. Tất cả 37 cột có trong notebook và CSV; slide chỉ trích các cột có thể đọc được.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 phút.</a:t>
            </a:r>
          </a:p>
          <a:p xmlns:a="http://schemas.openxmlformats.org/drawingml/2006/main">
            <a:r>
              <a:t>Demo trong 3 phút: (1) mở I.3, chỉ mask 32 ô và hai kết quả mean/dropna 649/617; (2) mở II.2 và II.4, chỉ insert và transform; (3) mở IV.1 và IV.2, gọi comprehensive_report rồi xem bảng đủ cột. Chạy toàn bộ từ kernel sạch trước buổi báo cáo để kiểm tái lập. Nếu demo gặp lỗi, dùng outputs đã lưu, không chờ tải dữ liệu. Xem Demo_VI.md để có lời dẫn và mốc thời gian.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Chốt phân bố điểm, liên hệ với G2 và failure categories. Nhắc giới hạn: hai trường ở Bồ Đào Nha, không đại diện TDTU; chưa điều chỉnh đa biến; không chứng minh nhân quả; chỉ một mô phỏng MCAR. Gợi ý nghiên cứu hỗ trợ học sinh là một hướng cần kiểm chứng, chưa có effect size hay mức lợi ích dự kiến.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Nêu dataset và tài liệu chính thức của các thư viện. Codebook, mã nguồn và manifest có trong gói nộp. Biểu đồ phân tích sinh từ notebook; logo giữ nguồn chuẩn của trường. Trích dẫn dữ liệu theo CC BY 4.0 và chuyển sang hỏi đáp.</a:t>
            </a:r>
          </a:p>
          <a:p xmlns:a="http://schemas.openxmlformats.org/drawingml/2006/main">
            <a:r>
              <a:t>Nguồn: URLs displayed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Theo giảng viên.</a:t>
            </a:r>
          </a:p>
          <a:p xmlns:a="http://schemas.openxmlformats.org/drawingml/2006/main">
            <a:r>
              <a:t>Mời giảng viên hỏi. Chuẩn bị giải thích vì sao 32 ô chỉ là 4,93%; mean imputation thay đổi độ phân tán; tương quan G2 không chứng minh nhân quả; normalization trong nhóm không tạo thang điểm tuyệt đối; stable top ten xử lý đồng hạng ra sao. Xem Viva_VI.md.</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độ nhạy hiển thị sample SD của absences, rho với G3 và số dòng thỏa bộ lọc. Dùng cùng mask cho mọi phương pháp. Denominator raw là 649, dropna là 617. Fixture nhóm hằng trả 0; kiểm ngưỡng band tại 0, 9, 10, 14, 15, 20. Giữ nguyên mã failures và ghi chú sự mơ hồ trong codebook, không sửa ngầm.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8b1077d4cf42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5cc238984445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0b05107bc742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c859ffc7ae49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0eae4b94a24d0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fc4b62041949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F9BDC8-1C09-4527-9DAF-5284D04581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01C458F-1698-4258-8B33-0242F3CACE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08FDF0C-E2A5-49C8-A634-4348C97B26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08B0F4-D0ED-435F-B883-A847A2F2FA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5720CF-7CEA-4F78-BA9E-04DACD507BE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F02115-0B57-48D7-AB76-BCB67A0372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DDEADB-3EB3-4071-B7E1-881801E617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1F87A2-2AC4-407E-82FC-2C397C82657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126233-054C-43F9-911A-BFFEB7F7CB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CA6A38-AA7C-482E-8B2E-2E8E5B5414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f0042cc17a4ea6" /><Relationship Type="http://schemas.openxmlformats.org/officeDocument/2006/relationships/slideLayout" Target="/ppt/slideLayouts/slideLayout1.xml" Id="R48d2afc5b6454b9d" /><Relationship Type="http://schemas.openxmlformats.org/officeDocument/2006/relationships/slideLayout" Target="/ppt/slideLayouts/slideLayout2.xml" Id="R63101c60631446b9" /><Relationship Type="http://schemas.openxmlformats.org/officeDocument/2006/relationships/slideLayout" Target="/ppt/slideLayouts/slideLayout3.xml" Id="Rfcd5a1c1750d4780" /><Relationship Type="http://schemas.openxmlformats.org/officeDocument/2006/relationships/slideLayout" Target="/ppt/slideLayouts/slideLayout4.xml" Id="Rd27e1ace948c4c6a" /><Relationship Type="http://schemas.openxmlformats.org/officeDocument/2006/relationships/slideLayout" Target="/ppt/slideLayouts/slideLayout5.xml" Id="Rd42b40b2aec44192" /><Relationship Type="http://schemas.openxmlformats.org/officeDocument/2006/relationships/slideLayout" Target="/ppt/slideLayouts/slideLayout6.xml" Id="Rc71a903b6dd64d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d2afc5b6454b9d"/>
    <p:sldLayoutId xmlns:r="http://schemas.openxmlformats.org/officeDocument/2006/relationships" id="2147483650" r:id="R63101c60631446b9"/>
    <p:sldLayoutId xmlns:r="http://schemas.openxmlformats.org/officeDocument/2006/relationships" id="2147483651" r:id="Rfcd5a1c1750d4780"/>
    <p:sldLayoutId xmlns:r="http://schemas.openxmlformats.org/officeDocument/2006/relationships" id="2147483652" r:id="Rd27e1ace948c4c6a"/>
    <p:sldLayoutId xmlns:r="http://schemas.openxmlformats.org/officeDocument/2006/relationships" id="2147483653" r:id="Rd42b40b2aec44192"/>
    <p:sldLayoutId xmlns:r="http://schemas.openxmlformats.org/officeDocument/2006/relationships" id="2147483654" r:id="Rc71a903b6dd64d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67168da30ae47a2" /><Relationship Type="http://schemas.openxmlformats.org/officeDocument/2006/relationships/image" Target="/ppt/media/image.png" Id="Rc4c5cfaff0b14b0e" /><Relationship Type="http://schemas.openxmlformats.org/officeDocument/2006/relationships/notesSlide" Target="/ppt/notesSlides/notesSlide1.xml" Id="Rc252c86c9d3147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12fc9c345a435a" /><Relationship Type="http://schemas.openxmlformats.org/officeDocument/2006/relationships/image" Target="/ppt/media/image2.png" Id="R852ec5ebb5a24f61" /><Relationship Type="http://schemas.openxmlformats.org/officeDocument/2006/relationships/notesSlide" Target="/ppt/notesSlides/notesSlide2.xml" Id="R481e8959982d4f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310c7cc1e54c62" /><Relationship Type="http://schemas.openxmlformats.org/officeDocument/2006/relationships/image" Target="/ppt/media/image3.png" Id="R6cc1208556e1408a" /><Relationship Type="http://schemas.openxmlformats.org/officeDocument/2006/relationships/notesSlide" Target="/ppt/notesSlides/notesSlide3.xml" Id="Rdd9a7296fa0a4e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e6ebe25c0074bb7" /><Relationship Type="http://schemas.openxmlformats.org/officeDocument/2006/relationships/image" Target="/ppt/media/image4.png" Id="R318201da234a456c" /><Relationship Type="http://schemas.openxmlformats.org/officeDocument/2006/relationships/notesSlide" Target="/ppt/notesSlides/notesSlide4.xml" Id="R656256de03134c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81d886b84834248" /><Relationship Type="http://schemas.openxmlformats.org/officeDocument/2006/relationships/image" Target="/ppt/media/image5.png" Id="Rc4b7e352d4e942bb" /><Relationship Type="http://schemas.openxmlformats.org/officeDocument/2006/relationships/notesSlide" Target="/ppt/notesSlides/notesSlide5.xml" Id="R5ff026e2c22345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233abd272943e9" /><Relationship Type="http://schemas.openxmlformats.org/officeDocument/2006/relationships/image" Target="/ppt/media/image6.png" Id="Rdb653b5aa00a4f3c" /><Relationship Type="http://schemas.openxmlformats.org/officeDocument/2006/relationships/notesSlide" Target="/ppt/notesSlides/notesSlide6.xml" Id="Rca73048f30c543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69ed6ec9c1d4d28" /><Relationship Type="http://schemas.openxmlformats.org/officeDocument/2006/relationships/image" Target="/ppt/media/image7.png" Id="R8a76b3ae13dc46c6" /><Relationship Type="http://schemas.openxmlformats.org/officeDocument/2006/relationships/notesSlide" Target="/ppt/notesSlides/notesSlide7.xml" Id="R6dfdebf0b7a842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b9224e1b6734ff4" /><Relationship Type="http://schemas.openxmlformats.org/officeDocument/2006/relationships/image" Target="/ppt/media/image8.png" Id="R2c16d0ae03e54792" /><Relationship Type="http://schemas.openxmlformats.org/officeDocument/2006/relationships/notesSlide" Target="/ppt/notesSlides/notesSlide8.xml" Id="Ra4231f00207f41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83557794b74e99" /><Relationship Type="http://schemas.openxmlformats.org/officeDocument/2006/relationships/image" Target="/ppt/media/image9.png" Id="R65d6bdd4caf84cac" /><Relationship Type="http://schemas.openxmlformats.org/officeDocument/2006/relationships/notesSlide" Target="/ppt/notesSlides/notesSlide9.xml" Id="Re22638f35c3b44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b2ced4487814267" /><Relationship Type="http://schemas.openxmlformats.org/officeDocument/2006/relationships/image" Target="/ppt/media/image10.png" Id="Rb786de14a0284c53" /><Relationship Type="http://schemas.openxmlformats.org/officeDocument/2006/relationships/notesSlide" Target="/ppt/notesSlides/notesSlide10.xml" Id="R38a8e8fd7af346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411ecf654f84903" /><Relationship Type="http://schemas.openxmlformats.org/officeDocument/2006/relationships/image" Target="/ppt/media/image11.png" Id="R16f1853720cc4e5c" /><Relationship Type="http://schemas.openxmlformats.org/officeDocument/2006/relationships/notesSlide" Target="/ppt/notesSlides/notesSlide11.xml" Id="R6c600fbc4eef4e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e4e1245f0164b1f" /><Relationship Type="http://schemas.openxmlformats.org/officeDocument/2006/relationships/image" Target="/ppt/media/image12.png" Id="Rd7211ed0cb4b441c" /><Relationship Type="http://schemas.openxmlformats.org/officeDocument/2006/relationships/chart" Target="/ppt/slides/charts/chart1.xml" Id="R62208bf06ed64ac9" /><Relationship Type="http://schemas.openxmlformats.org/officeDocument/2006/relationships/notesSlide" Target="/ppt/notesSlides/notesSlide12.xml" Id="R947db1c63e064c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57cd3de596e47ad" /><Relationship Type="http://schemas.openxmlformats.org/officeDocument/2006/relationships/image" Target="/ppt/media/image13.png" Id="Ra1801360ded44933" /><Relationship Type="http://schemas.openxmlformats.org/officeDocument/2006/relationships/notesSlide" Target="/ppt/notesSlides/notesSlide13.xml" Id="R590395f75aaf4d6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659665fc08c498c" /><Relationship Type="http://schemas.openxmlformats.org/officeDocument/2006/relationships/image" Target="/ppt/media/image14.png" Id="Re96fbfce0afd4d3f" /><Relationship Type="http://schemas.openxmlformats.org/officeDocument/2006/relationships/chart" Target="/ppt/slides/charts/chart2.xml" Id="R0b35cbb709504f08" /><Relationship Type="http://schemas.openxmlformats.org/officeDocument/2006/relationships/notesSlide" Target="/ppt/notesSlides/notesSlide14.xml" Id="R0a7e7f6626b846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8d2e76136f54b74" /><Relationship Type="http://schemas.openxmlformats.org/officeDocument/2006/relationships/image" Target="/ppt/media/image15.png" Id="Rc6d18d6176f842b0" /><Relationship Type="http://schemas.openxmlformats.org/officeDocument/2006/relationships/chart" Target="/ppt/slides/charts/chart3.xml" Id="Rf525d1f178cb4151" /><Relationship Type="http://schemas.openxmlformats.org/officeDocument/2006/relationships/notesSlide" Target="/ppt/notesSlides/notesSlide15.xml" Id="Rbb91c6b7d19d41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977464673cf4f56" /><Relationship Type="http://schemas.openxmlformats.org/officeDocument/2006/relationships/image" Target="/ppt/media/image16.png" Id="R7a0a46bed07c4f04" /><Relationship Type="http://schemas.openxmlformats.org/officeDocument/2006/relationships/chart" Target="/ppt/slides/charts/chart4.xml" Id="Rfa69bbc41c814ab4" /><Relationship Type="http://schemas.openxmlformats.org/officeDocument/2006/relationships/notesSlide" Target="/ppt/notesSlides/notesSlide16.xml" Id="Rd617fa6dd5a44b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6d04b00a9ff4533" /><Relationship Type="http://schemas.openxmlformats.org/officeDocument/2006/relationships/image" Target="/ppt/media/image17.png" Id="R48412a42668d4283" /><Relationship Type="http://schemas.openxmlformats.org/officeDocument/2006/relationships/chart" Target="/ppt/slides/charts/chart5.xml" Id="R6fe68f05987b4379" /><Relationship Type="http://schemas.openxmlformats.org/officeDocument/2006/relationships/notesSlide" Target="/ppt/notesSlides/notesSlide17.xml" Id="R6bbb9bd811ec49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b10ffc192c4447f" /><Relationship Type="http://schemas.openxmlformats.org/officeDocument/2006/relationships/image" Target="/ppt/media/image18.png" Id="Ra521159aea1d48ee" /><Relationship Type="http://schemas.openxmlformats.org/officeDocument/2006/relationships/notesSlide" Target="/ppt/notesSlides/notesSlide18.xml" Id="R1312651726d44dc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2fafa567e9a4dc6" /><Relationship Type="http://schemas.openxmlformats.org/officeDocument/2006/relationships/image" Target="/ppt/media/image19.png" Id="Rca0bcf082e164a91" /><Relationship Type="http://schemas.openxmlformats.org/officeDocument/2006/relationships/notesSlide" Target="/ppt/notesSlides/notesSlide19.xml" Id="R0404ddeebe57475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84ad8d4cedc4d7e" /><Relationship Type="http://schemas.openxmlformats.org/officeDocument/2006/relationships/image" Target="/ppt/media/image20.png" Id="Rcbed46082506404c" /><Relationship Type="http://schemas.openxmlformats.org/officeDocument/2006/relationships/notesSlide" Target="/ppt/notesSlides/notesSlide20.xml" Id="R066006c7a03f4a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82abae60f2a4531" /><Relationship Type="http://schemas.openxmlformats.org/officeDocument/2006/relationships/image" Target="/ppt/media/image21.png" Id="R31caa5ad894e4db5" /><Relationship Type="http://schemas.openxmlformats.org/officeDocument/2006/relationships/notesSlide" Target="/ppt/notesSlides/notesSlide21.xml" Id="R79b9681a75274c9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dd9b8c7e05c47bc" /><Relationship Type="http://schemas.openxmlformats.org/officeDocument/2006/relationships/image" Target="/ppt/media/image22.png" Id="Rbf7fecdb3f0a4aef" /><Relationship Type="http://schemas.openxmlformats.org/officeDocument/2006/relationships/notesSlide" Target="/ppt/notesSlides/notesSlide22.xml" Id="R5d93096054bf4d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69387e56af541a7" /><Relationship Type="http://schemas.openxmlformats.org/officeDocument/2006/relationships/image" Target="/ppt/media/image23.png" Id="R97137af3ae7543af" /><Relationship Type="http://schemas.openxmlformats.org/officeDocument/2006/relationships/notesSlide" Target="/ppt/notesSlides/notesSlide23.xml" Id="R64399f472c4f47a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810aa0ffbbe4a50" /><Relationship Type="http://schemas.openxmlformats.org/officeDocument/2006/relationships/image" Target="/ppt/media/image24.png" Id="Rd8e5b0c84607463e" /><Relationship Type="http://schemas.openxmlformats.org/officeDocument/2006/relationships/notesSlide" Target="/ppt/notesSlides/notesSlide24.xml" Id="Rf1c6d1de4418417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0d96c4d132441ad" /><Relationship Type="http://schemas.openxmlformats.org/officeDocument/2006/relationships/image" Target="/ppt/media/image25.png" Id="R0d174bfa0a5f45fd" /><Relationship Type="http://schemas.openxmlformats.org/officeDocument/2006/relationships/notesSlide" Target="/ppt/notesSlides/notesSlide25.xml" Id="R43ab6451e8f74b1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Records</c:v>
          </c:tx>
          <c:spPr>
            <a:solidFill xmlns:a="http://schemas.openxmlformats.org/drawingml/2006/main">
              <a:srgbClr val="888888"/>
            </a:solidFill>
            <a:ln xmlns:a="http://schemas.openxmlformats.org/drawingml/2006/main" w="9525">
              <a:solidFill>
                <a:srgbClr val="000000"/>
              </a:solidFill>
              <a:prstDash val="solid"/>
            </a:ln>
          </c:spPr>
          <c:invertIfNegative val="0"/>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15</c:v>
                </c:pt>
                <c:pt idx="1">
                  <c:v>1</c:v>
                </c:pt>
                <c:pt idx="2">
                  <c:v>0</c:v>
                </c:pt>
                <c:pt idx="3">
                  <c:v>0</c:v>
                </c:pt>
                <c:pt idx="4">
                  <c:v>0</c:v>
                </c:pt>
                <c:pt idx="5">
                  <c:v>1</c:v>
                </c:pt>
                <c:pt idx="6">
                  <c:v>3</c:v>
                </c:pt>
                <c:pt idx="7">
                  <c:v>10</c:v>
                </c:pt>
                <c:pt idx="8">
                  <c:v>35</c:v>
                </c:pt>
                <c:pt idx="9">
                  <c:v>35</c:v>
                </c:pt>
                <c:pt idx="10">
                  <c:v>97</c:v>
                </c:pt>
                <c:pt idx="11">
                  <c:v>104</c:v>
                </c:pt>
                <c:pt idx="12">
                  <c:v>72</c:v>
                </c:pt>
                <c:pt idx="13">
                  <c:v>82</c:v>
                </c:pt>
                <c:pt idx="14">
                  <c:v>63</c:v>
                </c:pt>
                <c:pt idx="15">
                  <c:v>49</c:v>
                </c:pt>
                <c:pt idx="16">
                  <c:v>36</c:v>
                </c:pt>
                <c:pt idx="17">
                  <c:v>29</c:v>
                </c:pt>
                <c:pt idx="18">
                  <c:v>15</c:v>
                </c:pt>
                <c:pt idx="19">
                  <c:v>2</c:v>
                </c:pt>
                <c:pt idx="20">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G3 final grade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G3</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Data'!$A$2:$A$5</c:f>
              <c:strCache>
                <c:ptCount val="4"/>
                <c:pt idx="0">
                  <c:v>&lt;2 h
n=212</c:v>
                </c:pt>
                <c:pt idx="1">
                  <c:v>2–5 h
n=305</c:v>
                </c:pt>
                <c:pt idx="2">
                  <c:v>5–10 h
n=97</c:v>
                </c:pt>
                <c:pt idx="3">
                  <c:v>&gt;10 h
n=35</c:v>
                </c:pt>
              </c:strCache>
            </c:strRef>
          </c:cat>
          <c:val>
            <c:numRef>
              <c:f>'Chart Data'!$B$2:$B$5</c:f>
              <c:numCache>
                <c:formatCode>General</c:formatCode>
                <c:ptCount val="4"/>
                <c:pt idx="0">
                  <c:v>10.8443396226</c:v>
                </c:pt>
                <c:pt idx="1">
                  <c:v>12.0918032787</c:v>
                </c:pt>
                <c:pt idx="2">
                  <c:v>13.2268041237</c:v>
                </c:pt>
                <c:pt idx="3">
                  <c:v>13.0571428571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Weekly study-time category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pieChart>
        <c:ser>
          <c:idx val="0"/>
          <c:order val="0"/>
          <c:tx>
            <c:v>Records</c:v>
          </c:tx>
          <c:dPt>
            <c:idx val="0"/>
            <c:spPr>
              <a:solidFill xmlns:a="http://schemas.openxmlformats.org/drawingml/2006/main">
                <a:srgbClr val="EEEEEE"/>
              </a:solidFill>
              <a:ln xmlns:a="http://schemas.openxmlformats.org/drawingml/2006/main" w="9525">
                <a:solidFill>
                  <a:srgbClr val="000000"/>
                </a:solidFill>
                <a:prstDash val="solid"/>
              </a:ln>
            </c:spPr>
          </c:dPt>
          <c:dPt>
            <c:idx val="1"/>
            <c:spPr>
              <a:solidFill xmlns:a="http://schemas.openxmlformats.org/drawingml/2006/main">
                <a:srgbClr val="BBBBBB"/>
              </a:solidFill>
              <a:ln xmlns:a="http://schemas.openxmlformats.org/drawingml/2006/main" w="9525">
                <a:solidFill>
                  <a:srgbClr val="000000"/>
                </a:solidFill>
                <a:prstDash val="solid"/>
              </a:ln>
            </c:spPr>
          </c:dPt>
          <c:dPt>
            <c:idx val="2"/>
            <c:spPr>
              <a:solidFill xmlns:a="http://schemas.openxmlformats.org/drawingml/2006/main">
                <a:srgbClr val="888888"/>
              </a:solidFill>
              <a:ln xmlns:a="http://schemas.openxmlformats.org/drawingml/2006/main" w="9525">
                <a:solidFill>
                  <a:srgbClr val="000000"/>
                </a:solidFill>
                <a:prstDash val="solid"/>
              </a:ln>
            </c:spPr>
          </c:dPt>
          <c:cat>
            <c:strRef>
              <c:f>'Chart Data'!$A$2:$A$4</c:f>
              <c:strCache>
                <c:ptCount val="3"/>
                <c:pt idx="0">
                  <c:v>0–9</c:v>
                </c:pt>
                <c:pt idx="1">
                  <c:v>10–14</c:v>
                </c:pt>
                <c:pt idx="2">
                  <c:v>15–20</c:v>
                </c:pt>
              </c:strCache>
            </c:strRef>
          </c:cat>
          <c:val>
            <c:numRef>
              <c:f>'Chart Data'!$B$2:$B$4</c:f>
              <c:numCache>
                <c:formatCode>General</c:formatCode>
                <c:ptCount val="3"/>
                <c:pt idx="0">
                  <c:v>100</c:v>
                </c:pt>
                <c:pt idx="1">
                  <c:v>418</c:v>
                </c:pt>
                <c:pt idx="2">
                  <c:v>131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000000"/>
                  </a:solidFill>
                  <a:latin typeface="Arial"/>
                  <a:ea typeface="Arial"/>
                  <a:cs typeface="Arial"/>
                </a:defRPr>
              </a:pPr>
            </a:p>
          </c:txPr>
          <c:dLblPos val="bestFit"/>
          <c:showLegendKey val="0"/>
          <c:showVal val="0"/>
          <c:showCatName val="0"/>
          <c:showSerName val="0"/>
          <c:showPercent val="1"/>
          <c:showBubbleSize val="0"/>
          <c:showLeaderLines val="0"/>
        </c:dLbls>
      </c:pieChart>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records</c:v>
          </c:tx>
          <c:spPr>
            <a:solidFill xmlns:a="http://schemas.openxmlformats.org/drawingml/2006/main">
              <a:srgbClr val="777777"/>
            </a:solidFill>
            <a:ln xmlns:a="http://schemas.openxmlformats.org/drawingml/2006/main" w="0">
              <a:noFill/>
            </a:ln>
          </c:spPr>
          <c:marker>
            <c:symbol val="circle"/>
            <c:size val="4"/>
            <c:spPr>
              <a:solidFill xmlns:a="http://schemas.openxmlformats.org/drawingml/2006/main">
                <a:srgbClr val="777777"/>
              </a:solidFill>
            </c:spPr>
          </c:marker>
          <c:xVal>
            <c:numRef>
              <c:f>'Chart Data'!$A$2:$A$650</c:f>
              <c:numCache>
                <c:formatCode>General</c:formatCode>
                <c:ptCount val="649"/>
                <c:pt idx="0">
                  <c:v>11</c:v>
                </c:pt>
                <c:pt idx="1">
                  <c:v>11</c:v>
                </c:pt>
                <c:pt idx="2">
                  <c:v>13</c:v>
                </c:pt>
                <c:pt idx="3">
                  <c:v>14</c:v>
                </c:pt>
                <c:pt idx="4">
                  <c:v>13</c:v>
                </c:pt>
                <c:pt idx="5">
                  <c:v>12</c:v>
                </c:pt>
                <c:pt idx="6">
                  <c:v>12</c:v>
                </c:pt>
                <c:pt idx="7">
                  <c:v>13</c:v>
                </c:pt>
                <c:pt idx="8">
                  <c:v>16</c:v>
                </c:pt>
                <c:pt idx="9">
                  <c:v>12</c:v>
                </c:pt>
                <c:pt idx="10">
                  <c:v>14</c:v>
                </c:pt>
                <c:pt idx="11">
                  <c:v>12</c:v>
                </c:pt>
                <c:pt idx="12">
                  <c:v>13</c:v>
                </c:pt>
                <c:pt idx="13">
                  <c:v>12</c:v>
                </c:pt>
                <c:pt idx="14">
                  <c:v>14</c:v>
                </c:pt>
                <c:pt idx="15">
                  <c:v>17</c:v>
                </c:pt>
                <c:pt idx="16">
                  <c:v>13</c:v>
                </c:pt>
                <c:pt idx="17">
                  <c:v>14</c:v>
                </c:pt>
                <c:pt idx="18">
                  <c:v>8</c:v>
                </c:pt>
                <c:pt idx="19">
                  <c:v>12</c:v>
                </c:pt>
                <c:pt idx="20">
                  <c:v>13</c:v>
                </c:pt>
                <c:pt idx="21">
                  <c:v>12</c:v>
                </c:pt>
                <c:pt idx="22">
                  <c:v>13</c:v>
                </c:pt>
                <c:pt idx="23">
                  <c:v>10</c:v>
                </c:pt>
                <c:pt idx="24">
                  <c:v>11</c:v>
                </c:pt>
                <c:pt idx="25">
                  <c:v>11</c:v>
                </c:pt>
                <c:pt idx="26">
                  <c:v>12</c:v>
                </c:pt>
                <c:pt idx="27">
                  <c:v>11</c:v>
                </c:pt>
                <c:pt idx="28">
                  <c:v>12</c:v>
                </c:pt>
                <c:pt idx="29">
                  <c:v>11</c:v>
                </c:pt>
                <c:pt idx="30">
                  <c:v>11</c:v>
                </c:pt>
                <c:pt idx="31">
                  <c:v>15</c:v>
                </c:pt>
                <c:pt idx="32">
                  <c:v>14</c:v>
                </c:pt>
                <c:pt idx="33">
                  <c:v>12</c:v>
                </c:pt>
                <c:pt idx="34">
                  <c:v>12</c:v>
                </c:pt>
                <c:pt idx="35">
                  <c:v>11</c:v>
                </c:pt>
                <c:pt idx="36">
                  <c:v>14</c:v>
                </c:pt>
                <c:pt idx="37">
                  <c:v>13</c:v>
                </c:pt>
                <c:pt idx="38">
                  <c:v>12</c:v>
                </c:pt>
                <c:pt idx="39">
                  <c:v>13</c:v>
                </c:pt>
                <c:pt idx="40">
                  <c:v>11</c:v>
                </c:pt>
                <c:pt idx="41">
                  <c:v>11</c:v>
                </c:pt>
                <c:pt idx="42">
                  <c:v>15</c:v>
                </c:pt>
                <c:pt idx="43">
                  <c:v>10</c:v>
                </c:pt>
                <c:pt idx="44">
                  <c:v>11</c:v>
                </c:pt>
                <c:pt idx="45">
                  <c:v>11</c:v>
                </c:pt>
                <c:pt idx="46">
                  <c:v>12</c:v>
                </c:pt>
                <c:pt idx="47">
                  <c:v>17</c:v>
                </c:pt>
                <c:pt idx="48">
                  <c:v>12</c:v>
                </c:pt>
                <c:pt idx="49">
                  <c:v>12</c:v>
                </c:pt>
                <c:pt idx="50">
                  <c:v>13</c:v>
                </c:pt>
                <c:pt idx="51">
                  <c:v>14</c:v>
                </c:pt>
                <c:pt idx="52">
                  <c:v>9</c:v>
                </c:pt>
                <c:pt idx="53">
                  <c:v>12</c:v>
                </c:pt>
                <c:pt idx="54">
                  <c:v>12</c:v>
                </c:pt>
                <c:pt idx="55">
                  <c:v>13</c:v>
                </c:pt>
                <c:pt idx="56">
                  <c:v>14</c:v>
                </c:pt>
                <c:pt idx="57">
                  <c:v>15</c:v>
                </c:pt>
                <c:pt idx="58">
                  <c:v>13</c:v>
                </c:pt>
                <c:pt idx="59">
                  <c:v>15</c:v>
                </c:pt>
                <c:pt idx="60">
                  <c:v>16</c:v>
                </c:pt>
                <c:pt idx="61">
                  <c:v>10</c:v>
                </c:pt>
                <c:pt idx="62">
                  <c:v>13</c:v>
                </c:pt>
                <c:pt idx="63">
                  <c:v>13</c:v>
                </c:pt>
                <c:pt idx="64">
                  <c:v>12</c:v>
                </c:pt>
                <c:pt idx="65">
                  <c:v>15</c:v>
                </c:pt>
                <c:pt idx="66">
                  <c:v>12</c:v>
                </c:pt>
                <c:pt idx="67">
                  <c:v>9</c:v>
                </c:pt>
                <c:pt idx="68">
                  <c:v>10</c:v>
                </c:pt>
                <c:pt idx="69">
                  <c:v>15</c:v>
                </c:pt>
                <c:pt idx="70">
                  <c:v>11</c:v>
                </c:pt>
                <c:pt idx="71">
                  <c:v>9</c:v>
                </c:pt>
                <c:pt idx="72">
                  <c:v>11</c:v>
                </c:pt>
                <c:pt idx="73">
                  <c:v>13</c:v>
                </c:pt>
                <c:pt idx="74">
                  <c:v>11</c:v>
                </c:pt>
                <c:pt idx="75">
                  <c:v>11</c:v>
                </c:pt>
                <c:pt idx="76">
                  <c:v>11</c:v>
                </c:pt>
                <c:pt idx="77">
                  <c:v>13</c:v>
                </c:pt>
                <c:pt idx="78">
                  <c:v>9</c:v>
                </c:pt>
                <c:pt idx="79">
                  <c:v>11</c:v>
                </c:pt>
                <c:pt idx="80">
                  <c:v>11</c:v>
                </c:pt>
                <c:pt idx="81">
                  <c:v>9</c:v>
                </c:pt>
                <c:pt idx="82">
                  <c:v>11</c:v>
                </c:pt>
                <c:pt idx="83">
                  <c:v>12</c:v>
                </c:pt>
                <c:pt idx="84">
                  <c:v>12</c:v>
                </c:pt>
                <c:pt idx="85">
                  <c:v>11</c:v>
                </c:pt>
                <c:pt idx="86">
                  <c:v>11</c:v>
                </c:pt>
                <c:pt idx="87">
                  <c:v>15</c:v>
                </c:pt>
                <c:pt idx="88">
                  <c:v>10</c:v>
                </c:pt>
                <c:pt idx="89">
                  <c:v>9</c:v>
                </c:pt>
                <c:pt idx="90">
                  <c:v>11</c:v>
                </c:pt>
                <c:pt idx="91">
                  <c:v>13</c:v>
                </c:pt>
                <c:pt idx="92">
                  <c:v>13</c:v>
                </c:pt>
                <c:pt idx="93">
                  <c:v>14</c:v>
                </c:pt>
                <c:pt idx="94">
                  <c:v>12</c:v>
                </c:pt>
                <c:pt idx="95">
                  <c:v>13</c:v>
                </c:pt>
                <c:pt idx="96">
                  <c:v>11</c:v>
                </c:pt>
                <c:pt idx="97">
                  <c:v>12</c:v>
                </c:pt>
                <c:pt idx="98">
                  <c:v>13</c:v>
                </c:pt>
                <c:pt idx="99">
                  <c:v>13</c:v>
                </c:pt>
                <c:pt idx="100">
                  <c:v>9</c:v>
                </c:pt>
                <c:pt idx="101">
                  <c:v>16</c:v>
                </c:pt>
                <c:pt idx="102">
                  <c:v>13</c:v>
                </c:pt>
                <c:pt idx="103">
                  <c:v>10</c:v>
                </c:pt>
                <c:pt idx="104">
                  <c:v>16</c:v>
                </c:pt>
                <c:pt idx="105">
                  <c:v>10</c:v>
                </c:pt>
                <c:pt idx="106">
                  <c:v>10</c:v>
                </c:pt>
                <c:pt idx="107">
                  <c:v>14</c:v>
                </c:pt>
                <c:pt idx="108">
                  <c:v>10</c:v>
                </c:pt>
                <c:pt idx="109">
                  <c:v>15</c:v>
                </c:pt>
                <c:pt idx="110">
                  <c:v>14</c:v>
                </c:pt>
                <c:pt idx="111">
                  <c:v>11</c:v>
                </c:pt>
                <c:pt idx="112">
                  <c:v>10</c:v>
                </c:pt>
                <c:pt idx="113">
                  <c:v>17</c:v>
                </c:pt>
                <c:pt idx="114">
                  <c:v>9</c:v>
                </c:pt>
                <c:pt idx="115">
                  <c:v>14</c:v>
                </c:pt>
                <c:pt idx="116">
                  <c:v>15</c:v>
                </c:pt>
                <c:pt idx="117">
                  <c:v>14</c:v>
                </c:pt>
                <c:pt idx="118">
                  <c:v>11</c:v>
                </c:pt>
                <c:pt idx="119">
                  <c:v>13</c:v>
                </c:pt>
                <c:pt idx="120">
                  <c:v>14</c:v>
                </c:pt>
                <c:pt idx="121">
                  <c:v>13</c:v>
                </c:pt>
                <c:pt idx="122">
                  <c:v>12</c:v>
                </c:pt>
                <c:pt idx="123">
                  <c:v>13</c:v>
                </c:pt>
                <c:pt idx="124">
                  <c:v>11</c:v>
                </c:pt>
                <c:pt idx="125">
                  <c:v>9</c:v>
                </c:pt>
                <c:pt idx="126">
                  <c:v>11</c:v>
                </c:pt>
                <c:pt idx="127">
                  <c:v>10</c:v>
                </c:pt>
                <c:pt idx="128">
                  <c:v>14</c:v>
                </c:pt>
                <c:pt idx="129">
                  <c:v>12</c:v>
                </c:pt>
                <c:pt idx="130">
                  <c:v>11</c:v>
                </c:pt>
                <c:pt idx="131">
                  <c:v>9</c:v>
                </c:pt>
                <c:pt idx="132">
                  <c:v>10</c:v>
                </c:pt>
                <c:pt idx="133">
                  <c:v>12</c:v>
                </c:pt>
                <c:pt idx="134">
                  <c:v>12</c:v>
                </c:pt>
                <c:pt idx="135">
                  <c:v>13</c:v>
                </c:pt>
                <c:pt idx="136">
                  <c:v>9</c:v>
                </c:pt>
                <c:pt idx="137">
                  <c:v>11</c:v>
                </c:pt>
                <c:pt idx="138">
                  <c:v>11</c:v>
                </c:pt>
                <c:pt idx="139">
                  <c:v>14</c:v>
                </c:pt>
                <c:pt idx="140">
                  <c:v>9</c:v>
                </c:pt>
                <c:pt idx="141">
                  <c:v>13</c:v>
                </c:pt>
                <c:pt idx="142">
                  <c:v>11</c:v>
                </c:pt>
                <c:pt idx="143">
                  <c:v>11</c:v>
                </c:pt>
                <c:pt idx="144">
                  <c:v>11</c:v>
                </c:pt>
                <c:pt idx="145">
                  <c:v>9</c:v>
                </c:pt>
                <c:pt idx="146">
                  <c:v>10</c:v>
                </c:pt>
                <c:pt idx="147">
                  <c:v>14</c:v>
                </c:pt>
                <c:pt idx="148">
                  <c:v>9</c:v>
                </c:pt>
                <c:pt idx="149">
                  <c:v>11</c:v>
                </c:pt>
                <c:pt idx="150">
                  <c:v>8</c:v>
                </c:pt>
                <c:pt idx="151">
                  <c:v>13</c:v>
                </c:pt>
                <c:pt idx="152">
                  <c:v>11</c:v>
                </c:pt>
                <c:pt idx="153">
                  <c:v>13</c:v>
                </c:pt>
                <c:pt idx="154">
                  <c:v>11</c:v>
                </c:pt>
                <c:pt idx="155">
                  <c:v>7</c:v>
                </c:pt>
                <c:pt idx="156">
                  <c:v>12</c:v>
                </c:pt>
                <c:pt idx="157">
                  <c:v>10</c:v>
                </c:pt>
                <c:pt idx="158">
                  <c:v>11</c:v>
                </c:pt>
                <c:pt idx="159">
                  <c:v>12</c:v>
                </c:pt>
                <c:pt idx="160">
                  <c:v>11</c:v>
                </c:pt>
                <c:pt idx="161">
                  <c:v>9</c:v>
                </c:pt>
                <c:pt idx="162">
                  <c:v>11</c:v>
                </c:pt>
                <c:pt idx="163">
                  <c:v>9</c:v>
                </c:pt>
                <c:pt idx="164">
                  <c:v>10</c:v>
                </c:pt>
                <c:pt idx="165">
                  <c:v>13</c:v>
                </c:pt>
                <c:pt idx="166">
                  <c:v>9</c:v>
                </c:pt>
                <c:pt idx="167">
                  <c:v>13</c:v>
                </c:pt>
                <c:pt idx="168">
                  <c:v>8</c:v>
                </c:pt>
                <c:pt idx="169">
                  <c:v>8</c:v>
                </c:pt>
                <c:pt idx="170">
                  <c:v>10</c:v>
                </c:pt>
                <c:pt idx="171">
                  <c:v>10</c:v>
                </c:pt>
                <c:pt idx="172">
                  <c:v>10</c:v>
                </c:pt>
                <c:pt idx="173">
                  <c:v>8</c:v>
                </c:pt>
                <c:pt idx="174">
                  <c:v>8</c:v>
                </c:pt>
                <c:pt idx="175">
                  <c:v>6</c:v>
                </c:pt>
                <c:pt idx="176">
                  <c:v>9</c:v>
                </c:pt>
                <c:pt idx="177">
                  <c:v>8</c:v>
                </c:pt>
                <c:pt idx="178">
                  <c:v>8</c:v>
                </c:pt>
                <c:pt idx="179">
                  <c:v>7</c:v>
                </c:pt>
                <c:pt idx="180">
                  <c:v>10</c:v>
                </c:pt>
                <c:pt idx="181">
                  <c:v>17</c:v>
                </c:pt>
                <c:pt idx="182">
                  <c:v>12</c:v>
                </c:pt>
                <c:pt idx="183">
                  <c:v>16</c:v>
                </c:pt>
                <c:pt idx="184">
                  <c:v>9</c:v>
                </c:pt>
                <c:pt idx="185">
                  <c:v>17</c:v>
                </c:pt>
                <c:pt idx="186">
                  <c:v>9</c:v>
                </c:pt>
                <c:pt idx="187">
                  <c:v>13</c:v>
                </c:pt>
                <c:pt idx="188">
                  <c:v>14</c:v>
                </c:pt>
                <c:pt idx="189">
                  <c:v>11</c:v>
                </c:pt>
                <c:pt idx="190">
                  <c:v>12</c:v>
                </c:pt>
                <c:pt idx="191">
                  <c:v>9</c:v>
                </c:pt>
                <c:pt idx="192">
                  <c:v>9</c:v>
                </c:pt>
                <c:pt idx="193">
                  <c:v>11</c:v>
                </c:pt>
                <c:pt idx="194">
                  <c:v>10</c:v>
                </c:pt>
                <c:pt idx="195">
                  <c:v>12</c:v>
                </c:pt>
                <c:pt idx="196">
                  <c:v>18</c:v>
                </c:pt>
                <c:pt idx="197">
                  <c:v>13</c:v>
                </c:pt>
                <c:pt idx="198">
                  <c:v>15</c:v>
                </c:pt>
                <c:pt idx="199">
                  <c:v>13</c:v>
                </c:pt>
                <c:pt idx="200">
                  <c:v>9</c:v>
                </c:pt>
                <c:pt idx="201">
                  <c:v>14</c:v>
                </c:pt>
                <c:pt idx="202">
                  <c:v>13</c:v>
                </c:pt>
                <c:pt idx="203">
                  <c:v>9</c:v>
                </c:pt>
                <c:pt idx="204">
                  <c:v>12</c:v>
                </c:pt>
                <c:pt idx="205">
                  <c:v>11</c:v>
                </c:pt>
                <c:pt idx="206">
                  <c:v>11</c:v>
                </c:pt>
                <c:pt idx="207">
                  <c:v>10</c:v>
                </c:pt>
                <c:pt idx="208">
                  <c:v>12</c:v>
                </c:pt>
                <c:pt idx="209">
                  <c:v>15</c:v>
                </c:pt>
                <c:pt idx="210">
                  <c:v>13</c:v>
                </c:pt>
                <c:pt idx="211">
                  <c:v>11</c:v>
                </c:pt>
                <c:pt idx="212">
                  <c:v>15</c:v>
                </c:pt>
                <c:pt idx="213">
                  <c:v>10</c:v>
                </c:pt>
                <c:pt idx="214">
                  <c:v>14</c:v>
                </c:pt>
                <c:pt idx="215">
                  <c:v>12</c:v>
                </c:pt>
                <c:pt idx="216">
                  <c:v>15</c:v>
                </c:pt>
                <c:pt idx="217">
                  <c:v>13</c:v>
                </c:pt>
                <c:pt idx="218">
                  <c:v>13</c:v>
                </c:pt>
                <c:pt idx="219">
                  <c:v>9</c:v>
                </c:pt>
                <c:pt idx="220">
                  <c:v>11</c:v>
                </c:pt>
                <c:pt idx="221">
                  <c:v>15</c:v>
                </c:pt>
                <c:pt idx="222">
                  <c:v>13</c:v>
                </c:pt>
                <c:pt idx="223">
                  <c:v>12</c:v>
                </c:pt>
                <c:pt idx="224">
                  <c:v>12</c:v>
                </c:pt>
                <c:pt idx="225">
                  <c:v>12</c:v>
                </c:pt>
                <c:pt idx="226">
                  <c:v>13</c:v>
                </c:pt>
                <c:pt idx="227">
                  <c:v>11</c:v>
                </c:pt>
                <c:pt idx="228">
                  <c:v>11</c:v>
                </c:pt>
                <c:pt idx="229">
                  <c:v>16</c:v>
                </c:pt>
                <c:pt idx="230">
                  <c:v>9</c:v>
                </c:pt>
                <c:pt idx="231">
                  <c:v>10</c:v>
                </c:pt>
                <c:pt idx="232">
                  <c:v>13</c:v>
                </c:pt>
                <c:pt idx="233">
                  <c:v>12</c:v>
                </c:pt>
                <c:pt idx="234">
                  <c:v>10</c:v>
                </c:pt>
                <c:pt idx="235">
                  <c:v>12</c:v>
                </c:pt>
                <c:pt idx="236">
                  <c:v>13</c:v>
                </c:pt>
                <c:pt idx="237">
                  <c:v>9</c:v>
                </c:pt>
                <c:pt idx="238">
                  <c:v>16</c:v>
                </c:pt>
                <c:pt idx="239">
                  <c:v>8</c:v>
                </c:pt>
                <c:pt idx="240">
                  <c:v>18</c:v>
                </c:pt>
                <c:pt idx="241">
                  <c:v>11</c:v>
                </c:pt>
                <c:pt idx="242">
                  <c:v>10</c:v>
                </c:pt>
                <c:pt idx="243">
                  <c:v>15</c:v>
                </c:pt>
                <c:pt idx="244">
                  <c:v>12</c:v>
                </c:pt>
                <c:pt idx="245">
                  <c:v>13</c:v>
                </c:pt>
                <c:pt idx="246">
                  <c:v>13</c:v>
                </c:pt>
                <c:pt idx="247">
                  <c:v>13</c:v>
                </c:pt>
                <c:pt idx="248">
                  <c:v>9</c:v>
                </c:pt>
                <c:pt idx="249">
                  <c:v>12</c:v>
                </c:pt>
                <c:pt idx="250">
                  <c:v>16</c:v>
                </c:pt>
                <c:pt idx="251">
                  <c:v>10</c:v>
                </c:pt>
                <c:pt idx="252">
                  <c:v>13</c:v>
                </c:pt>
                <c:pt idx="253">
                  <c:v>10</c:v>
                </c:pt>
                <c:pt idx="254">
                  <c:v>8</c:v>
                </c:pt>
                <c:pt idx="255">
                  <c:v>7</c:v>
                </c:pt>
                <c:pt idx="256">
                  <c:v>8</c:v>
                </c:pt>
                <c:pt idx="257">
                  <c:v>8</c:v>
                </c:pt>
                <c:pt idx="258">
                  <c:v>14</c:v>
                </c:pt>
                <c:pt idx="259">
                  <c:v>10</c:v>
                </c:pt>
                <c:pt idx="260">
                  <c:v>11</c:v>
                </c:pt>
                <c:pt idx="261">
                  <c:v>13</c:v>
                </c:pt>
                <c:pt idx="262">
                  <c:v>9</c:v>
                </c:pt>
                <c:pt idx="263">
                  <c:v>7</c:v>
                </c:pt>
                <c:pt idx="264">
                  <c:v>9</c:v>
                </c:pt>
                <c:pt idx="265">
                  <c:v>14</c:v>
                </c:pt>
                <c:pt idx="266">
                  <c:v>14</c:v>
                </c:pt>
                <c:pt idx="267">
                  <c:v>15</c:v>
                </c:pt>
                <c:pt idx="268">
                  <c:v>12</c:v>
                </c:pt>
                <c:pt idx="269">
                  <c:v>14</c:v>
                </c:pt>
                <c:pt idx="270">
                  <c:v>15</c:v>
                </c:pt>
                <c:pt idx="271">
                  <c:v>11</c:v>
                </c:pt>
                <c:pt idx="272">
                  <c:v>14</c:v>
                </c:pt>
                <c:pt idx="273">
                  <c:v>11</c:v>
                </c:pt>
                <c:pt idx="274">
                  <c:v>9</c:v>
                </c:pt>
                <c:pt idx="275">
                  <c:v>10</c:v>
                </c:pt>
                <c:pt idx="276">
                  <c:v>16</c:v>
                </c:pt>
                <c:pt idx="277">
                  <c:v>10</c:v>
                </c:pt>
                <c:pt idx="278">
                  <c:v>12</c:v>
                </c:pt>
                <c:pt idx="279">
                  <c:v>8</c:v>
                </c:pt>
                <c:pt idx="280">
                  <c:v>9</c:v>
                </c:pt>
                <c:pt idx="281">
                  <c:v>12</c:v>
                </c:pt>
                <c:pt idx="282">
                  <c:v>8</c:v>
                </c:pt>
                <c:pt idx="283">
                  <c:v>11</c:v>
                </c:pt>
                <c:pt idx="284">
                  <c:v>8</c:v>
                </c:pt>
                <c:pt idx="285">
                  <c:v>13</c:v>
                </c:pt>
                <c:pt idx="286">
                  <c:v>12</c:v>
                </c:pt>
                <c:pt idx="287">
                  <c:v>10</c:v>
                </c:pt>
                <c:pt idx="288">
                  <c:v>12</c:v>
                </c:pt>
                <c:pt idx="289">
                  <c:v>15</c:v>
                </c:pt>
                <c:pt idx="290">
                  <c:v>10</c:v>
                </c:pt>
                <c:pt idx="291">
                  <c:v>10</c:v>
                </c:pt>
                <c:pt idx="292">
                  <c:v>12</c:v>
                </c:pt>
                <c:pt idx="293">
                  <c:v>12</c:v>
                </c:pt>
                <c:pt idx="294">
                  <c:v>11</c:v>
                </c:pt>
                <c:pt idx="295">
                  <c:v>13</c:v>
                </c:pt>
                <c:pt idx="296">
                  <c:v>16</c:v>
                </c:pt>
                <c:pt idx="297">
                  <c:v>10</c:v>
                </c:pt>
                <c:pt idx="298">
                  <c:v>11</c:v>
                </c:pt>
                <c:pt idx="299">
                  <c:v>12</c:v>
                </c:pt>
                <c:pt idx="300">
                  <c:v>15</c:v>
                </c:pt>
                <c:pt idx="301">
                  <c:v>10</c:v>
                </c:pt>
                <c:pt idx="302">
                  <c:v>11</c:v>
                </c:pt>
                <c:pt idx="303">
                  <c:v>12</c:v>
                </c:pt>
                <c:pt idx="304">
                  <c:v>12</c:v>
                </c:pt>
                <c:pt idx="305">
                  <c:v>8</c:v>
                </c:pt>
                <c:pt idx="306">
                  <c:v>16</c:v>
                </c:pt>
                <c:pt idx="307">
                  <c:v>11</c:v>
                </c:pt>
                <c:pt idx="308">
                  <c:v>11</c:v>
                </c:pt>
                <c:pt idx="309">
                  <c:v>12</c:v>
                </c:pt>
                <c:pt idx="310">
                  <c:v>9</c:v>
                </c:pt>
                <c:pt idx="311">
                  <c:v>12</c:v>
                </c:pt>
                <c:pt idx="312">
                  <c:v>16</c:v>
                </c:pt>
                <c:pt idx="313">
                  <c:v>13</c:v>
                </c:pt>
                <c:pt idx="314">
                  <c:v>17</c:v>
                </c:pt>
                <c:pt idx="315">
                  <c:v>14</c:v>
                </c:pt>
                <c:pt idx="316">
                  <c:v>16</c:v>
                </c:pt>
                <c:pt idx="317">
                  <c:v>12</c:v>
                </c:pt>
                <c:pt idx="318">
                  <c:v>9</c:v>
                </c:pt>
                <c:pt idx="319">
                  <c:v>12</c:v>
                </c:pt>
                <c:pt idx="320">
                  <c:v>12</c:v>
                </c:pt>
                <c:pt idx="321">
                  <c:v>15</c:v>
                </c:pt>
                <c:pt idx="322">
                  <c:v>8</c:v>
                </c:pt>
                <c:pt idx="323">
                  <c:v>10</c:v>
                </c:pt>
                <c:pt idx="324">
                  <c:v>10</c:v>
                </c:pt>
                <c:pt idx="325">
                  <c:v>11</c:v>
                </c:pt>
                <c:pt idx="326">
                  <c:v>13</c:v>
                </c:pt>
                <c:pt idx="327">
                  <c:v>17</c:v>
                </c:pt>
                <c:pt idx="328">
                  <c:v>13</c:v>
                </c:pt>
                <c:pt idx="329">
                  <c:v>12</c:v>
                </c:pt>
                <c:pt idx="330">
                  <c:v>13</c:v>
                </c:pt>
                <c:pt idx="331">
                  <c:v>12</c:v>
                </c:pt>
                <c:pt idx="332">
                  <c:v>18</c:v>
                </c:pt>
                <c:pt idx="333">
                  <c:v>13</c:v>
                </c:pt>
                <c:pt idx="334">
                  <c:v>15</c:v>
                </c:pt>
                <c:pt idx="335">
                  <c:v>17</c:v>
                </c:pt>
                <c:pt idx="336">
                  <c:v>16</c:v>
                </c:pt>
                <c:pt idx="337">
                  <c:v>18</c:v>
                </c:pt>
                <c:pt idx="338">
                  <c:v>19</c:v>
                </c:pt>
                <c:pt idx="339">
                  <c:v>15</c:v>
                </c:pt>
                <c:pt idx="340">
                  <c:v>15</c:v>
                </c:pt>
                <c:pt idx="341">
                  <c:v>13</c:v>
                </c:pt>
                <c:pt idx="342">
                  <c:v>14</c:v>
                </c:pt>
                <c:pt idx="343">
                  <c:v>17</c:v>
                </c:pt>
                <c:pt idx="344">
                  <c:v>18</c:v>
                </c:pt>
                <c:pt idx="345">
                  <c:v>15</c:v>
                </c:pt>
                <c:pt idx="346">
                  <c:v>13</c:v>
                </c:pt>
                <c:pt idx="347">
                  <c:v>7</c:v>
                </c:pt>
                <c:pt idx="348">
                  <c:v>16</c:v>
                </c:pt>
                <c:pt idx="349">
                  <c:v>18</c:v>
                </c:pt>
                <c:pt idx="350">
                  <c:v>10</c:v>
                </c:pt>
                <c:pt idx="351">
                  <c:v>15</c:v>
                </c:pt>
                <c:pt idx="352">
                  <c:v>10</c:v>
                </c:pt>
                <c:pt idx="353">
                  <c:v>10</c:v>
                </c:pt>
                <c:pt idx="354">
                  <c:v>12</c:v>
                </c:pt>
                <c:pt idx="355">
                  <c:v>12</c:v>
                </c:pt>
                <c:pt idx="356">
                  <c:v>16</c:v>
                </c:pt>
                <c:pt idx="357">
                  <c:v>15</c:v>
                </c:pt>
                <c:pt idx="358">
                  <c:v>12</c:v>
                </c:pt>
                <c:pt idx="359">
                  <c:v>15</c:v>
                </c:pt>
                <c:pt idx="360">
                  <c:v>12</c:v>
                </c:pt>
                <c:pt idx="361">
                  <c:v>10</c:v>
                </c:pt>
                <c:pt idx="362">
                  <c:v>11</c:v>
                </c:pt>
                <c:pt idx="363">
                  <c:v>12</c:v>
                </c:pt>
                <c:pt idx="364">
                  <c:v>15</c:v>
                </c:pt>
                <c:pt idx="365">
                  <c:v>14</c:v>
                </c:pt>
                <c:pt idx="366">
                  <c:v>12</c:v>
                </c:pt>
                <c:pt idx="367">
                  <c:v>12</c:v>
                </c:pt>
                <c:pt idx="368">
                  <c:v>9</c:v>
                </c:pt>
                <c:pt idx="369">
                  <c:v>10</c:v>
                </c:pt>
                <c:pt idx="370">
                  <c:v>8</c:v>
                </c:pt>
                <c:pt idx="371">
                  <c:v>10</c:v>
                </c:pt>
                <c:pt idx="372">
                  <c:v>13</c:v>
                </c:pt>
                <c:pt idx="373">
                  <c:v>11</c:v>
                </c:pt>
                <c:pt idx="374">
                  <c:v>18</c:v>
                </c:pt>
                <c:pt idx="375">
                  <c:v>14</c:v>
                </c:pt>
                <c:pt idx="376">
                  <c:v>14</c:v>
                </c:pt>
                <c:pt idx="377">
                  <c:v>14</c:v>
                </c:pt>
                <c:pt idx="378">
                  <c:v>18</c:v>
                </c:pt>
                <c:pt idx="379">
                  <c:v>10</c:v>
                </c:pt>
                <c:pt idx="380">
                  <c:v>12</c:v>
                </c:pt>
                <c:pt idx="381">
                  <c:v>14</c:v>
                </c:pt>
                <c:pt idx="382">
                  <c:v>12</c:v>
                </c:pt>
                <c:pt idx="383">
                  <c:v>11</c:v>
                </c:pt>
                <c:pt idx="384">
                  <c:v>10</c:v>
                </c:pt>
                <c:pt idx="385">
                  <c:v>9</c:v>
                </c:pt>
                <c:pt idx="386">
                  <c:v>15</c:v>
                </c:pt>
                <c:pt idx="387">
                  <c:v>14</c:v>
                </c:pt>
                <c:pt idx="388">
                  <c:v>11</c:v>
                </c:pt>
                <c:pt idx="389">
                  <c:v>9</c:v>
                </c:pt>
                <c:pt idx="390">
                  <c:v>13</c:v>
                </c:pt>
                <c:pt idx="391">
                  <c:v>13</c:v>
                </c:pt>
                <c:pt idx="392">
                  <c:v>13</c:v>
                </c:pt>
                <c:pt idx="393">
                  <c:v>14</c:v>
                </c:pt>
                <c:pt idx="394">
                  <c:v>14</c:v>
                </c:pt>
                <c:pt idx="395">
                  <c:v>12</c:v>
                </c:pt>
                <c:pt idx="396">
                  <c:v>16</c:v>
                </c:pt>
                <c:pt idx="397">
                  <c:v>12</c:v>
                </c:pt>
                <c:pt idx="398">
                  <c:v>12</c:v>
                </c:pt>
                <c:pt idx="399">
                  <c:v>16</c:v>
                </c:pt>
                <c:pt idx="400">
                  <c:v>14</c:v>
                </c:pt>
                <c:pt idx="401">
                  <c:v>13</c:v>
                </c:pt>
                <c:pt idx="402">
                  <c:v>12</c:v>
                </c:pt>
                <c:pt idx="403">
                  <c:v>15</c:v>
                </c:pt>
                <c:pt idx="404">
                  <c:v>16</c:v>
                </c:pt>
                <c:pt idx="405">
                  <c:v>11</c:v>
                </c:pt>
                <c:pt idx="406">
                  <c:v>13</c:v>
                </c:pt>
                <c:pt idx="407">
                  <c:v>12</c:v>
                </c:pt>
                <c:pt idx="408">
                  <c:v>11</c:v>
                </c:pt>
                <c:pt idx="409">
                  <c:v>14</c:v>
                </c:pt>
                <c:pt idx="410">
                  <c:v>17</c:v>
                </c:pt>
                <c:pt idx="411">
                  <c:v>15</c:v>
                </c:pt>
                <c:pt idx="412">
                  <c:v>17</c:v>
                </c:pt>
                <c:pt idx="413">
                  <c:v>10</c:v>
                </c:pt>
                <c:pt idx="414">
                  <c:v>15</c:v>
                </c:pt>
                <c:pt idx="415">
                  <c:v>10</c:v>
                </c:pt>
                <c:pt idx="416">
                  <c:v>18</c:v>
                </c:pt>
                <c:pt idx="417">
                  <c:v>17</c:v>
                </c:pt>
                <c:pt idx="418">
                  <c:v>14</c:v>
                </c:pt>
                <c:pt idx="419">
                  <c:v>11</c:v>
                </c:pt>
                <c:pt idx="420">
                  <c:v>17</c:v>
                </c:pt>
                <c:pt idx="421">
                  <c:v>10</c:v>
                </c:pt>
                <c:pt idx="422">
                  <c:v>13</c:v>
                </c:pt>
                <c:pt idx="423">
                  <c:v>11</c:v>
                </c:pt>
                <c:pt idx="424">
                  <c:v>12</c:v>
                </c:pt>
                <c:pt idx="425">
                  <c:v>10</c:v>
                </c:pt>
                <c:pt idx="426">
                  <c:v>10</c:v>
                </c:pt>
                <c:pt idx="427">
                  <c:v>17</c:v>
                </c:pt>
                <c:pt idx="428">
                  <c:v>8</c:v>
                </c:pt>
                <c:pt idx="429">
                  <c:v>11</c:v>
                </c:pt>
                <c:pt idx="430">
                  <c:v>11</c:v>
                </c:pt>
                <c:pt idx="431">
                  <c:v>10</c:v>
                </c:pt>
                <c:pt idx="432">
                  <c:v>6</c:v>
                </c:pt>
                <c:pt idx="433">
                  <c:v>14</c:v>
                </c:pt>
                <c:pt idx="434">
                  <c:v>9</c:v>
                </c:pt>
                <c:pt idx="435">
                  <c:v>10</c:v>
                </c:pt>
                <c:pt idx="436">
                  <c:v>7</c:v>
                </c:pt>
                <c:pt idx="437">
                  <c:v>11</c:v>
                </c:pt>
                <c:pt idx="438">
                  <c:v>11</c:v>
                </c:pt>
                <c:pt idx="439">
                  <c:v>16</c:v>
                </c:pt>
                <c:pt idx="440">
                  <c:v>0</c:v>
                </c:pt>
                <c:pt idx="441">
                  <c:v>9</c:v>
                </c:pt>
                <c:pt idx="442">
                  <c:v>13</c:v>
                </c:pt>
                <c:pt idx="443">
                  <c:v>9</c:v>
                </c:pt>
                <c:pt idx="444">
                  <c:v>10</c:v>
                </c:pt>
                <c:pt idx="445">
                  <c:v>9</c:v>
                </c:pt>
                <c:pt idx="446">
                  <c:v>11</c:v>
                </c:pt>
                <c:pt idx="447">
                  <c:v>10</c:v>
                </c:pt>
                <c:pt idx="448">
                  <c:v>16</c:v>
                </c:pt>
                <c:pt idx="449">
                  <c:v>13</c:v>
                </c:pt>
                <c:pt idx="450">
                  <c:v>15</c:v>
                </c:pt>
                <c:pt idx="451">
                  <c:v>11</c:v>
                </c:pt>
                <c:pt idx="452">
                  <c:v>10</c:v>
                </c:pt>
                <c:pt idx="453">
                  <c:v>8</c:v>
                </c:pt>
                <c:pt idx="454">
                  <c:v>8</c:v>
                </c:pt>
                <c:pt idx="455">
                  <c:v>10</c:v>
                </c:pt>
                <c:pt idx="456">
                  <c:v>14</c:v>
                </c:pt>
                <c:pt idx="457">
                  <c:v>11</c:v>
                </c:pt>
                <c:pt idx="458">
                  <c:v>10</c:v>
                </c:pt>
                <c:pt idx="459">
                  <c:v>9</c:v>
                </c:pt>
                <c:pt idx="460">
                  <c:v>10</c:v>
                </c:pt>
                <c:pt idx="461">
                  <c:v>12</c:v>
                </c:pt>
                <c:pt idx="462">
                  <c:v>14</c:v>
                </c:pt>
                <c:pt idx="463">
                  <c:v>11</c:v>
                </c:pt>
                <c:pt idx="464">
                  <c:v>11</c:v>
                </c:pt>
                <c:pt idx="465">
                  <c:v>8</c:v>
                </c:pt>
                <c:pt idx="466">
                  <c:v>9</c:v>
                </c:pt>
                <c:pt idx="467">
                  <c:v>13</c:v>
                </c:pt>
                <c:pt idx="468">
                  <c:v>12</c:v>
                </c:pt>
                <c:pt idx="469">
                  <c:v>12</c:v>
                </c:pt>
                <c:pt idx="470">
                  <c:v>12</c:v>
                </c:pt>
                <c:pt idx="471">
                  <c:v>11</c:v>
                </c:pt>
                <c:pt idx="472">
                  <c:v>14</c:v>
                </c:pt>
                <c:pt idx="473">
                  <c:v>8</c:v>
                </c:pt>
                <c:pt idx="474">
                  <c:v>11</c:v>
                </c:pt>
                <c:pt idx="475">
                  <c:v>13</c:v>
                </c:pt>
                <c:pt idx="476">
                  <c:v>8</c:v>
                </c:pt>
                <c:pt idx="477">
                  <c:v>10</c:v>
                </c:pt>
                <c:pt idx="478">
                  <c:v>7</c:v>
                </c:pt>
                <c:pt idx="479">
                  <c:v>9</c:v>
                </c:pt>
                <c:pt idx="480">
                  <c:v>9</c:v>
                </c:pt>
                <c:pt idx="481">
                  <c:v>10</c:v>
                </c:pt>
                <c:pt idx="482">
                  <c:v>10</c:v>
                </c:pt>
                <c:pt idx="483">
                  <c:v>10</c:v>
                </c:pt>
                <c:pt idx="484">
                  <c:v>7</c:v>
                </c:pt>
                <c:pt idx="485">
                  <c:v>10</c:v>
                </c:pt>
                <c:pt idx="486">
                  <c:v>10</c:v>
                </c:pt>
                <c:pt idx="487">
                  <c:v>9</c:v>
                </c:pt>
                <c:pt idx="488">
                  <c:v>9</c:v>
                </c:pt>
                <c:pt idx="489">
                  <c:v>9</c:v>
                </c:pt>
                <c:pt idx="490">
                  <c:v>11</c:v>
                </c:pt>
                <c:pt idx="491">
                  <c:v>8</c:v>
                </c:pt>
                <c:pt idx="492">
                  <c:v>10</c:v>
                </c:pt>
                <c:pt idx="493">
                  <c:v>9</c:v>
                </c:pt>
                <c:pt idx="494">
                  <c:v>9</c:v>
                </c:pt>
                <c:pt idx="495">
                  <c:v>13</c:v>
                </c:pt>
                <c:pt idx="496">
                  <c:v>14</c:v>
                </c:pt>
                <c:pt idx="497">
                  <c:v>11</c:v>
                </c:pt>
                <c:pt idx="498">
                  <c:v>13</c:v>
                </c:pt>
                <c:pt idx="499">
                  <c:v>16</c:v>
                </c:pt>
                <c:pt idx="500">
                  <c:v>7</c:v>
                </c:pt>
                <c:pt idx="501">
                  <c:v>12</c:v>
                </c:pt>
                <c:pt idx="502">
                  <c:v>8</c:v>
                </c:pt>
                <c:pt idx="503">
                  <c:v>14</c:v>
                </c:pt>
                <c:pt idx="504">
                  <c:v>13</c:v>
                </c:pt>
                <c:pt idx="505">
                  <c:v>11</c:v>
                </c:pt>
                <c:pt idx="506">
                  <c:v>9</c:v>
                </c:pt>
                <c:pt idx="507">
                  <c:v>11</c:v>
                </c:pt>
                <c:pt idx="508">
                  <c:v>9</c:v>
                </c:pt>
                <c:pt idx="509">
                  <c:v>17</c:v>
                </c:pt>
                <c:pt idx="510">
                  <c:v>17</c:v>
                </c:pt>
                <c:pt idx="511">
                  <c:v>9</c:v>
                </c:pt>
                <c:pt idx="512">
                  <c:v>7</c:v>
                </c:pt>
                <c:pt idx="513">
                  <c:v>6</c:v>
                </c:pt>
                <c:pt idx="514">
                  <c:v>6</c:v>
                </c:pt>
                <c:pt idx="515">
                  <c:v>8</c:v>
                </c:pt>
                <c:pt idx="516">
                  <c:v>16</c:v>
                </c:pt>
                <c:pt idx="517">
                  <c:v>14</c:v>
                </c:pt>
                <c:pt idx="518">
                  <c:v>5</c:v>
                </c:pt>
                <c:pt idx="519">
                  <c:v>7</c:v>
                </c:pt>
                <c:pt idx="520">
                  <c:v>8</c:v>
                </c:pt>
                <c:pt idx="521">
                  <c:v>10</c:v>
                </c:pt>
                <c:pt idx="522">
                  <c:v>8</c:v>
                </c:pt>
                <c:pt idx="523">
                  <c:v>6</c:v>
                </c:pt>
                <c:pt idx="524">
                  <c:v>9</c:v>
                </c:pt>
                <c:pt idx="525">
                  <c:v>14</c:v>
                </c:pt>
                <c:pt idx="526">
                  <c:v>14</c:v>
                </c:pt>
                <c:pt idx="527">
                  <c:v>9</c:v>
                </c:pt>
                <c:pt idx="528">
                  <c:v>9</c:v>
                </c:pt>
                <c:pt idx="529">
                  <c:v>11</c:v>
                </c:pt>
                <c:pt idx="530">
                  <c:v>10</c:v>
                </c:pt>
                <c:pt idx="531">
                  <c:v>10</c:v>
                </c:pt>
                <c:pt idx="532">
                  <c:v>7</c:v>
                </c:pt>
                <c:pt idx="533">
                  <c:v>15</c:v>
                </c:pt>
                <c:pt idx="534">
                  <c:v>12</c:v>
                </c:pt>
                <c:pt idx="535">
                  <c:v>11</c:v>
                </c:pt>
                <c:pt idx="536">
                  <c:v>14</c:v>
                </c:pt>
                <c:pt idx="537">
                  <c:v>13</c:v>
                </c:pt>
                <c:pt idx="538">
                  <c:v>11</c:v>
                </c:pt>
                <c:pt idx="539">
                  <c:v>10</c:v>
                </c:pt>
                <c:pt idx="540">
                  <c:v>11</c:v>
                </c:pt>
                <c:pt idx="541">
                  <c:v>9</c:v>
                </c:pt>
                <c:pt idx="542">
                  <c:v>11</c:v>
                </c:pt>
                <c:pt idx="543">
                  <c:v>9</c:v>
                </c:pt>
                <c:pt idx="544">
                  <c:v>11</c:v>
                </c:pt>
                <c:pt idx="545">
                  <c:v>9</c:v>
                </c:pt>
                <c:pt idx="546">
                  <c:v>15</c:v>
                </c:pt>
                <c:pt idx="547">
                  <c:v>11</c:v>
                </c:pt>
                <c:pt idx="548">
                  <c:v>10</c:v>
                </c:pt>
                <c:pt idx="549">
                  <c:v>18</c:v>
                </c:pt>
                <c:pt idx="550">
                  <c:v>13</c:v>
                </c:pt>
                <c:pt idx="551">
                  <c:v>14</c:v>
                </c:pt>
                <c:pt idx="552">
                  <c:v>9</c:v>
                </c:pt>
                <c:pt idx="553">
                  <c:v>11</c:v>
                </c:pt>
                <c:pt idx="554">
                  <c:v>11</c:v>
                </c:pt>
                <c:pt idx="555">
                  <c:v>14</c:v>
                </c:pt>
                <c:pt idx="556">
                  <c:v>10</c:v>
                </c:pt>
                <c:pt idx="557">
                  <c:v>9</c:v>
                </c:pt>
                <c:pt idx="558">
                  <c:v>13</c:v>
                </c:pt>
                <c:pt idx="559">
                  <c:v>12</c:v>
                </c:pt>
                <c:pt idx="560">
                  <c:v>9</c:v>
                </c:pt>
                <c:pt idx="561">
                  <c:v>9</c:v>
                </c:pt>
                <c:pt idx="562">
                  <c:v>13</c:v>
                </c:pt>
                <c:pt idx="563">
                  <c:v>0</c:v>
                </c:pt>
                <c:pt idx="564">
                  <c:v>9</c:v>
                </c:pt>
                <c:pt idx="565">
                  <c:v>10</c:v>
                </c:pt>
                <c:pt idx="566">
                  <c:v>7</c:v>
                </c:pt>
                <c:pt idx="567">
                  <c:v>0</c:v>
                </c:pt>
                <c:pt idx="568">
                  <c:v>11</c:v>
                </c:pt>
                <c:pt idx="569">
                  <c:v>8</c:v>
                </c:pt>
                <c:pt idx="570">
                  <c:v>8</c:v>
                </c:pt>
                <c:pt idx="571">
                  <c:v>9</c:v>
                </c:pt>
                <c:pt idx="572">
                  <c:v>5</c:v>
                </c:pt>
                <c:pt idx="573">
                  <c:v>9</c:v>
                </c:pt>
                <c:pt idx="574">
                  <c:v>11</c:v>
                </c:pt>
                <c:pt idx="575">
                  <c:v>11</c:v>
                </c:pt>
                <c:pt idx="576">
                  <c:v>10</c:v>
                </c:pt>
                <c:pt idx="577">
                  <c:v>9</c:v>
                </c:pt>
                <c:pt idx="578">
                  <c:v>9</c:v>
                </c:pt>
                <c:pt idx="579">
                  <c:v>10</c:v>
                </c:pt>
                <c:pt idx="580">
                  <c:v>9</c:v>
                </c:pt>
                <c:pt idx="581">
                  <c:v>8</c:v>
                </c:pt>
                <c:pt idx="582">
                  <c:v>8</c:v>
                </c:pt>
                <c:pt idx="583">
                  <c:v>6</c:v>
                </c:pt>
                <c:pt idx="584">
                  <c:v>11</c:v>
                </c:pt>
                <c:pt idx="585">
                  <c:v>7</c:v>
                </c:pt>
                <c:pt idx="586">
                  <c:v>8</c:v>
                </c:pt>
                <c:pt idx="587">
                  <c:v>6</c:v>
                </c:pt>
                <c:pt idx="588">
                  <c:v>10</c:v>
                </c:pt>
                <c:pt idx="589">
                  <c:v>10</c:v>
                </c:pt>
                <c:pt idx="590">
                  <c:v>8</c:v>
                </c:pt>
                <c:pt idx="591">
                  <c:v>13</c:v>
                </c:pt>
                <c:pt idx="592">
                  <c:v>12</c:v>
                </c:pt>
                <c:pt idx="593">
                  <c:v>13</c:v>
                </c:pt>
                <c:pt idx="594">
                  <c:v>18</c:v>
                </c:pt>
                <c:pt idx="595">
                  <c:v>17</c:v>
                </c:pt>
                <c:pt idx="596">
                  <c:v>18</c:v>
                </c:pt>
                <c:pt idx="597">
                  <c:v>0</c:v>
                </c:pt>
                <c:pt idx="598">
                  <c:v>11</c:v>
                </c:pt>
                <c:pt idx="599">
                  <c:v>13</c:v>
                </c:pt>
                <c:pt idx="600">
                  <c:v>13</c:v>
                </c:pt>
                <c:pt idx="601">
                  <c:v>8</c:v>
                </c:pt>
                <c:pt idx="602">
                  <c:v>12</c:v>
                </c:pt>
                <c:pt idx="603">
                  <c:v>0</c:v>
                </c:pt>
                <c:pt idx="604">
                  <c:v>10</c:v>
                </c:pt>
                <c:pt idx="605">
                  <c:v>0</c:v>
                </c:pt>
                <c:pt idx="606">
                  <c:v>18</c:v>
                </c:pt>
                <c:pt idx="607">
                  <c:v>11</c:v>
                </c:pt>
                <c:pt idx="608">
                  <c:v>10</c:v>
                </c:pt>
                <c:pt idx="609">
                  <c:v>11</c:v>
                </c:pt>
                <c:pt idx="610">
                  <c:v>0</c:v>
                </c:pt>
                <c:pt idx="611">
                  <c:v>14</c:v>
                </c:pt>
                <c:pt idx="612">
                  <c:v>11</c:v>
                </c:pt>
                <c:pt idx="613">
                  <c:v>10</c:v>
                </c:pt>
                <c:pt idx="614">
                  <c:v>12</c:v>
                </c:pt>
                <c:pt idx="615">
                  <c:v>14</c:v>
                </c:pt>
                <c:pt idx="616">
                  <c:v>13</c:v>
                </c:pt>
                <c:pt idx="617">
                  <c:v>17</c:v>
                </c:pt>
                <c:pt idx="618">
                  <c:v>15</c:v>
                </c:pt>
                <c:pt idx="619">
                  <c:v>12</c:v>
                </c:pt>
                <c:pt idx="620">
                  <c:v>14</c:v>
                </c:pt>
                <c:pt idx="621">
                  <c:v>13</c:v>
                </c:pt>
                <c:pt idx="622">
                  <c:v>10</c:v>
                </c:pt>
                <c:pt idx="623">
                  <c:v>16</c:v>
                </c:pt>
                <c:pt idx="624">
                  <c:v>8</c:v>
                </c:pt>
                <c:pt idx="625">
                  <c:v>10</c:v>
                </c:pt>
                <c:pt idx="626">
                  <c:v>5</c:v>
                </c:pt>
                <c:pt idx="627">
                  <c:v>10</c:v>
                </c:pt>
                <c:pt idx="628">
                  <c:v>11</c:v>
                </c:pt>
                <c:pt idx="629">
                  <c:v>8</c:v>
                </c:pt>
                <c:pt idx="630">
                  <c:v>17</c:v>
                </c:pt>
                <c:pt idx="631">
                  <c:v>11</c:v>
                </c:pt>
                <c:pt idx="632">
                  <c:v>8</c:v>
                </c:pt>
                <c:pt idx="633">
                  <c:v>14</c:v>
                </c:pt>
                <c:pt idx="634">
                  <c:v>16</c:v>
                </c:pt>
                <c:pt idx="635">
                  <c:v>9</c:v>
                </c:pt>
                <c:pt idx="636">
                  <c:v>18</c:v>
                </c:pt>
                <c:pt idx="637">
                  <c:v>7</c:v>
                </c:pt>
                <c:pt idx="638">
                  <c:v>15</c:v>
                </c:pt>
                <c:pt idx="639">
                  <c:v>8</c:v>
                </c:pt>
                <c:pt idx="640">
                  <c:v>7</c:v>
                </c:pt>
                <c:pt idx="641">
                  <c:v>17</c:v>
                </c:pt>
                <c:pt idx="642">
                  <c:v>9</c:v>
                </c:pt>
                <c:pt idx="643">
                  <c:v>9</c:v>
                </c:pt>
                <c:pt idx="644">
                  <c:v>11</c:v>
                </c:pt>
                <c:pt idx="645">
                  <c:v>15</c:v>
                </c:pt>
                <c:pt idx="646">
                  <c:v>12</c:v>
                </c:pt>
                <c:pt idx="647">
                  <c:v>10</c:v>
                </c:pt>
                <c:pt idx="648">
                  <c:v>11</c:v>
                </c:pt>
              </c:numCache>
            </c:numRef>
          </c:xVal>
          <c:yVal>
            <c:numRef>
              <c:f>'Chart Data'!$B$2:$B$650</c:f>
              <c:numCache>
                <c:formatCode>General</c:formatCode>
                <c:ptCount val="649"/>
                <c:pt idx="0">
                  <c:v>11</c:v>
                </c:pt>
                <c:pt idx="1">
                  <c:v>11</c:v>
                </c:pt>
                <c:pt idx="2">
                  <c:v>12</c:v>
                </c:pt>
                <c:pt idx="3">
                  <c:v>14</c:v>
                </c:pt>
                <c:pt idx="4">
                  <c:v>13</c:v>
                </c:pt>
                <c:pt idx="5">
                  <c:v>13</c:v>
                </c:pt>
                <c:pt idx="6">
                  <c:v>13</c:v>
                </c:pt>
                <c:pt idx="7">
                  <c:v>13</c:v>
                </c:pt>
                <c:pt idx="8">
                  <c:v>17</c:v>
                </c:pt>
                <c:pt idx="9">
                  <c:v>13</c:v>
                </c:pt>
                <c:pt idx="10">
                  <c:v>14</c:v>
                </c:pt>
                <c:pt idx="11">
                  <c:v>13</c:v>
                </c:pt>
                <c:pt idx="12">
                  <c:v>12</c:v>
                </c:pt>
                <c:pt idx="13">
                  <c:v>13</c:v>
                </c:pt>
                <c:pt idx="14">
                  <c:v>15</c:v>
                </c:pt>
                <c:pt idx="15">
                  <c:v>17</c:v>
                </c:pt>
                <c:pt idx="16">
                  <c:v>14</c:v>
                </c:pt>
                <c:pt idx="17">
                  <c:v>14</c:v>
                </c:pt>
                <c:pt idx="18">
                  <c:v>7</c:v>
                </c:pt>
                <c:pt idx="19">
                  <c:v>12</c:v>
                </c:pt>
                <c:pt idx="20">
                  <c:v>14</c:v>
                </c:pt>
                <c:pt idx="21">
                  <c:v>12</c:v>
                </c:pt>
                <c:pt idx="22">
                  <c:v>14</c:v>
                </c:pt>
                <c:pt idx="23">
                  <c:v>10</c:v>
                </c:pt>
                <c:pt idx="24">
                  <c:v>10</c:v>
                </c:pt>
                <c:pt idx="25">
                  <c:v>12</c:v>
                </c:pt>
                <c:pt idx="26">
                  <c:v>12</c:v>
                </c:pt>
                <c:pt idx="27">
                  <c:v>11</c:v>
                </c:pt>
                <c:pt idx="28">
                  <c:v>13</c:v>
                </c:pt>
                <c:pt idx="29">
                  <c:v>12</c:v>
                </c:pt>
                <c:pt idx="30">
                  <c:v>11</c:v>
                </c:pt>
                <c:pt idx="31">
                  <c:v>15</c:v>
                </c:pt>
                <c:pt idx="32">
                  <c:v>15</c:v>
                </c:pt>
                <c:pt idx="33">
                  <c:v>12</c:v>
                </c:pt>
                <c:pt idx="34">
                  <c:v>12</c:v>
                </c:pt>
                <c:pt idx="35">
                  <c:v>11</c:v>
                </c:pt>
                <c:pt idx="36">
                  <c:v>14</c:v>
                </c:pt>
                <c:pt idx="37">
                  <c:v>13</c:v>
                </c:pt>
                <c:pt idx="38">
                  <c:v>12</c:v>
                </c:pt>
                <c:pt idx="39">
                  <c:v>12</c:v>
                </c:pt>
                <c:pt idx="40">
                  <c:v>10</c:v>
                </c:pt>
                <c:pt idx="41">
                  <c:v>11</c:v>
                </c:pt>
                <c:pt idx="42">
                  <c:v>15</c:v>
                </c:pt>
                <c:pt idx="43">
                  <c:v>10</c:v>
                </c:pt>
                <c:pt idx="44">
                  <c:v>11</c:v>
                </c:pt>
                <c:pt idx="45">
                  <c:v>11</c:v>
                </c:pt>
                <c:pt idx="46">
                  <c:v>13</c:v>
                </c:pt>
                <c:pt idx="47">
                  <c:v>17</c:v>
                </c:pt>
                <c:pt idx="48">
                  <c:v>13</c:v>
                </c:pt>
                <c:pt idx="49">
                  <c:v>12</c:v>
                </c:pt>
                <c:pt idx="50">
                  <c:v>13</c:v>
                </c:pt>
                <c:pt idx="51">
                  <c:v>16</c:v>
                </c:pt>
                <c:pt idx="52">
                  <c:v>9</c:v>
                </c:pt>
                <c:pt idx="53">
                  <c:v>12</c:v>
                </c:pt>
                <c:pt idx="54">
                  <c:v>13</c:v>
                </c:pt>
                <c:pt idx="55">
                  <c:v>12</c:v>
                </c:pt>
                <c:pt idx="56">
                  <c:v>15</c:v>
                </c:pt>
                <c:pt idx="57">
                  <c:v>16</c:v>
                </c:pt>
                <c:pt idx="58">
                  <c:v>14</c:v>
                </c:pt>
                <c:pt idx="59">
                  <c:v>16</c:v>
                </c:pt>
                <c:pt idx="60">
                  <c:v>16</c:v>
                </c:pt>
                <c:pt idx="61">
                  <c:v>16</c:v>
                </c:pt>
                <c:pt idx="62">
                  <c:v>10</c:v>
                </c:pt>
                <c:pt idx="63">
                  <c:v>13</c:v>
                </c:pt>
                <c:pt idx="64">
                  <c:v>12</c:v>
                </c:pt>
                <c:pt idx="65">
                  <c:v>16</c:v>
                </c:pt>
                <c:pt idx="66">
                  <c:v>12</c:v>
                </c:pt>
                <c:pt idx="67">
                  <c:v>10</c:v>
                </c:pt>
                <c:pt idx="68">
                  <c:v>11</c:v>
                </c:pt>
                <c:pt idx="69">
                  <c:v>15</c:v>
                </c:pt>
                <c:pt idx="70">
                  <c:v>11</c:v>
                </c:pt>
                <c:pt idx="71">
                  <c:v>10</c:v>
                </c:pt>
                <c:pt idx="72">
                  <c:v>11</c:v>
                </c:pt>
                <c:pt idx="73">
                  <c:v>14</c:v>
                </c:pt>
                <c:pt idx="74">
                  <c:v>11</c:v>
                </c:pt>
                <c:pt idx="75">
                  <c:v>11</c:v>
                </c:pt>
                <c:pt idx="76">
                  <c:v>11</c:v>
                </c:pt>
                <c:pt idx="77">
                  <c:v>13</c:v>
                </c:pt>
                <c:pt idx="78">
                  <c:v>10</c:v>
                </c:pt>
                <c:pt idx="79">
                  <c:v>11</c:v>
                </c:pt>
                <c:pt idx="80">
                  <c:v>12</c:v>
                </c:pt>
                <c:pt idx="81">
                  <c:v>9</c:v>
                </c:pt>
                <c:pt idx="82">
                  <c:v>11</c:v>
                </c:pt>
                <c:pt idx="83">
                  <c:v>13</c:v>
                </c:pt>
                <c:pt idx="84">
                  <c:v>12</c:v>
                </c:pt>
                <c:pt idx="85">
                  <c:v>12</c:v>
                </c:pt>
                <c:pt idx="86">
                  <c:v>11</c:v>
                </c:pt>
                <c:pt idx="87">
                  <c:v>15</c:v>
                </c:pt>
                <c:pt idx="88">
                  <c:v>11</c:v>
                </c:pt>
                <c:pt idx="89">
                  <c:v>10</c:v>
                </c:pt>
                <c:pt idx="90">
                  <c:v>11</c:v>
                </c:pt>
                <c:pt idx="91">
                  <c:v>13</c:v>
                </c:pt>
                <c:pt idx="92">
                  <c:v>12</c:v>
                </c:pt>
                <c:pt idx="93">
                  <c:v>14</c:v>
                </c:pt>
                <c:pt idx="94">
                  <c:v>12</c:v>
                </c:pt>
                <c:pt idx="95">
                  <c:v>13</c:v>
                </c:pt>
                <c:pt idx="96">
                  <c:v>11</c:v>
                </c:pt>
                <c:pt idx="97">
                  <c:v>12</c:v>
                </c:pt>
                <c:pt idx="98">
                  <c:v>13</c:v>
                </c:pt>
                <c:pt idx="99">
                  <c:v>13</c:v>
                </c:pt>
                <c:pt idx="100">
                  <c:v>8</c:v>
                </c:pt>
                <c:pt idx="101">
                  <c:v>16</c:v>
                </c:pt>
                <c:pt idx="102">
                  <c:v>12</c:v>
                </c:pt>
                <c:pt idx="103">
                  <c:v>10</c:v>
                </c:pt>
                <c:pt idx="104">
                  <c:v>16</c:v>
                </c:pt>
                <c:pt idx="105">
                  <c:v>10</c:v>
                </c:pt>
                <c:pt idx="106">
                  <c:v>10</c:v>
                </c:pt>
                <c:pt idx="107">
                  <c:v>14</c:v>
                </c:pt>
                <c:pt idx="108">
                  <c:v>11</c:v>
                </c:pt>
                <c:pt idx="109">
                  <c:v>14</c:v>
                </c:pt>
                <c:pt idx="110">
                  <c:v>14</c:v>
                </c:pt>
                <c:pt idx="111">
                  <c:v>11</c:v>
                </c:pt>
                <c:pt idx="112">
                  <c:v>10</c:v>
                </c:pt>
                <c:pt idx="113">
                  <c:v>18</c:v>
                </c:pt>
                <c:pt idx="114">
                  <c:v>10</c:v>
                </c:pt>
                <c:pt idx="115">
                  <c:v>14</c:v>
                </c:pt>
                <c:pt idx="116">
                  <c:v>16</c:v>
                </c:pt>
                <c:pt idx="117">
                  <c:v>15</c:v>
                </c:pt>
                <c:pt idx="118">
                  <c:v>11</c:v>
                </c:pt>
                <c:pt idx="119">
                  <c:v>14</c:v>
                </c:pt>
                <c:pt idx="120">
                  <c:v>14</c:v>
                </c:pt>
                <c:pt idx="121">
                  <c:v>13</c:v>
                </c:pt>
                <c:pt idx="122">
                  <c:v>13</c:v>
                </c:pt>
                <c:pt idx="123">
                  <c:v>13</c:v>
                </c:pt>
                <c:pt idx="124">
                  <c:v>11</c:v>
                </c:pt>
                <c:pt idx="125">
                  <c:v>9</c:v>
                </c:pt>
                <c:pt idx="126">
                  <c:v>11</c:v>
                </c:pt>
                <c:pt idx="127">
                  <c:v>11</c:v>
                </c:pt>
                <c:pt idx="128">
                  <c:v>15</c:v>
                </c:pt>
                <c:pt idx="129">
                  <c:v>13</c:v>
                </c:pt>
                <c:pt idx="130">
                  <c:v>12</c:v>
                </c:pt>
                <c:pt idx="131">
                  <c:v>8</c:v>
                </c:pt>
                <c:pt idx="132">
                  <c:v>11</c:v>
                </c:pt>
                <c:pt idx="133">
                  <c:v>13</c:v>
                </c:pt>
                <c:pt idx="134">
                  <c:v>12</c:v>
                </c:pt>
                <c:pt idx="135">
                  <c:v>14</c:v>
                </c:pt>
                <c:pt idx="136">
                  <c:v>11</c:v>
                </c:pt>
                <c:pt idx="137">
                  <c:v>11</c:v>
                </c:pt>
                <c:pt idx="138">
                  <c:v>11</c:v>
                </c:pt>
                <c:pt idx="139">
                  <c:v>15</c:v>
                </c:pt>
                <c:pt idx="140">
                  <c:v>10</c:v>
                </c:pt>
                <c:pt idx="141">
                  <c:v>13</c:v>
                </c:pt>
                <c:pt idx="142">
                  <c:v>12</c:v>
                </c:pt>
                <c:pt idx="143">
                  <c:v>11</c:v>
                </c:pt>
                <c:pt idx="144">
                  <c:v>11</c:v>
                </c:pt>
                <c:pt idx="145">
                  <c:v>10</c:v>
                </c:pt>
                <c:pt idx="146">
                  <c:v>10</c:v>
                </c:pt>
                <c:pt idx="147">
                  <c:v>14</c:v>
                </c:pt>
                <c:pt idx="148">
                  <c:v>9</c:v>
                </c:pt>
                <c:pt idx="149">
                  <c:v>11</c:v>
                </c:pt>
                <c:pt idx="150">
                  <c:v>9</c:v>
                </c:pt>
                <c:pt idx="151">
                  <c:v>13</c:v>
                </c:pt>
                <c:pt idx="152">
                  <c:v>11</c:v>
                </c:pt>
                <c:pt idx="153">
                  <c:v>13</c:v>
                </c:pt>
                <c:pt idx="154">
                  <c:v>11</c:v>
                </c:pt>
                <c:pt idx="155">
                  <c:v>6</c:v>
                </c:pt>
                <c:pt idx="156">
                  <c:v>12</c:v>
                </c:pt>
                <c:pt idx="157">
                  <c:v>10</c:v>
                </c:pt>
                <c:pt idx="158">
                  <c:v>11</c:v>
                </c:pt>
                <c:pt idx="159">
                  <c:v>13</c:v>
                </c:pt>
                <c:pt idx="160">
                  <c:v>11</c:v>
                </c:pt>
                <c:pt idx="161">
                  <c:v>8</c:v>
                </c:pt>
                <c:pt idx="162">
                  <c:v>11</c:v>
                </c:pt>
                <c:pt idx="163">
                  <c:v>0</c:v>
                </c:pt>
                <c:pt idx="164">
                  <c:v>10</c:v>
                </c:pt>
                <c:pt idx="165">
                  <c:v>13</c:v>
                </c:pt>
                <c:pt idx="166">
                  <c:v>11</c:v>
                </c:pt>
                <c:pt idx="167">
                  <c:v>13</c:v>
                </c:pt>
                <c:pt idx="168">
                  <c:v>8</c:v>
                </c:pt>
                <c:pt idx="169">
                  <c:v>10</c:v>
                </c:pt>
                <c:pt idx="170">
                  <c:v>11</c:v>
                </c:pt>
                <c:pt idx="171">
                  <c:v>11</c:v>
                </c:pt>
                <c:pt idx="172">
                  <c:v>1</c:v>
                </c:pt>
                <c:pt idx="173">
                  <c:v>10</c:v>
                </c:pt>
                <c:pt idx="174">
                  <c:v>9</c:v>
                </c:pt>
                <c:pt idx="175">
                  <c:v>8</c:v>
                </c:pt>
                <c:pt idx="176">
                  <c:v>10</c:v>
                </c:pt>
                <c:pt idx="177">
                  <c:v>8</c:v>
                </c:pt>
                <c:pt idx="178">
                  <c:v>8</c:v>
                </c:pt>
                <c:pt idx="179">
                  <c:v>8</c:v>
                </c:pt>
                <c:pt idx="180">
                  <c:v>11</c:v>
                </c:pt>
                <c:pt idx="181">
                  <c:v>18</c:v>
                </c:pt>
                <c:pt idx="182">
                  <c:v>13</c:v>
                </c:pt>
                <c:pt idx="183">
                  <c:v>17</c:v>
                </c:pt>
                <c:pt idx="184">
                  <c:v>10</c:v>
                </c:pt>
                <c:pt idx="185">
                  <c:v>18</c:v>
                </c:pt>
                <c:pt idx="186">
                  <c:v>10</c:v>
                </c:pt>
                <c:pt idx="187">
                  <c:v>13</c:v>
                </c:pt>
                <c:pt idx="188">
                  <c:v>15</c:v>
                </c:pt>
                <c:pt idx="189">
                  <c:v>11</c:v>
                </c:pt>
                <c:pt idx="190">
                  <c:v>14</c:v>
                </c:pt>
                <c:pt idx="191">
                  <c:v>10</c:v>
                </c:pt>
                <c:pt idx="192">
                  <c:v>11</c:v>
                </c:pt>
                <c:pt idx="193">
                  <c:v>13</c:v>
                </c:pt>
                <c:pt idx="194">
                  <c:v>11</c:v>
                </c:pt>
                <c:pt idx="195">
                  <c:v>13</c:v>
                </c:pt>
                <c:pt idx="196">
                  <c:v>17</c:v>
                </c:pt>
                <c:pt idx="197">
                  <c:v>14</c:v>
                </c:pt>
                <c:pt idx="198">
                  <c:v>16</c:v>
                </c:pt>
                <c:pt idx="199">
                  <c:v>14</c:v>
                </c:pt>
                <c:pt idx="200">
                  <c:v>11</c:v>
                </c:pt>
                <c:pt idx="201">
                  <c:v>16</c:v>
                </c:pt>
                <c:pt idx="202">
                  <c:v>14</c:v>
                </c:pt>
                <c:pt idx="203">
                  <c:v>10</c:v>
                </c:pt>
                <c:pt idx="204">
                  <c:v>13</c:v>
                </c:pt>
                <c:pt idx="205">
                  <c:v>12</c:v>
                </c:pt>
                <c:pt idx="206">
                  <c:v>12</c:v>
                </c:pt>
                <c:pt idx="207">
                  <c:v>10</c:v>
                </c:pt>
                <c:pt idx="208">
                  <c:v>12</c:v>
                </c:pt>
                <c:pt idx="209">
                  <c:v>16</c:v>
                </c:pt>
                <c:pt idx="210">
                  <c:v>14</c:v>
                </c:pt>
                <c:pt idx="211">
                  <c:v>12</c:v>
                </c:pt>
                <c:pt idx="212">
                  <c:v>16</c:v>
                </c:pt>
                <c:pt idx="213">
                  <c:v>11</c:v>
                </c:pt>
                <c:pt idx="214">
                  <c:v>15</c:v>
                </c:pt>
                <c:pt idx="215">
                  <c:v>12</c:v>
                </c:pt>
                <c:pt idx="216">
                  <c:v>15</c:v>
                </c:pt>
                <c:pt idx="217">
                  <c:v>13</c:v>
                </c:pt>
                <c:pt idx="218">
                  <c:v>13</c:v>
                </c:pt>
                <c:pt idx="219">
                  <c:v>8</c:v>
                </c:pt>
                <c:pt idx="220">
                  <c:v>12</c:v>
                </c:pt>
                <c:pt idx="221">
                  <c:v>15</c:v>
                </c:pt>
                <c:pt idx="222">
                  <c:v>13</c:v>
                </c:pt>
                <c:pt idx="223">
                  <c:v>12</c:v>
                </c:pt>
                <c:pt idx="224">
                  <c:v>12</c:v>
                </c:pt>
                <c:pt idx="225">
                  <c:v>12</c:v>
                </c:pt>
                <c:pt idx="226">
                  <c:v>13</c:v>
                </c:pt>
                <c:pt idx="227">
                  <c:v>11</c:v>
                </c:pt>
                <c:pt idx="228">
                  <c:v>11</c:v>
                </c:pt>
                <c:pt idx="229">
                  <c:v>15</c:v>
                </c:pt>
                <c:pt idx="230">
                  <c:v>10</c:v>
                </c:pt>
                <c:pt idx="231">
                  <c:v>10</c:v>
                </c:pt>
                <c:pt idx="232">
                  <c:v>13</c:v>
                </c:pt>
                <c:pt idx="233">
                  <c:v>13</c:v>
                </c:pt>
                <c:pt idx="234">
                  <c:v>11</c:v>
                </c:pt>
                <c:pt idx="235">
                  <c:v>12</c:v>
                </c:pt>
                <c:pt idx="236">
                  <c:v>14</c:v>
                </c:pt>
                <c:pt idx="237">
                  <c:v>10</c:v>
                </c:pt>
                <c:pt idx="238">
                  <c:v>16</c:v>
                </c:pt>
                <c:pt idx="239">
                  <c:v>8</c:v>
                </c:pt>
                <c:pt idx="240">
                  <c:v>17</c:v>
                </c:pt>
                <c:pt idx="241">
                  <c:v>11</c:v>
                </c:pt>
                <c:pt idx="242">
                  <c:v>11</c:v>
                </c:pt>
                <c:pt idx="243">
                  <c:v>16</c:v>
                </c:pt>
                <c:pt idx="244">
                  <c:v>12</c:v>
                </c:pt>
                <c:pt idx="245">
                  <c:v>13</c:v>
                </c:pt>
                <c:pt idx="246">
                  <c:v>13</c:v>
                </c:pt>
                <c:pt idx="247">
                  <c:v>14</c:v>
                </c:pt>
                <c:pt idx="248">
                  <c:v>9</c:v>
                </c:pt>
                <c:pt idx="249">
                  <c:v>12</c:v>
                </c:pt>
                <c:pt idx="250">
                  <c:v>16</c:v>
                </c:pt>
                <c:pt idx="251">
                  <c:v>10</c:v>
                </c:pt>
                <c:pt idx="252">
                  <c:v>13</c:v>
                </c:pt>
                <c:pt idx="253">
                  <c:v>10</c:v>
                </c:pt>
                <c:pt idx="254">
                  <c:v>10</c:v>
                </c:pt>
                <c:pt idx="255">
                  <c:v>7</c:v>
                </c:pt>
                <c:pt idx="256">
                  <c:v>8</c:v>
                </c:pt>
                <c:pt idx="257">
                  <c:v>9</c:v>
                </c:pt>
                <c:pt idx="258">
                  <c:v>15</c:v>
                </c:pt>
                <c:pt idx="259">
                  <c:v>10</c:v>
                </c:pt>
                <c:pt idx="260">
                  <c:v>11</c:v>
                </c:pt>
                <c:pt idx="261">
                  <c:v>13</c:v>
                </c:pt>
                <c:pt idx="262">
                  <c:v>8</c:v>
                </c:pt>
                <c:pt idx="263">
                  <c:v>8</c:v>
                </c:pt>
                <c:pt idx="264">
                  <c:v>10</c:v>
                </c:pt>
                <c:pt idx="265">
                  <c:v>15</c:v>
                </c:pt>
                <c:pt idx="266">
                  <c:v>14</c:v>
                </c:pt>
                <c:pt idx="267">
                  <c:v>15</c:v>
                </c:pt>
                <c:pt idx="268">
                  <c:v>12</c:v>
                </c:pt>
                <c:pt idx="269">
                  <c:v>15</c:v>
                </c:pt>
                <c:pt idx="270">
                  <c:v>15</c:v>
                </c:pt>
                <c:pt idx="271">
                  <c:v>12</c:v>
                </c:pt>
                <c:pt idx="272">
                  <c:v>15</c:v>
                </c:pt>
                <c:pt idx="273">
                  <c:v>11</c:v>
                </c:pt>
                <c:pt idx="274">
                  <c:v>10</c:v>
                </c:pt>
                <c:pt idx="275">
                  <c:v>11</c:v>
                </c:pt>
                <c:pt idx="276">
                  <c:v>16</c:v>
                </c:pt>
                <c:pt idx="277">
                  <c:v>11</c:v>
                </c:pt>
                <c:pt idx="278">
                  <c:v>13</c:v>
                </c:pt>
                <c:pt idx="279">
                  <c:v>5</c:v>
                </c:pt>
                <c:pt idx="280">
                  <c:v>10</c:v>
                </c:pt>
                <c:pt idx="281">
                  <c:v>11</c:v>
                </c:pt>
                <c:pt idx="282">
                  <c:v>7</c:v>
                </c:pt>
                <c:pt idx="283">
                  <c:v>10</c:v>
                </c:pt>
                <c:pt idx="284">
                  <c:v>6</c:v>
                </c:pt>
                <c:pt idx="285">
                  <c:v>12</c:v>
                </c:pt>
                <c:pt idx="286">
                  <c:v>13</c:v>
                </c:pt>
                <c:pt idx="287">
                  <c:v>10</c:v>
                </c:pt>
                <c:pt idx="288">
                  <c:v>13</c:v>
                </c:pt>
                <c:pt idx="289">
                  <c:v>17</c:v>
                </c:pt>
                <c:pt idx="290">
                  <c:v>11</c:v>
                </c:pt>
                <c:pt idx="291">
                  <c:v>11</c:v>
                </c:pt>
                <c:pt idx="292">
                  <c:v>14</c:v>
                </c:pt>
                <c:pt idx="293">
                  <c:v>14</c:v>
                </c:pt>
                <c:pt idx="294">
                  <c:v>13</c:v>
                </c:pt>
                <c:pt idx="295">
                  <c:v>14</c:v>
                </c:pt>
                <c:pt idx="296">
                  <c:v>16</c:v>
                </c:pt>
                <c:pt idx="297">
                  <c:v>10</c:v>
                </c:pt>
                <c:pt idx="298">
                  <c:v>12</c:v>
                </c:pt>
                <c:pt idx="299">
                  <c:v>12</c:v>
                </c:pt>
                <c:pt idx="300">
                  <c:v>15</c:v>
                </c:pt>
                <c:pt idx="301">
                  <c:v>11</c:v>
                </c:pt>
                <c:pt idx="302">
                  <c:v>12</c:v>
                </c:pt>
                <c:pt idx="303">
                  <c:v>13</c:v>
                </c:pt>
                <c:pt idx="304">
                  <c:v>13</c:v>
                </c:pt>
                <c:pt idx="305">
                  <c:v>9</c:v>
                </c:pt>
                <c:pt idx="306">
                  <c:v>16</c:v>
                </c:pt>
                <c:pt idx="307">
                  <c:v>14</c:v>
                </c:pt>
                <c:pt idx="308">
                  <c:v>12</c:v>
                </c:pt>
                <c:pt idx="309">
                  <c:v>14</c:v>
                </c:pt>
                <c:pt idx="310">
                  <c:v>10</c:v>
                </c:pt>
                <c:pt idx="311">
                  <c:v>12</c:v>
                </c:pt>
                <c:pt idx="312">
                  <c:v>16</c:v>
                </c:pt>
                <c:pt idx="313">
                  <c:v>13</c:v>
                </c:pt>
                <c:pt idx="314">
                  <c:v>18</c:v>
                </c:pt>
                <c:pt idx="315">
                  <c:v>15</c:v>
                </c:pt>
                <c:pt idx="316">
                  <c:v>16</c:v>
                </c:pt>
                <c:pt idx="317">
                  <c:v>12</c:v>
                </c:pt>
                <c:pt idx="318">
                  <c:v>10</c:v>
                </c:pt>
                <c:pt idx="319">
                  <c:v>12</c:v>
                </c:pt>
                <c:pt idx="320">
                  <c:v>13</c:v>
                </c:pt>
                <c:pt idx="321">
                  <c:v>15</c:v>
                </c:pt>
                <c:pt idx="322">
                  <c:v>10</c:v>
                </c:pt>
                <c:pt idx="323">
                  <c:v>10</c:v>
                </c:pt>
                <c:pt idx="324">
                  <c:v>11</c:v>
                </c:pt>
                <c:pt idx="325">
                  <c:v>10</c:v>
                </c:pt>
                <c:pt idx="326">
                  <c:v>13</c:v>
                </c:pt>
                <c:pt idx="327">
                  <c:v>18</c:v>
                </c:pt>
                <c:pt idx="328">
                  <c:v>13</c:v>
                </c:pt>
                <c:pt idx="329">
                  <c:v>14</c:v>
                </c:pt>
                <c:pt idx="330">
                  <c:v>14</c:v>
                </c:pt>
                <c:pt idx="331">
                  <c:v>12</c:v>
                </c:pt>
                <c:pt idx="332">
                  <c:v>18</c:v>
                </c:pt>
                <c:pt idx="333">
                  <c:v>14</c:v>
                </c:pt>
                <c:pt idx="334">
                  <c:v>15</c:v>
                </c:pt>
                <c:pt idx="335">
                  <c:v>17</c:v>
                </c:pt>
                <c:pt idx="336">
                  <c:v>16</c:v>
                </c:pt>
                <c:pt idx="337">
                  <c:v>18</c:v>
                </c:pt>
                <c:pt idx="338">
                  <c:v>19</c:v>
                </c:pt>
                <c:pt idx="339">
                  <c:v>15</c:v>
                </c:pt>
                <c:pt idx="340">
                  <c:v>15</c:v>
                </c:pt>
                <c:pt idx="341">
                  <c:v>13</c:v>
                </c:pt>
                <c:pt idx="342">
                  <c:v>14</c:v>
                </c:pt>
                <c:pt idx="343">
                  <c:v>17</c:v>
                </c:pt>
                <c:pt idx="344">
                  <c:v>17</c:v>
                </c:pt>
                <c:pt idx="345">
                  <c:v>15</c:v>
                </c:pt>
                <c:pt idx="346">
                  <c:v>13</c:v>
                </c:pt>
                <c:pt idx="347">
                  <c:v>8</c:v>
                </c:pt>
                <c:pt idx="348">
                  <c:v>16</c:v>
                </c:pt>
                <c:pt idx="349">
                  <c:v>18</c:v>
                </c:pt>
                <c:pt idx="350">
                  <c:v>11</c:v>
                </c:pt>
                <c:pt idx="351">
                  <c:v>15</c:v>
                </c:pt>
                <c:pt idx="352">
                  <c:v>11</c:v>
                </c:pt>
                <c:pt idx="353">
                  <c:v>11</c:v>
                </c:pt>
                <c:pt idx="354">
                  <c:v>15</c:v>
                </c:pt>
                <c:pt idx="355">
                  <c:v>14</c:v>
                </c:pt>
                <c:pt idx="356">
                  <c:v>17</c:v>
                </c:pt>
                <c:pt idx="357">
                  <c:v>17</c:v>
                </c:pt>
                <c:pt idx="358">
                  <c:v>15</c:v>
                </c:pt>
                <c:pt idx="359">
                  <c:v>17</c:v>
                </c:pt>
                <c:pt idx="360">
                  <c:v>14</c:v>
                </c:pt>
                <c:pt idx="361">
                  <c:v>10</c:v>
                </c:pt>
                <c:pt idx="362">
                  <c:v>13</c:v>
                </c:pt>
                <c:pt idx="363">
                  <c:v>14</c:v>
                </c:pt>
                <c:pt idx="364">
                  <c:v>17</c:v>
                </c:pt>
                <c:pt idx="365">
                  <c:v>17</c:v>
                </c:pt>
                <c:pt idx="366">
                  <c:v>13</c:v>
                </c:pt>
                <c:pt idx="367">
                  <c:v>14</c:v>
                </c:pt>
                <c:pt idx="368">
                  <c:v>11</c:v>
                </c:pt>
                <c:pt idx="369">
                  <c:v>11</c:v>
                </c:pt>
                <c:pt idx="370">
                  <c:v>9</c:v>
                </c:pt>
                <c:pt idx="371">
                  <c:v>10</c:v>
                </c:pt>
                <c:pt idx="372">
                  <c:v>13</c:v>
                </c:pt>
                <c:pt idx="373">
                  <c:v>10</c:v>
                </c:pt>
                <c:pt idx="374">
                  <c:v>17</c:v>
                </c:pt>
                <c:pt idx="375">
                  <c:v>15</c:v>
                </c:pt>
                <c:pt idx="376">
                  <c:v>14</c:v>
                </c:pt>
                <c:pt idx="377">
                  <c:v>13</c:v>
                </c:pt>
                <c:pt idx="378">
                  <c:v>17</c:v>
                </c:pt>
                <c:pt idx="379">
                  <c:v>10</c:v>
                </c:pt>
                <c:pt idx="380">
                  <c:v>13</c:v>
                </c:pt>
                <c:pt idx="381">
                  <c:v>15</c:v>
                </c:pt>
                <c:pt idx="382">
                  <c:v>11</c:v>
                </c:pt>
                <c:pt idx="383">
                  <c:v>12</c:v>
                </c:pt>
                <c:pt idx="384">
                  <c:v>10</c:v>
                </c:pt>
                <c:pt idx="385">
                  <c:v>10</c:v>
                </c:pt>
                <c:pt idx="386">
                  <c:v>15</c:v>
                </c:pt>
                <c:pt idx="387">
                  <c:v>15</c:v>
                </c:pt>
                <c:pt idx="388">
                  <c:v>12</c:v>
                </c:pt>
                <c:pt idx="389">
                  <c:v>12</c:v>
                </c:pt>
                <c:pt idx="390">
                  <c:v>14</c:v>
                </c:pt>
                <c:pt idx="391">
                  <c:v>14</c:v>
                </c:pt>
                <c:pt idx="392">
                  <c:v>15</c:v>
                </c:pt>
                <c:pt idx="393">
                  <c:v>15</c:v>
                </c:pt>
                <c:pt idx="394">
                  <c:v>16</c:v>
                </c:pt>
                <c:pt idx="395">
                  <c:v>13</c:v>
                </c:pt>
                <c:pt idx="396">
                  <c:v>17</c:v>
                </c:pt>
                <c:pt idx="397">
                  <c:v>14</c:v>
                </c:pt>
                <c:pt idx="398">
                  <c:v>14</c:v>
                </c:pt>
                <c:pt idx="399">
                  <c:v>17</c:v>
                </c:pt>
                <c:pt idx="400">
                  <c:v>17</c:v>
                </c:pt>
                <c:pt idx="401">
                  <c:v>14</c:v>
                </c:pt>
                <c:pt idx="402">
                  <c:v>13</c:v>
                </c:pt>
                <c:pt idx="403">
                  <c:v>15</c:v>
                </c:pt>
                <c:pt idx="404">
                  <c:v>16</c:v>
                </c:pt>
                <c:pt idx="405">
                  <c:v>11</c:v>
                </c:pt>
                <c:pt idx="406">
                  <c:v>13</c:v>
                </c:pt>
                <c:pt idx="407">
                  <c:v>12</c:v>
                </c:pt>
                <c:pt idx="408">
                  <c:v>12</c:v>
                </c:pt>
                <c:pt idx="409">
                  <c:v>15</c:v>
                </c:pt>
                <c:pt idx="410">
                  <c:v>17</c:v>
                </c:pt>
                <c:pt idx="411">
                  <c:v>15</c:v>
                </c:pt>
                <c:pt idx="412">
                  <c:v>17</c:v>
                </c:pt>
                <c:pt idx="413">
                  <c:v>10</c:v>
                </c:pt>
                <c:pt idx="414">
                  <c:v>15</c:v>
                </c:pt>
                <c:pt idx="415">
                  <c:v>11</c:v>
                </c:pt>
                <c:pt idx="416">
                  <c:v>18</c:v>
                </c:pt>
                <c:pt idx="417">
                  <c:v>17</c:v>
                </c:pt>
                <c:pt idx="418">
                  <c:v>14</c:v>
                </c:pt>
                <c:pt idx="419">
                  <c:v>11</c:v>
                </c:pt>
                <c:pt idx="420">
                  <c:v>17</c:v>
                </c:pt>
                <c:pt idx="421">
                  <c:v>10</c:v>
                </c:pt>
                <c:pt idx="422">
                  <c:v>13</c:v>
                </c:pt>
                <c:pt idx="423">
                  <c:v>11</c:v>
                </c:pt>
                <c:pt idx="424">
                  <c:v>12</c:v>
                </c:pt>
                <c:pt idx="425">
                  <c:v>10</c:v>
                </c:pt>
                <c:pt idx="426">
                  <c:v>11</c:v>
                </c:pt>
                <c:pt idx="427">
                  <c:v>17</c:v>
                </c:pt>
                <c:pt idx="428">
                  <c:v>9</c:v>
                </c:pt>
                <c:pt idx="429">
                  <c:v>11</c:v>
                </c:pt>
                <c:pt idx="430">
                  <c:v>11</c:v>
                </c:pt>
                <c:pt idx="431">
                  <c:v>10</c:v>
                </c:pt>
                <c:pt idx="432">
                  <c:v>7</c:v>
                </c:pt>
                <c:pt idx="433">
                  <c:v>14</c:v>
                </c:pt>
                <c:pt idx="434">
                  <c:v>11</c:v>
                </c:pt>
                <c:pt idx="435">
                  <c:v>10</c:v>
                </c:pt>
                <c:pt idx="436">
                  <c:v>8</c:v>
                </c:pt>
                <c:pt idx="437">
                  <c:v>12</c:v>
                </c:pt>
                <c:pt idx="438">
                  <c:v>12</c:v>
                </c:pt>
                <c:pt idx="439">
                  <c:v>16</c:v>
                </c:pt>
                <c:pt idx="440">
                  <c:v>0</c:v>
                </c:pt>
                <c:pt idx="441">
                  <c:v>9</c:v>
                </c:pt>
                <c:pt idx="442">
                  <c:v>14</c:v>
                </c:pt>
                <c:pt idx="443">
                  <c:v>8</c:v>
                </c:pt>
                <c:pt idx="444">
                  <c:v>11</c:v>
                </c:pt>
                <c:pt idx="445">
                  <c:v>9</c:v>
                </c:pt>
                <c:pt idx="446">
                  <c:v>11</c:v>
                </c:pt>
                <c:pt idx="447">
                  <c:v>9</c:v>
                </c:pt>
                <c:pt idx="448">
                  <c:v>17</c:v>
                </c:pt>
                <c:pt idx="449">
                  <c:v>13</c:v>
                </c:pt>
                <c:pt idx="450">
                  <c:v>15</c:v>
                </c:pt>
                <c:pt idx="451">
                  <c:v>11</c:v>
                </c:pt>
                <c:pt idx="452">
                  <c:v>11</c:v>
                </c:pt>
                <c:pt idx="453">
                  <c:v>8</c:v>
                </c:pt>
                <c:pt idx="454">
                  <c:v>8</c:v>
                </c:pt>
                <c:pt idx="455">
                  <c:v>9</c:v>
                </c:pt>
                <c:pt idx="456">
                  <c:v>15</c:v>
                </c:pt>
                <c:pt idx="457">
                  <c:v>11</c:v>
                </c:pt>
                <c:pt idx="458">
                  <c:v>13</c:v>
                </c:pt>
                <c:pt idx="459">
                  <c:v>10</c:v>
                </c:pt>
                <c:pt idx="460">
                  <c:v>11</c:v>
                </c:pt>
                <c:pt idx="461">
                  <c:v>14</c:v>
                </c:pt>
                <c:pt idx="462">
                  <c:v>14</c:v>
                </c:pt>
                <c:pt idx="463">
                  <c:v>12</c:v>
                </c:pt>
                <c:pt idx="464">
                  <c:v>11</c:v>
                </c:pt>
                <c:pt idx="465">
                  <c:v>8</c:v>
                </c:pt>
                <c:pt idx="466">
                  <c:v>11</c:v>
                </c:pt>
                <c:pt idx="467">
                  <c:v>14</c:v>
                </c:pt>
                <c:pt idx="468">
                  <c:v>13</c:v>
                </c:pt>
                <c:pt idx="469">
                  <c:v>13</c:v>
                </c:pt>
                <c:pt idx="470">
                  <c:v>12</c:v>
                </c:pt>
                <c:pt idx="471">
                  <c:v>12</c:v>
                </c:pt>
                <c:pt idx="472">
                  <c:v>16</c:v>
                </c:pt>
                <c:pt idx="473">
                  <c:v>10</c:v>
                </c:pt>
                <c:pt idx="474">
                  <c:v>11</c:v>
                </c:pt>
                <c:pt idx="475">
                  <c:v>14</c:v>
                </c:pt>
                <c:pt idx="476">
                  <c:v>8</c:v>
                </c:pt>
                <c:pt idx="477">
                  <c:v>11</c:v>
                </c:pt>
                <c:pt idx="478">
                  <c:v>8</c:v>
                </c:pt>
                <c:pt idx="479">
                  <c:v>10</c:v>
                </c:pt>
                <c:pt idx="480">
                  <c:v>10</c:v>
                </c:pt>
                <c:pt idx="481">
                  <c:v>11</c:v>
                </c:pt>
                <c:pt idx="482">
                  <c:v>9</c:v>
                </c:pt>
                <c:pt idx="483">
                  <c:v>11</c:v>
                </c:pt>
                <c:pt idx="484">
                  <c:v>8</c:v>
                </c:pt>
                <c:pt idx="485">
                  <c:v>11</c:v>
                </c:pt>
                <c:pt idx="486">
                  <c:v>10</c:v>
                </c:pt>
                <c:pt idx="487">
                  <c:v>10</c:v>
                </c:pt>
                <c:pt idx="488">
                  <c:v>9</c:v>
                </c:pt>
                <c:pt idx="489">
                  <c:v>10</c:v>
                </c:pt>
                <c:pt idx="490">
                  <c:v>10</c:v>
                </c:pt>
                <c:pt idx="491">
                  <c:v>9</c:v>
                </c:pt>
                <c:pt idx="492">
                  <c:v>10</c:v>
                </c:pt>
                <c:pt idx="493">
                  <c:v>10</c:v>
                </c:pt>
                <c:pt idx="494">
                  <c:v>9</c:v>
                </c:pt>
                <c:pt idx="495">
                  <c:v>13</c:v>
                </c:pt>
                <c:pt idx="496">
                  <c:v>14</c:v>
                </c:pt>
                <c:pt idx="497">
                  <c:v>10</c:v>
                </c:pt>
                <c:pt idx="498">
                  <c:v>14</c:v>
                </c:pt>
                <c:pt idx="499">
                  <c:v>16</c:v>
                </c:pt>
                <c:pt idx="500">
                  <c:v>7</c:v>
                </c:pt>
                <c:pt idx="501">
                  <c:v>13</c:v>
                </c:pt>
                <c:pt idx="502">
                  <c:v>9</c:v>
                </c:pt>
                <c:pt idx="503">
                  <c:v>14</c:v>
                </c:pt>
                <c:pt idx="504">
                  <c:v>13</c:v>
                </c:pt>
                <c:pt idx="505">
                  <c:v>11</c:v>
                </c:pt>
                <c:pt idx="506">
                  <c:v>10</c:v>
                </c:pt>
                <c:pt idx="507">
                  <c:v>10</c:v>
                </c:pt>
                <c:pt idx="508">
                  <c:v>9</c:v>
                </c:pt>
                <c:pt idx="509">
                  <c:v>18</c:v>
                </c:pt>
                <c:pt idx="510">
                  <c:v>17</c:v>
                </c:pt>
                <c:pt idx="511">
                  <c:v>10</c:v>
                </c:pt>
                <c:pt idx="512">
                  <c:v>7</c:v>
                </c:pt>
                <c:pt idx="513">
                  <c:v>8</c:v>
                </c:pt>
                <c:pt idx="514">
                  <c:v>7</c:v>
                </c:pt>
                <c:pt idx="515">
                  <c:v>10</c:v>
                </c:pt>
                <c:pt idx="516">
                  <c:v>16</c:v>
                </c:pt>
                <c:pt idx="517">
                  <c:v>15</c:v>
                </c:pt>
                <c:pt idx="518">
                  <c:v>8</c:v>
                </c:pt>
                <c:pt idx="519">
                  <c:v>0</c:v>
                </c:pt>
                <c:pt idx="520">
                  <c:v>8</c:v>
                </c:pt>
                <c:pt idx="521">
                  <c:v>10</c:v>
                </c:pt>
                <c:pt idx="522">
                  <c:v>8</c:v>
                </c:pt>
                <c:pt idx="523">
                  <c:v>6</c:v>
                </c:pt>
                <c:pt idx="524">
                  <c:v>8</c:v>
                </c:pt>
                <c:pt idx="525">
                  <c:v>16</c:v>
                </c:pt>
                <c:pt idx="526">
                  <c:v>14</c:v>
                </c:pt>
                <c:pt idx="527">
                  <c:v>10</c:v>
                </c:pt>
                <c:pt idx="528">
                  <c:v>9</c:v>
                </c:pt>
                <c:pt idx="529">
                  <c:v>11</c:v>
                </c:pt>
                <c:pt idx="530">
                  <c:v>9</c:v>
                </c:pt>
                <c:pt idx="531">
                  <c:v>10</c:v>
                </c:pt>
                <c:pt idx="532">
                  <c:v>8</c:v>
                </c:pt>
                <c:pt idx="533">
                  <c:v>16</c:v>
                </c:pt>
                <c:pt idx="534">
                  <c:v>12</c:v>
                </c:pt>
                <c:pt idx="535">
                  <c:v>10</c:v>
                </c:pt>
                <c:pt idx="536">
                  <c:v>14</c:v>
                </c:pt>
                <c:pt idx="537">
                  <c:v>12</c:v>
                </c:pt>
                <c:pt idx="538">
                  <c:v>11</c:v>
                </c:pt>
                <c:pt idx="539">
                  <c:v>10</c:v>
                </c:pt>
                <c:pt idx="540">
                  <c:v>11</c:v>
                </c:pt>
                <c:pt idx="541">
                  <c:v>11</c:v>
                </c:pt>
                <c:pt idx="542">
                  <c:v>12</c:v>
                </c:pt>
                <c:pt idx="543">
                  <c:v>8</c:v>
                </c:pt>
                <c:pt idx="544">
                  <c:v>12</c:v>
                </c:pt>
                <c:pt idx="545">
                  <c:v>8</c:v>
                </c:pt>
                <c:pt idx="546">
                  <c:v>16</c:v>
                </c:pt>
                <c:pt idx="547">
                  <c:v>11</c:v>
                </c:pt>
                <c:pt idx="548">
                  <c:v>11</c:v>
                </c:pt>
                <c:pt idx="549">
                  <c:v>18</c:v>
                </c:pt>
                <c:pt idx="550">
                  <c:v>13</c:v>
                </c:pt>
                <c:pt idx="551">
                  <c:v>13</c:v>
                </c:pt>
                <c:pt idx="552">
                  <c:v>10</c:v>
                </c:pt>
                <c:pt idx="553">
                  <c:v>12</c:v>
                </c:pt>
                <c:pt idx="554">
                  <c:v>10</c:v>
                </c:pt>
                <c:pt idx="555">
                  <c:v>13</c:v>
                </c:pt>
                <c:pt idx="556">
                  <c:v>11</c:v>
                </c:pt>
                <c:pt idx="557">
                  <c:v>10</c:v>
                </c:pt>
                <c:pt idx="558">
                  <c:v>10</c:v>
                </c:pt>
                <c:pt idx="559">
                  <c:v>13</c:v>
                </c:pt>
                <c:pt idx="560">
                  <c:v>10</c:v>
                </c:pt>
                <c:pt idx="561">
                  <c:v>10</c:v>
                </c:pt>
                <c:pt idx="562">
                  <c:v>12</c:v>
                </c:pt>
                <c:pt idx="563">
                  <c:v>0</c:v>
                </c:pt>
                <c:pt idx="564">
                  <c:v>10</c:v>
                </c:pt>
                <c:pt idx="565">
                  <c:v>9</c:v>
                </c:pt>
                <c:pt idx="566">
                  <c:v>9</c:v>
                </c:pt>
                <c:pt idx="567">
                  <c:v>0</c:v>
                </c:pt>
                <c:pt idx="568">
                  <c:v>9</c:v>
                </c:pt>
                <c:pt idx="569">
                  <c:v>8</c:v>
                </c:pt>
                <c:pt idx="570">
                  <c:v>8</c:v>
                </c:pt>
                <c:pt idx="571">
                  <c:v>9</c:v>
                </c:pt>
                <c:pt idx="572">
                  <c:v>7</c:v>
                </c:pt>
                <c:pt idx="573">
                  <c:v>10</c:v>
                </c:pt>
                <c:pt idx="574">
                  <c:v>10</c:v>
                </c:pt>
                <c:pt idx="575">
                  <c:v>10</c:v>
                </c:pt>
                <c:pt idx="576">
                  <c:v>11</c:v>
                </c:pt>
                <c:pt idx="577">
                  <c:v>11</c:v>
                </c:pt>
                <c:pt idx="578">
                  <c:v>10</c:v>
                </c:pt>
                <c:pt idx="579">
                  <c:v>9</c:v>
                </c:pt>
                <c:pt idx="580">
                  <c:v>10</c:v>
                </c:pt>
                <c:pt idx="581">
                  <c:v>8</c:v>
                </c:pt>
                <c:pt idx="582">
                  <c:v>7</c:v>
                </c:pt>
                <c:pt idx="583">
                  <c:v>0</c:v>
                </c:pt>
                <c:pt idx="584">
                  <c:v>11</c:v>
                </c:pt>
                <c:pt idx="585">
                  <c:v>8</c:v>
                </c:pt>
                <c:pt idx="586">
                  <c:v>0</c:v>
                </c:pt>
                <c:pt idx="587">
                  <c:v>8</c:v>
                </c:pt>
                <c:pt idx="588">
                  <c:v>9</c:v>
                </c:pt>
                <c:pt idx="589">
                  <c:v>10</c:v>
                </c:pt>
                <c:pt idx="590">
                  <c:v>7</c:v>
                </c:pt>
                <c:pt idx="591">
                  <c:v>14</c:v>
                </c:pt>
                <c:pt idx="592">
                  <c:v>13</c:v>
                </c:pt>
                <c:pt idx="593">
                  <c:v>14</c:v>
                </c:pt>
                <c:pt idx="594">
                  <c:v>18</c:v>
                </c:pt>
                <c:pt idx="595">
                  <c:v>17</c:v>
                </c:pt>
                <c:pt idx="596">
                  <c:v>18</c:v>
                </c:pt>
                <c:pt idx="597">
                  <c:v>0</c:v>
                </c:pt>
                <c:pt idx="598">
                  <c:v>11</c:v>
                </c:pt>
                <c:pt idx="599">
                  <c:v>14</c:v>
                </c:pt>
                <c:pt idx="600">
                  <c:v>14</c:v>
                </c:pt>
                <c:pt idx="601">
                  <c:v>10</c:v>
                </c:pt>
                <c:pt idx="602">
                  <c:v>13</c:v>
                </c:pt>
                <c:pt idx="603">
                  <c:v>0</c:v>
                </c:pt>
                <c:pt idx="604">
                  <c:v>10</c:v>
                </c:pt>
                <c:pt idx="605">
                  <c:v>0</c:v>
                </c:pt>
                <c:pt idx="606">
                  <c:v>18</c:v>
                </c:pt>
                <c:pt idx="607">
                  <c:v>12</c:v>
                </c:pt>
                <c:pt idx="608">
                  <c:v>11</c:v>
                </c:pt>
                <c:pt idx="609">
                  <c:v>12</c:v>
                </c:pt>
                <c:pt idx="610">
                  <c:v>0</c:v>
                </c:pt>
                <c:pt idx="611">
                  <c:v>15</c:v>
                </c:pt>
                <c:pt idx="612">
                  <c:v>11</c:v>
                </c:pt>
                <c:pt idx="613">
                  <c:v>10</c:v>
                </c:pt>
                <c:pt idx="614">
                  <c:v>12</c:v>
                </c:pt>
                <c:pt idx="615">
                  <c:v>15</c:v>
                </c:pt>
                <c:pt idx="616">
                  <c:v>14</c:v>
                </c:pt>
                <c:pt idx="617">
                  <c:v>18</c:v>
                </c:pt>
                <c:pt idx="618">
                  <c:v>15</c:v>
                </c:pt>
                <c:pt idx="619">
                  <c:v>13</c:v>
                </c:pt>
                <c:pt idx="620">
                  <c:v>15</c:v>
                </c:pt>
                <c:pt idx="621">
                  <c:v>13</c:v>
                </c:pt>
                <c:pt idx="622">
                  <c:v>9</c:v>
                </c:pt>
                <c:pt idx="623">
                  <c:v>16</c:v>
                </c:pt>
                <c:pt idx="624">
                  <c:v>9</c:v>
                </c:pt>
                <c:pt idx="625">
                  <c:v>10</c:v>
                </c:pt>
                <c:pt idx="626">
                  <c:v>0</c:v>
                </c:pt>
                <c:pt idx="627">
                  <c:v>10</c:v>
                </c:pt>
                <c:pt idx="628">
                  <c:v>12</c:v>
                </c:pt>
                <c:pt idx="629">
                  <c:v>9</c:v>
                </c:pt>
                <c:pt idx="630">
                  <c:v>17</c:v>
                </c:pt>
                <c:pt idx="631">
                  <c:v>12</c:v>
                </c:pt>
                <c:pt idx="632">
                  <c:v>9</c:v>
                </c:pt>
                <c:pt idx="633">
                  <c:v>14</c:v>
                </c:pt>
                <c:pt idx="634">
                  <c:v>16</c:v>
                </c:pt>
                <c:pt idx="635">
                  <c:v>9</c:v>
                </c:pt>
                <c:pt idx="636">
                  <c:v>19</c:v>
                </c:pt>
                <c:pt idx="637">
                  <c:v>0</c:v>
                </c:pt>
                <c:pt idx="638">
                  <c:v>16</c:v>
                </c:pt>
                <c:pt idx="639">
                  <c:v>0</c:v>
                </c:pt>
                <c:pt idx="640">
                  <c:v>0</c:v>
                </c:pt>
                <c:pt idx="641">
                  <c:v>15</c:v>
                </c:pt>
                <c:pt idx="642">
                  <c:v>11</c:v>
                </c:pt>
                <c:pt idx="643">
                  <c:v>10</c:v>
                </c:pt>
                <c:pt idx="644">
                  <c:v>10</c:v>
                </c:pt>
                <c:pt idx="645">
                  <c:v>16</c:v>
                </c:pt>
                <c:pt idx="646">
                  <c:v>9</c:v>
                </c:pt>
                <c:pt idx="647">
                  <c:v>10</c:v>
                </c:pt>
                <c:pt idx="648">
                  <c:v>11</c:v>
                </c:pt>
              </c:numCache>
            </c:numRef>
          </c:yVal>
        </c:ser>
        <c:ser>
          <c:idx val="1"/>
          <c:order val="1"/>
          <c:tx>
            <c:v>Descriptive fitted line</c:v>
          </c:tx>
          <c:spPr>
            <a:noFill xmlns:a="http://schemas.openxmlformats.org/drawingml/2006/main"/>
            <a:ln xmlns:a="http://schemas.openxmlformats.org/drawingml/2006/main" w="19050">
              <a:solidFill>
                <a:srgbClr val="000000"/>
              </a:solidFill>
              <a:prstDash val="solid"/>
            </a:ln>
          </c:spPr>
          <c:marker>
            <c:symbol val="none"/>
          </c:marker>
          <c:xVal>
            <c:numRef>
              <c:f>'Chart Data'!$C$2:$C$101</c:f>
              <c:numCache>
                <c:formatCode>General</c:formatCode>
                <c:ptCount val="100"/>
                <c:pt idx="0">
                  <c:v>0</c:v>
                </c:pt>
                <c:pt idx="1">
                  <c:v>0.191919191919</c:v>
                </c:pt>
                <c:pt idx="2">
                  <c:v>0.383838383838</c:v>
                </c:pt>
                <c:pt idx="3">
                  <c:v>0.575757575758</c:v>
                </c:pt>
                <c:pt idx="4">
                  <c:v>0.767676767677</c:v>
                </c:pt>
                <c:pt idx="5">
                  <c:v>0.959595959596</c:v>
                </c:pt>
                <c:pt idx="6">
                  <c:v>1.15151515152</c:v>
                </c:pt>
                <c:pt idx="7">
                  <c:v>1.34343434343</c:v>
                </c:pt>
                <c:pt idx="8">
                  <c:v>1.53535353535</c:v>
                </c:pt>
                <c:pt idx="9">
                  <c:v>1.72727272727</c:v>
                </c:pt>
                <c:pt idx="10">
                  <c:v>1.91919191919</c:v>
                </c:pt>
                <c:pt idx="11">
                  <c:v>2.11111111111</c:v>
                </c:pt>
                <c:pt idx="12">
                  <c:v>2.30303030303</c:v>
                </c:pt>
                <c:pt idx="13">
                  <c:v>2.49494949495</c:v>
                </c:pt>
                <c:pt idx="14">
                  <c:v>2.68686868687</c:v>
                </c:pt>
                <c:pt idx="15">
                  <c:v>2.87878787879</c:v>
                </c:pt>
                <c:pt idx="16">
                  <c:v>3.07070707071</c:v>
                </c:pt>
                <c:pt idx="17">
                  <c:v>3.26262626263</c:v>
                </c:pt>
                <c:pt idx="18">
                  <c:v>3.45454545455</c:v>
                </c:pt>
                <c:pt idx="19">
                  <c:v>3.64646464646</c:v>
                </c:pt>
                <c:pt idx="20">
                  <c:v>3.83838383838</c:v>
                </c:pt>
                <c:pt idx="21">
                  <c:v>4.0303030303</c:v>
                </c:pt>
                <c:pt idx="22">
                  <c:v>4.22222222222</c:v>
                </c:pt>
                <c:pt idx="23">
                  <c:v>4.41414141414</c:v>
                </c:pt>
                <c:pt idx="24">
                  <c:v>4.60606060606</c:v>
                </c:pt>
                <c:pt idx="25">
                  <c:v>4.79797979798</c:v>
                </c:pt>
                <c:pt idx="26">
                  <c:v>4.9898989899</c:v>
                </c:pt>
                <c:pt idx="27">
                  <c:v>5.18181818182</c:v>
                </c:pt>
                <c:pt idx="28">
                  <c:v>5.37373737374</c:v>
                </c:pt>
                <c:pt idx="29">
                  <c:v>5.56565656566</c:v>
                </c:pt>
                <c:pt idx="30">
                  <c:v>5.75757575758</c:v>
                </c:pt>
                <c:pt idx="31">
                  <c:v>5.94949494949</c:v>
                </c:pt>
                <c:pt idx="32">
                  <c:v>6.14141414141</c:v>
                </c:pt>
                <c:pt idx="33">
                  <c:v>6.33333333333</c:v>
                </c:pt>
                <c:pt idx="34">
                  <c:v>6.52525252525</c:v>
                </c:pt>
                <c:pt idx="35">
                  <c:v>6.71717171717</c:v>
                </c:pt>
                <c:pt idx="36">
                  <c:v>6.90909090909</c:v>
                </c:pt>
                <c:pt idx="37">
                  <c:v>7.10101010101</c:v>
                </c:pt>
                <c:pt idx="38">
                  <c:v>7.29292929293</c:v>
                </c:pt>
                <c:pt idx="39">
                  <c:v>7.48484848485</c:v>
                </c:pt>
                <c:pt idx="40">
                  <c:v>7.67676767677</c:v>
                </c:pt>
                <c:pt idx="41">
                  <c:v>7.86868686869</c:v>
                </c:pt>
                <c:pt idx="42">
                  <c:v>8.06060606061</c:v>
                </c:pt>
                <c:pt idx="43">
                  <c:v>8.25252525253</c:v>
                </c:pt>
                <c:pt idx="44">
                  <c:v>8.44444444444</c:v>
                </c:pt>
                <c:pt idx="45">
                  <c:v>8.63636363636</c:v>
                </c:pt>
                <c:pt idx="46">
                  <c:v>8.82828282828</c:v>
                </c:pt>
                <c:pt idx="47">
                  <c:v>9.0202020202</c:v>
                </c:pt>
                <c:pt idx="48">
                  <c:v>9.21212121212</c:v>
                </c:pt>
                <c:pt idx="49">
                  <c:v>9.40404040404</c:v>
                </c:pt>
                <c:pt idx="50">
                  <c:v>9.59595959596</c:v>
                </c:pt>
                <c:pt idx="51">
                  <c:v>9.78787878788</c:v>
                </c:pt>
                <c:pt idx="52">
                  <c:v>9.9797979798</c:v>
                </c:pt>
                <c:pt idx="53">
                  <c:v>10.1717171717</c:v>
                </c:pt>
                <c:pt idx="54">
                  <c:v>10.3636363636</c:v>
                </c:pt>
                <c:pt idx="55">
                  <c:v>10.5555555556</c:v>
                </c:pt>
                <c:pt idx="56">
                  <c:v>10.7474747475</c:v>
                </c:pt>
                <c:pt idx="57">
                  <c:v>10.9393939394</c:v>
                </c:pt>
                <c:pt idx="58">
                  <c:v>11.1313131313</c:v>
                </c:pt>
                <c:pt idx="59">
                  <c:v>11.3232323232</c:v>
                </c:pt>
                <c:pt idx="60">
                  <c:v>11.5151515152</c:v>
                </c:pt>
                <c:pt idx="61">
                  <c:v>11.7070707071</c:v>
                </c:pt>
                <c:pt idx="62">
                  <c:v>11.898989899</c:v>
                </c:pt>
                <c:pt idx="63">
                  <c:v>12.0909090909</c:v>
                </c:pt>
                <c:pt idx="64">
                  <c:v>12.2828282828</c:v>
                </c:pt>
                <c:pt idx="65">
                  <c:v>12.4747474747</c:v>
                </c:pt>
                <c:pt idx="66">
                  <c:v>12.6666666667</c:v>
                </c:pt>
                <c:pt idx="67">
                  <c:v>12.8585858586</c:v>
                </c:pt>
                <c:pt idx="68">
                  <c:v>13.0505050505</c:v>
                </c:pt>
                <c:pt idx="69">
                  <c:v>13.2424242424</c:v>
                </c:pt>
                <c:pt idx="70">
                  <c:v>13.4343434343</c:v>
                </c:pt>
                <c:pt idx="71">
                  <c:v>13.6262626263</c:v>
                </c:pt>
                <c:pt idx="72">
                  <c:v>13.8181818182</c:v>
                </c:pt>
                <c:pt idx="73">
                  <c:v>14.0101010101</c:v>
                </c:pt>
                <c:pt idx="74">
                  <c:v>14.202020202</c:v>
                </c:pt>
                <c:pt idx="75">
                  <c:v>14.3939393939</c:v>
                </c:pt>
                <c:pt idx="76">
                  <c:v>14.5858585859</c:v>
                </c:pt>
                <c:pt idx="77">
                  <c:v>14.7777777778</c:v>
                </c:pt>
                <c:pt idx="78">
                  <c:v>14.9696969697</c:v>
                </c:pt>
                <c:pt idx="79">
                  <c:v>15.1616161616</c:v>
                </c:pt>
                <c:pt idx="80">
                  <c:v>15.3535353535</c:v>
                </c:pt>
                <c:pt idx="81">
                  <c:v>15.5454545455</c:v>
                </c:pt>
                <c:pt idx="82">
                  <c:v>15.7373737374</c:v>
                </c:pt>
                <c:pt idx="83">
                  <c:v>15.9292929293</c:v>
                </c:pt>
                <c:pt idx="84">
                  <c:v>16.1212121212</c:v>
                </c:pt>
                <c:pt idx="85">
                  <c:v>16.3131313131</c:v>
                </c:pt>
                <c:pt idx="86">
                  <c:v>16.5050505051</c:v>
                </c:pt>
                <c:pt idx="87">
                  <c:v>16.696969697</c:v>
                </c:pt>
                <c:pt idx="88">
                  <c:v>16.8888888889</c:v>
                </c:pt>
                <c:pt idx="89">
                  <c:v>17.0808080808</c:v>
                </c:pt>
                <c:pt idx="90">
                  <c:v>17.2727272727</c:v>
                </c:pt>
                <c:pt idx="91">
                  <c:v>17.4646464646</c:v>
                </c:pt>
                <c:pt idx="92">
                  <c:v>17.6565656566</c:v>
                </c:pt>
                <c:pt idx="93">
                  <c:v>17.8484848485</c:v>
                </c:pt>
                <c:pt idx="94">
                  <c:v>18.0404040404</c:v>
                </c:pt>
                <c:pt idx="95">
                  <c:v>18.2323232323</c:v>
                </c:pt>
                <c:pt idx="96">
                  <c:v>18.4242424242</c:v>
                </c:pt>
                <c:pt idx="97">
                  <c:v>18.6161616162</c:v>
                </c:pt>
                <c:pt idx="98">
                  <c:v>18.8080808081</c:v>
                </c:pt>
                <c:pt idx="99">
                  <c:v>19</c:v>
                </c:pt>
              </c:numCache>
            </c:numRef>
          </c:xVal>
          <c:yVal>
            <c:numRef>
              <c:f>'Chart Data'!$D$2:$D$101</c:f>
              <c:numCache>
                <c:formatCode>General</c:formatCode>
                <c:ptCount val="100"/>
                <c:pt idx="0">
                  <c:v>0.121966126154</c:v>
                </c:pt>
                <c:pt idx="1">
                  <c:v>0.317433969722</c:v>
                </c:pt>
                <c:pt idx="2">
                  <c:v>0.512901813291</c:v>
                </c:pt>
                <c:pt idx="3">
                  <c:v>0.70836965686</c:v>
                </c:pt>
                <c:pt idx="4">
                  <c:v>0.903837500428</c:v>
                </c:pt>
                <c:pt idx="5">
                  <c:v>1.099305344</c:v>
                </c:pt>
                <c:pt idx="6">
                  <c:v>1.29477318757</c:v>
                </c:pt>
                <c:pt idx="7">
                  <c:v>1.49024103113</c:v>
                </c:pt>
                <c:pt idx="8">
                  <c:v>1.6857088747</c:v>
                </c:pt>
                <c:pt idx="9">
                  <c:v>1.88117671827</c:v>
                </c:pt>
                <c:pt idx="10">
                  <c:v>2.07664456184</c:v>
                </c:pt>
                <c:pt idx="11">
                  <c:v>2.27211240541</c:v>
                </c:pt>
                <c:pt idx="12">
                  <c:v>2.46758024898</c:v>
                </c:pt>
                <c:pt idx="13">
                  <c:v>2.66304809255</c:v>
                </c:pt>
                <c:pt idx="14">
                  <c:v>2.85851593612</c:v>
                </c:pt>
                <c:pt idx="15">
                  <c:v>3.05398377968</c:v>
                </c:pt>
                <c:pt idx="16">
                  <c:v>3.24945162325</c:v>
                </c:pt>
                <c:pt idx="17">
                  <c:v>3.44491946682</c:v>
                </c:pt>
                <c:pt idx="18">
                  <c:v>3.64038731039</c:v>
                </c:pt>
                <c:pt idx="19">
                  <c:v>3.83585515396</c:v>
                </c:pt>
                <c:pt idx="20">
                  <c:v>4.03132299753</c:v>
                </c:pt>
                <c:pt idx="21">
                  <c:v>4.2267908411</c:v>
                </c:pt>
                <c:pt idx="22">
                  <c:v>4.42225868467</c:v>
                </c:pt>
                <c:pt idx="23">
                  <c:v>4.61772652823</c:v>
                </c:pt>
                <c:pt idx="24">
                  <c:v>4.8131943718</c:v>
                </c:pt>
                <c:pt idx="25">
                  <c:v>5.00866221537</c:v>
                </c:pt>
                <c:pt idx="26">
                  <c:v>5.20413005894</c:v>
                </c:pt>
                <c:pt idx="27">
                  <c:v>5.39959790251</c:v>
                </c:pt>
                <c:pt idx="28">
                  <c:v>5.59506574608</c:v>
                </c:pt>
                <c:pt idx="29">
                  <c:v>5.79053358965</c:v>
                </c:pt>
                <c:pt idx="30">
                  <c:v>5.98600143322</c:v>
                </c:pt>
                <c:pt idx="31">
                  <c:v>6.18146927678</c:v>
                </c:pt>
                <c:pt idx="32">
                  <c:v>6.37693712035</c:v>
                </c:pt>
                <c:pt idx="33">
                  <c:v>6.57240496392</c:v>
                </c:pt>
                <c:pt idx="34">
                  <c:v>6.76787280749</c:v>
                </c:pt>
                <c:pt idx="35">
                  <c:v>6.96334065106</c:v>
                </c:pt>
                <c:pt idx="36">
                  <c:v>7.15880849463</c:v>
                </c:pt>
                <c:pt idx="37">
                  <c:v>7.3542763382</c:v>
                </c:pt>
                <c:pt idx="38">
                  <c:v>7.54974418177</c:v>
                </c:pt>
                <c:pt idx="39">
                  <c:v>7.74521202533</c:v>
                </c:pt>
                <c:pt idx="40">
                  <c:v>7.9406798689</c:v>
                </c:pt>
                <c:pt idx="41">
                  <c:v>8.13614771247</c:v>
                </c:pt>
                <c:pt idx="42">
                  <c:v>8.33161555604</c:v>
                </c:pt>
                <c:pt idx="43">
                  <c:v>8.52708339961</c:v>
                </c:pt>
                <c:pt idx="44">
                  <c:v>8.72255124318</c:v>
                </c:pt>
                <c:pt idx="45">
                  <c:v>8.91801908675</c:v>
                </c:pt>
                <c:pt idx="46">
                  <c:v>9.11348693032</c:v>
                </c:pt>
                <c:pt idx="47">
                  <c:v>9.30895477388</c:v>
                </c:pt>
                <c:pt idx="48">
                  <c:v>9.50442261745</c:v>
                </c:pt>
                <c:pt idx="49">
                  <c:v>9.69989046102</c:v>
                </c:pt>
                <c:pt idx="50">
                  <c:v>9.89535830459</c:v>
                </c:pt>
                <c:pt idx="51">
                  <c:v>10.0908261482</c:v>
                </c:pt>
                <c:pt idx="52">
                  <c:v>10.2862939917</c:v>
                </c:pt>
                <c:pt idx="53">
                  <c:v>10.4817618353</c:v>
                </c:pt>
                <c:pt idx="54">
                  <c:v>10.6772296789</c:v>
                </c:pt>
                <c:pt idx="55">
                  <c:v>10.8726975224</c:v>
                </c:pt>
                <c:pt idx="56">
                  <c:v>11.068165366</c:v>
                </c:pt>
                <c:pt idx="57">
                  <c:v>11.2636332096</c:v>
                </c:pt>
                <c:pt idx="58">
                  <c:v>11.4591010531</c:v>
                </c:pt>
                <c:pt idx="59">
                  <c:v>11.6545688967</c:v>
                </c:pt>
                <c:pt idx="60">
                  <c:v>11.8500367403</c:v>
                </c:pt>
                <c:pt idx="61">
                  <c:v>12.0455045838</c:v>
                </c:pt>
                <c:pt idx="62">
                  <c:v>12.2409724274</c:v>
                </c:pt>
                <c:pt idx="63">
                  <c:v>12.436440271</c:v>
                </c:pt>
                <c:pt idx="64">
                  <c:v>12.6319081146</c:v>
                </c:pt>
                <c:pt idx="65">
                  <c:v>12.8273759581</c:v>
                </c:pt>
                <c:pt idx="66">
                  <c:v>13.0228438017</c:v>
                </c:pt>
                <c:pt idx="67">
                  <c:v>13.2183116453</c:v>
                </c:pt>
                <c:pt idx="68">
                  <c:v>13.4137794888</c:v>
                </c:pt>
                <c:pt idx="69">
                  <c:v>13.6092473324</c:v>
                </c:pt>
                <c:pt idx="70">
                  <c:v>13.804715176</c:v>
                </c:pt>
                <c:pt idx="71">
                  <c:v>14.0001830195</c:v>
                </c:pt>
                <c:pt idx="72">
                  <c:v>14.1956508631</c:v>
                </c:pt>
                <c:pt idx="73">
                  <c:v>14.3911187067</c:v>
                </c:pt>
                <c:pt idx="74">
                  <c:v>14.5865865502</c:v>
                </c:pt>
                <c:pt idx="75">
                  <c:v>14.7820543938</c:v>
                </c:pt>
                <c:pt idx="76">
                  <c:v>14.9775222374</c:v>
                </c:pt>
                <c:pt idx="77">
                  <c:v>15.1729900809</c:v>
                </c:pt>
                <c:pt idx="78">
                  <c:v>15.3684579245</c:v>
                </c:pt>
                <c:pt idx="79">
                  <c:v>15.5639257681</c:v>
                </c:pt>
                <c:pt idx="80">
                  <c:v>15.7593936117</c:v>
                </c:pt>
                <c:pt idx="81">
                  <c:v>15.9548614552</c:v>
                </c:pt>
                <c:pt idx="82">
                  <c:v>16.1503292988</c:v>
                </c:pt>
                <c:pt idx="83">
                  <c:v>16.3457971424</c:v>
                </c:pt>
                <c:pt idx="84">
                  <c:v>16.5412649859</c:v>
                </c:pt>
                <c:pt idx="85">
                  <c:v>16.7367328295</c:v>
                </c:pt>
                <c:pt idx="86">
                  <c:v>16.9322006731</c:v>
                </c:pt>
                <c:pt idx="87">
                  <c:v>17.1276685166</c:v>
                </c:pt>
                <c:pt idx="88">
                  <c:v>17.3231363602</c:v>
                </c:pt>
                <c:pt idx="89">
                  <c:v>17.5186042038</c:v>
                </c:pt>
                <c:pt idx="90">
                  <c:v>17.7140720473</c:v>
                </c:pt>
                <c:pt idx="91">
                  <c:v>17.9095398909</c:v>
                </c:pt>
                <c:pt idx="92">
                  <c:v>18.1050077345</c:v>
                </c:pt>
                <c:pt idx="93">
                  <c:v>18.300475578</c:v>
                </c:pt>
                <c:pt idx="94">
                  <c:v>18.4959434216</c:v>
                </c:pt>
                <c:pt idx="95">
                  <c:v>18.6914112652</c:v>
                </c:pt>
                <c:pt idx="96">
                  <c:v>18.8868791088</c:v>
                </c:pt>
                <c:pt idx="97">
                  <c:v>19.0823469523</c:v>
                </c:pt>
                <c:pt idx="98">
                  <c:v>19.2778147959</c:v>
                </c:pt>
                <c:pt idx="99">
                  <c:v>19.4732826395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majorUnit val="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Earlier-grade mean</c:v>
          </c:tx>
          <c:spPr>
            <a:solidFill xmlns:a="http://schemas.openxmlformats.org/drawingml/2006/main">
              <a:srgbClr val="DDDDDD"/>
            </a:solidFill>
            <a:ln xmlns:a="http://schemas.openxmlformats.org/drawingml/2006/main" w="9525">
              <a:solidFill>
                <a:srgbClr val="000000"/>
              </a:solidFill>
              <a:prstDash val="solid"/>
            </a:ln>
          </c:spPr>
          <c:invertIfNegative val="0"/>
          <c:cat>
            <c:numRef>
              <c:f>'Chart Data'!$A$2:$A$6</c:f>
              <c:numCache>
                <c:formatCode>General</c:formatCode>
                <c:ptCount val="5"/>
                <c:pt idx="0">
                  <c:v>1</c:v>
                </c:pt>
                <c:pt idx="1">
                  <c:v>2</c:v>
                </c:pt>
                <c:pt idx="2">
                  <c:v>3</c:v>
                </c:pt>
                <c:pt idx="3">
                  <c:v>4</c:v>
                </c:pt>
                <c:pt idx="4">
                  <c:v>5</c:v>
                </c:pt>
              </c:numCache>
            </c:numRef>
          </c:cat>
          <c:val>
            <c:numRef>
              <c:f>'Chart Data'!$B$2:$B$6</c:f>
              <c:numCache>
                <c:formatCode>General</c:formatCode>
                <c:ptCount val="5"/>
                <c:pt idx="0">
                  <c:v>5.5</c:v>
                </c:pt>
                <c:pt idx="1">
                  <c:v>10</c:v>
                </c:pt>
                <c:pt idx="2">
                  <c:v>12.5</c:v>
                </c:pt>
                <c:pt idx="3">
                  <c:v>14</c:v>
                </c:pt>
                <c:pt idx="4">
                  <c:v>12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Source row number (one-based)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of G1 and 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F37510B-ADDF-432E-B891-7747812C77AC}"/>
              </a:ext>
            </a:extLst>
          </p:cNvPr>
          <p:cNvPicPr>
            <a:picLocks xmlns:a="http://schemas.openxmlformats.org/drawingml/2006/main" noChangeAspect="1"/>
          </p:cNvPicPr>
          <p:nvPr/>
        </p:nvPicPr>
        <p:blipFill>
          <a:blip xmlns:r="http://schemas.openxmlformats.org/officeDocument/2006/relationships" xmlns:a="http://schemas.openxmlformats.org/drawingml/2006/main" r:embed="Rc4c5cfaff0b14b0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8036926-86E9-4074-AD43-30492DE3E9D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65E49165-BC1B-4238-A485-184F3F48BC7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5AA81AF0-C6F3-4318-918D-B049399D85D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Student Performance">
            <a:extLst xmlns:a="http://schemas.openxmlformats.org/drawingml/2006/main">
              <a:ext uri="{FF2B5EF4-FFF2-40B4-BE49-F238E27FC236}">
                <a16:creationId xmlns:a16="http://schemas.microsoft.com/office/drawing/2014/main" id="{FC82B812-A4C2-4400-9913-A1DCE44C2056}"/>
              </a:ext>
            </a:extLst>
          </p:cNvPr>
          <p:cNvSpPr>
            <a:spLocks xmlns:a="http://schemas.openxmlformats.org/drawingml/2006/main" noGrp="1"/>
          </p:cNvSpPr>
          <p:nvPr/>
        </p:nvSpPr>
        <p:spPr>
          <a:xfrm xmlns:a="http://schemas.openxmlformats.org/drawingml/2006/main">
            <a:off x="762000" y="1714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Student Performance</a:t>
            </a:r>
          </a:p>
        </p:txBody>
      </p:sp>
      <p:sp>
        <p:nvSpPr>
          <p:cNvPr id="6" name="Preprocessing, Statistics and Visualization">
            <a:extLst xmlns:a="http://schemas.openxmlformats.org/drawingml/2006/main">
              <a:ext uri="{FF2B5EF4-FFF2-40B4-BE49-F238E27FC236}">
                <a16:creationId xmlns:a16="http://schemas.microsoft.com/office/drawing/2014/main" id="{C2A5DA3B-9343-4CD4-AE67-5D46FF8562C3}"/>
              </a:ext>
            </a:extLst>
          </p:cNvPr>
          <p:cNvSpPr>
            <a:spLocks xmlns:a="http://schemas.openxmlformats.org/drawingml/2006/main" noGrp="1"/>
          </p:cNvSpPr>
          <p:nvPr/>
        </p:nvSpPr>
        <p:spPr>
          <a:xfrm xmlns:a="http://schemas.openxmlformats.org/drawingml/2006/main">
            <a:off x="762000" y="2724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rial"/>
                <a:ea typeface="Arial"/>
                <a:cs typeface="Arial"/>
              </a:defRPr>
            </a:defPPr>
          </a:lstStyle>
          <a:p xmlns:a="http://schemas.openxmlformats.org/drawingml/2006/main">
            <a:pPr algn="l">
              <a:defRPr sz="2700" b="0">
                <a:solidFill>
                  <a:srgbClr val="000000"/>
                </a:solidFill>
                <a:latin typeface="Arial"/>
                <a:ea typeface="Arial"/>
                <a:cs typeface="Arial"/>
              </a:defRPr>
            </a:pPr>
            <a:r>
              <a:rPr sz="2700" b="0">
                <a:solidFill>
                  <a:srgbClr val="000000"/>
                </a:solidFill>
                <a:latin typeface="Arial"/>
                <a:ea typeface="Arial"/>
                <a:cs typeface="Arial"/>
              </a:rPr>
              <a:t>Preprocessing, Statistics and Visualization</a:t>
            </a:r>
          </a:p>
        </p:txBody>
      </p:sp>
      <p:sp>
        <p:nvSpPr>
          <p:cNvPr id="7" name="ENDTERM REPORT">
            <a:extLst xmlns:a="http://schemas.openxmlformats.org/drawingml/2006/main">
              <a:ext uri="{FF2B5EF4-FFF2-40B4-BE49-F238E27FC236}">
                <a16:creationId xmlns:a16="http://schemas.microsoft.com/office/drawing/2014/main" id="{D46770E7-0134-4591-888D-4D568E65E80F}"/>
              </a:ext>
            </a:extLst>
          </p:cNvPr>
          <p:cNvSpPr>
            <a:spLocks xmlns:a="http://schemas.openxmlformats.org/drawingml/2006/main" noGrp="1"/>
          </p:cNvSpPr>
          <p:nvPr/>
        </p:nvSpPr>
        <p:spPr>
          <a:xfrm xmlns:a="http://schemas.openxmlformats.org/drawingml/2006/main">
            <a:off x="762000" y="34766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ENDTERM REPORT</a:t>
            </a:r>
          </a:p>
        </p:txBody>
      </p:sp>
      <p:sp>
        <p:nvSpPr>
          <p:cNvPr id="8" name="NGO LAM TIEN  524H0195&#10;NGUYEN CONG THANH  524H0191&#10;NGUY">
            <a:extLst xmlns:a="http://schemas.openxmlformats.org/drawingml/2006/main">
              <a:ext uri="{FF2B5EF4-FFF2-40B4-BE49-F238E27FC236}">
                <a16:creationId xmlns:a16="http://schemas.microsoft.com/office/drawing/2014/main" id="{FFBFDB21-795F-48DA-8AF4-9844595BD469}"/>
              </a:ext>
            </a:extLst>
          </p:cNvPr>
          <p:cNvSpPr>
            <a:spLocks xmlns:a="http://schemas.openxmlformats.org/drawingml/2006/main" noGrp="1"/>
          </p:cNvSpPr>
          <p:nvPr/>
        </p:nvSpPr>
        <p:spPr>
          <a:xfrm xmlns:a="http://schemas.openxmlformats.org/drawingml/2006/main">
            <a:off x="762000" y="4095750"/>
            <a:ext cx="647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9" name="VibeCoding_Expert&#10;Advised by&#10;Ho Thi Linh, Ph.D.">
            <a:extLst xmlns:a="http://schemas.openxmlformats.org/drawingml/2006/main">
              <a:ext uri="{FF2B5EF4-FFF2-40B4-BE49-F238E27FC236}">
                <a16:creationId xmlns:a16="http://schemas.microsoft.com/office/drawing/2014/main" id="{A526B110-EB66-4058-9F23-E771D2A7F418}"/>
              </a:ext>
            </a:extLst>
          </p:cNvPr>
          <p:cNvSpPr>
            <a:spLocks xmlns:a="http://schemas.openxmlformats.org/drawingml/2006/main" noGrp="1"/>
          </p:cNvSpPr>
          <p:nvPr/>
        </p:nvSpPr>
        <p:spPr>
          <a:xfrm xmlns:a="http://schemas.openxmlformats.org/drawingml/2006/main">
            <a:off x="7810500" y="42386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VibeCoding_Expert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Advised by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 Thi Linh, Ph.D.</a:t>
            </a:r>
          </a:p>
        </p:txBody>
      </p:sp>
      <p:sp>
        <p:nvSpPr>
          <p:cNvPr id="10" name="20 October 2026">
            <a:extLst xmlns:a="http://schemas.openxmlformats.org/drawingml/2006/main">
              <a:ext uri="{FF2B5EF4-FFF2-40B4-BE49-F238E27FC236}">
                <a16:creationId xmlns:a16="http://schemas.microsoft.com/office/drawing/2014/main" id="{B6A63108-94B2-4C35-A994-7E399B164172}"/>
              </a:ext>
            </a:extLst>
          </p:cNvPr>
          <p:cNvSpPr>
            <a:spLocks xmlns:a="http://schemas.openxmlformats.org/drawingml/2006/main" noGrp="1"/>
          </p:cNvSpPr>
          <p:nvPr/>
        </p:nvSpPr>
        <p:spPr>
          <a:xfrm xmlns:a="http://schemas.openxmlformats.org/drawingml/2006/main">
            <a:off x="762000" y="6172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Arial"/>
                <a:ea typeface="Arial"/>
                <a:cs typeface="Arial"/>
              </a:defRPr>
            </a:defPPr>
          </a:lstStyle>
          <a:p xmlns:a="http://schemas.openxmlformats.org/drawingml/2006/main">
            <a:pPr algn="l">
              <a:defRPr sz="1700" b="0">
                <a:solidFill>
                  <a:srgbClr val="000000"/>
                </a:solidFill>
                <a:latin typeface="Arial"/>
                <a:ea typeface="Arial"/>
                <a:cs typeface="Arial"/>
              </a:defRPr>
            </a:pPr>
            <a:r>
              <a:rPr sz="1700" b="0">
                <a:solidFill>
                  <a:srgbClr val="000000"/>
                </a:solidFill>
                <a:latin typeface="Arial"/>
                <a:ea typeface="Arial"/>
                <a:cs typeface="Arial"/>
              </a:rPr>
              <a:t>20 October 2026</a:t>
            </a:r>
          </a:p>
        </p:txBody>
      </p:sp>
    </p:spTree>
    <p:extLst>
      <p:ext uri="{BB962C8B-B14F-4D97-AF65-F5344CB8AC3E}">
        <p14:creationId xmlns:p14="http://schemas.microsoft.com/office/powerpoint/2010/main" val="19462741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4E25233-2DFF-4469-B15D-7CD7F0721CDF}"/>
              </a:ext>
            </a:extLst>
          </p:cNvPr>
          <p:cNvPicPr>
            <a:picLocks xmlns:a="http://schemas.openxmlformats.org/drawingml/2006/main" noChangeAspect="1"/>
          </p:cNvPicPr>
          <p:nvPr/>
        </p:nvPicPr>
        <p:blipFill>
          <a:blip xmlns:r="http://schemas.openxmlformats.org/officeDocument/2006/relationships" xmlns:a="http://schemas.openxmlformats.org/drawingml/2006/main" r:embed="R852ec5ebb5a24f6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6B68807-C5C3-4515-878B-C6F197C5AAB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Objectives and analytical questions</a:t>
            </a:r>
          </a:p>
        </p:txBody>
      </p:sp>
      <p:sp>
        <p:nvSpPr>
          <p:cNvPr id="3" name="Thin monochrome rule">
            <a:extLst xmlns:a="http://schemas.openxmlformats.org/drawingml/2006/main">
              <a:ext uri="{FF2B5EF4-FFF2-40B4-BE49-F238E27FC236}">
                <a16:creationId xmlns:a16="http://schemas.microsoft.com/office/drawing/2014/main" id="{EFABFE47-6ECB-4737-9562-07454C1A20E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D3AC6441-0E2D-4950-9EC1-AE4F03CFB5B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01">
            <a:extLst xmlns:a="http://schemas.openxmlformats.org/drawingml/2006/main">
              <a:ext uri="{FF2B5EF4-FFF2-40B4-BE49-F238E27FC236}">
                <a16:creationId xmlns:a16="http://schemas.microsoft.com/office/drawing/2014/main" id="{0BFFBC63-F341-41CF-B523-2DE7F5C5F579}"/>
              </a:ext>
            </a:extLst>
          </p:cNvPr>
          <p:cNvSpPr>
            <a:spLocks xmlns:a="http://schemas.openxmlformats.org/drawingml/2006/main" noGrp="1"/>
          </p:cNvSpPr>
          <p:nvPr/>
        </p:nvSpPr>
        <p:spPr>
          <a:xfrm xmlns:a="http://schemas.openxmlformats.org/drawingml/2006/main">
            <a:off x="762000" y="1666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How are final grades distributed?">
            <a:extLst xmlns:a="http://schemas.openxmlformats.org/drawingml/2006/main">
              <a:ext uri="{FF2B5EF4-FFF2-40B4-BE49-F238E27FC236}">
                <a16:creationId xmlns:a16="http://schemas.microsoft.com/office/drawing/2014/main" id="{8BDF014E-E822-43EF-9EEE-9C7AE165E37D}"/>
              </a:ext>
            </a:extLst>
          </p:cNvPr>
          <p:cNvSpPr>
            <a:spLocks xmlns:a="http://schemas.openxmlformats.org/drawingml/2006/main" noGrp="1"/>
          </p:cNvSpPr>
          <p:nvPr/>
        </p:nvSpPr>
        <p:spPr>
          <a:xfrm xmlns:a="http://schemas.openxmlformats.org/drawingml/2006/main">
            <a:off x="1571625" y="16668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are final grades distributed?</a:t>
            </a:r>
          </a:p>
        </p:txBody>
      </p:sp>
      <p:sp>
        <p:nvSpPr>
          <p:cNvPr id="7" name="02">
            <a:extLst xmlns:a="http://schemas.openxmlformats.org/drawingml/2006/main">
              <a:ext uri="{FF2B5EF4-FFF2-40B4-BE49-F238E27FC236}">
                <a16:creationId xmlns:a16="http://schemas.microsoft.com/office/drawing/2014/main" id="{2A849B49-627D-4380-A0A0-17F3432FB6B2}"/>
              </a:ext>
            </a:extLst>
          </p:cNvPr>
          <p:cNvSpPr>
            <a:spLocks xmlns:a="http://schemas.openxmlformats.org/drawingml/2006/main" noGrp="1"/>
          </p:cNvSpPr>
          <p:nvPr/>
        </p:nvSpPr>
        <p:spPr>
          <a:xfrm xmlns:a="http://schemas.openxmlformats.org/drawingml/2006/main">
            <a:off x="762000" y="2733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What changes when missing values are imputed or removed">
            <a:extLst xmlns:a="http://schemas.openxmlformats.org/drawingml/2006/main">
              <a:ext uri="{FF2B5EF4-FFF2-40B4-BE49-F238E27FC236}">
                <a16:creationId xmlns:a16="http://schemas.microsoft.com/office/drawing/2014/main" id="{50C19E17-1DA7-41FB-9F1A-94E0251F41E9}"/>
              </a:ext>
            </a:extLst>
          </p:cNvPr>
          <p:cNvSpPr>
            <a:spLocks xmlns:a="http://schemas.openxmlformats.org/drawingml/2006/main" noGrp="1"/>
          </p:cNvSpPr>
          <p:nvPr/>
        </p:nvSpPr>
        <p:spPr>
          <a:xfrm xmlns:a="http://schemas.openxmlformats.org/drawingml/2006/main">
            <a:off x="1571625" y="27336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What changes when missing values are imputed or removed?</a:t>
            </a:r>
          </a:p>
        </p:txBody>
      </p:sp>
      <p:sp>
        <p:nvSpPr>
          <p:cNvPr id="9" name="03">
            <a:extLst xmlns:a="http://schemas.openxmlformats.org/drawingml/2006/main">
              <a:ext uri="{FF2B5EF4-FFF2-40B4-BE49-F238E27FC236}">
                <a16:creationId xmlns:a16="http://schemas.microsoft.com/office/drawing/2014/main" id="{7925D464-2856-4F9F-A95B-CDA3D4D45FF5}"/>
              </a:ext>
            </a:extLst>
          </p:cNvPr>
          <p:cNvSpPr>
            <a:spLocks xmlns:a="http://schemas.openxmlformats.org/drawingml/2006/main" noGrp="1"/>
          </p:cNvSpPr>
          <p:nvPr/>
        </p:nvSpPr>
        <p:spPr>
          <a:xfrm xmlns:a="http://schemas.openxmlformats.org/drawingml/2006/main">
            <a:off x="762000" y="3800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Which original factors have the strongest observed asso">
            <a:extLst xmlns:a="http://schemas.openxmlformats.org/drawingml/2006/main">
              <a:ext uri="{FF2B5EF4-FFF2-40B4-BE49-F238E27FC236}">
                <a16:creationId xmlns:a16="http://schemas.microsoft.com/office/drawing/2014/main" id="{63F96B7C-66B6-4B35-B052-D8312E3A734E}"/>
              </a:ext>
            </a:extLst>
          </p:cNvPr>
          <p:cNvSpPr>
            <a:spLocks xmlns:a="http://schemas.openxmlformats.org/drawingml/2006/main" noGrp="1"/>
          </p:cNvSpPr>
          <p:nvPr/>
        </p:nvSpPr>
        <p:spPr>
          <a:xfrm xmlns:a="http://schemas.openxmlformats.org/drawingml/2006/main">
            <a:off x="1571625" y="38004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Which original factors have the strongest observed association with G3?</a:t>
            </a:r>
          </a:p>
        </p:txBody>
      </p:sp>
      <p:sp>
        <p:nvSpPr>
          <p:cNvPr id="11" name="04">
            <a:extLst xmlns:a="http://schemas.openxmlformats.org/drawingml/2006/main">
              <a:ext uri="{FF2B5EF4-FFF2-40B4-BE49-F238E27FC236}">
                <a16:creationId xmlns:a16="http://schemas.microsoft.com/office/drawing/2014/main" id="{1D5E8638-F219-4DBD-B3F6-6F177C8CF786}"/>
              </a:ext>
            </a:extLst>
          </p:cNvPr>
          <p:cNvSpPr>
            <a:spLocks xmlns:a="http://schemas.openxmlformats.org/drawingml/2006/main" noGrp="1"/>
          </p:cNvSpPr>
          <p:nvPr/>
        </p:nvSpPr>
        <p:spPr>
          <a:xfrm xmlns:a="http://schemas.openxmlformats.org/drawingml/2006/main">
            <a:off x="762000" y="4867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How do group comparisons and visualizations qualify the">
            <a:extLst xmlns:a="http://schemas.openxmlformats.org/drawingml/2006/main">
              <a:ext uri="{FF2B5EF4-FFF2-40B4-BE49-F238E27FC236}">
                <a16:creationId xmlns:a16="http://schemas.microsoft.com/office/drawing/2014/main" id="{190FDF87-129D-4B1C-BF58-EDE276DD70DC}"/>
              </a:ext>
            </a:extLst>
          </p:cNvPr>
          <p:cNvSpPr>
            <a:spLocks xmlns:a="http://schemas.openxmlformats.org/drawingml/2006/main" noGrp="1"/>
          </p:cNvSpPr>
          <p:nvPr/>
        </p:nvSpPr>
        <p:spPr>
          <a:xfrm xmlns:a="http://schemas.openxmlformats.org/drawingml/2006/main">
            <a:off x="1571625" y="48672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do group comparisons and visualizations qualify the findings?</a:t>
            </a:r>
          </a:p>
        </p:txBody>
      </p:sp>
    </p:spTree>
    <p:extLst>
      <p:ext uri="{BB962C8B-B14F-4D97-AF65-F5344CB8AC3E}">
        <p14:creationId xmlns:p14="http://schemas.microsoft.com/office/powerpoint/2010/main" val="8030615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70D4FCF-081B-4121-B70A-D39253FEAE9E}"/>
              </a:ext>
            </a:extLst>
          </p:cNvPr>
          <p:cNvPicPr>
            <a:picLocks xmlns:a="http://schemas.openxmlformats.org/drawingml/2006/main" noChangeAspect="1"/>
          </p:cNvPicPr>
          <p:nvPr/>
        </p:nvPicPr>
        <p:blipFill>
          <a:blip xmlns:r="http://schemas.openxmlformats.org/officeDocument/2006/relationships" xmlns:a="http://schemas.openxmlformats.org/drawingml/2006/main" r:embed="R6cc1208556e1408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95373D8-B33F-4D0E-96F2-DD23A321683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provenance</a:t>
            </a:r>
          </a:p>
        </p:txBody>
      </p:sp>
      <p:sp>
        <p:nvSpPr>
          <p:cNvPr id="3" name="Thin monochrome rule">
            <a:extLst xmlns:a="http://schemas.openxmlformats.org/drawingml/2006/main">
              <a:ext uri="{FF2B5EF4-FFF2-40B4-BE49-F238E27FC236}">
                <a16:creationId xmlns:a16="http://schemas.microsoft.com/office/drawing/2014/main" id="{67E78C58-9323-4863-BD3B-DD6AC63AA17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CBE4FAA3-345E-4CA0-87DB-4DD1774BC20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02FC6240-AC9F-4748-B314-EC89ADF180E3}"/>
              </a:ext>
            </a:extLst>
          </p:cNvPr>
          <p:cNvGraphicFramePr/>
          <p:nvPr/>
        </p:nvGraphicFramePr>
        <p:xfrm>
          <a:off xmlns:a="http://schemas.openxmlformats.org/drawingml/2006/main" x="762000" y="1666875"/>
          <a:ext xmlns:a="http://schemas.openxmlformats.org/drawingml/2006/main" cx="10668000" cy="3714750"/>
        </p:xfrm>
        <a:graphic xmlns:a="http://schemas.openxmlformats.org/drawingml/2006/main">
          <a:graphicData uri="http://schemas.openxmlformats.org/drawingml/2006/table">
            <a:tbl>
              <a:tblPr firstRow="0" bandRow="0"/>
              <a:tblGrid>
                <a:gridCol w="3048000"/>
                <a:gridCol w="7620000"/>
              </a:tblGrid>
              <a:tr h="530679">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Selected data</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30679">
                <a:tc>
                  <a:txBody>
                    <a:bodyPr wrap="square" lIns="85725" tIns="85725" rIns="85725" bIns="85725">
                      <a:noAutofit/>
                    </a:bodyPr>
                    <a:lstStyle/>
                    <a:p>
                      <a:pPr algn="l"/>
                      <a:r>
                        <a:rPr sz="2100" b="0">
                          <a:solidFill>
                            <a:srgbClr val="000000"/>
                          </a:solidFill>
                          <a:latin typeface="Arial"/>
                          <a:ea typeface="Arial"/>
                          <a:cs typeface="Arial"/>
                        </a:rPr>
                        <a:t>Subject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Portuguese language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Records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 / 33</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Schools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GP: 423 · MS: 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Original missing cells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Outcome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G3, final grade on a 0–20 scale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wo Portuguese schools; findings do not directly repres">
            <a:extLst xmlns:a="http://schemas.openxmlformats.org/drawingml/2006/main">
              <a:ext uri="{FF2B5EF4-FFF2-40B4-BE49-F238E27FC236}">
                <a16:creationId xmlns:a16="http://schemas.microsoft.com/office/drawing/2014/main" id="{284BA3C2-8ACC-461C-8FD0-07F8928FD41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Two Portuguese schools; findings do not directly represent TDTU students.</a:t>
            </a:r>
          </a:p>
        </p:txBody>
      </p:sp>
    </p:spTree>
    <p:extLst>
      <p:ext uri="{BB962C8B-B14F-4D97-AF65-F5344CB8AC3E}">
        <p14:creationId xmlns:p14="http://schemas.microsoft.com/office/powerpoint/2010/main" val="8323394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1884EB1-88F6-41DA-8D51-13F27FCCEEFC}"/>
              </a:ext>
            </a:extLst>
          </p:cNvPr>
          <p:cNvPicPr>
            <a:picLocks xmlns:a="http://schemas.openxmlformats.org/drawingml/2006/main" noChangeAspect="1"/>
          </p:cNvPicPr>
          <p:nvPr/>
        </p:nvPicPr>
        <p:blipFill>
          <a:blip xmlns:r="http://schemas.openxmlformats.org/officeDocument/2006/relationships" xmlns:a="http://schemas.openxmlformats.org/drawingml/2006/main" r:embed="R318201da234a456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353C4D9-5890-467B-A575-561FA58A3B8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Inspect before transforming</a:t>
            </a:r>
          </a:p>
        </p:txBody>
      </p:sp>
      <p:sp>
        <p:nvSpPr>
          <p:cNvPr id="3" name="Thin monochrome rule">
            <a:extLst xmlns:a="http://schemas.openxmlformats.org/drawingml/2006/main">
              <a:ext uri="{FF2B5EF4-FFF2-40B4-BE49-F238E27FC236}">
                <a16:creationId xmlns:a16="http://schemas.microsoft.com/office/drawing/2014/main" id="{11BC23C1-4D9D-4412-B15E-B4F500D2364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0827118C-C209-4FAB-AD87-51F20438F70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raw = pd.read_csv(path, sep=';')&#10;raw.head(5)&#10;raw.tail(5">
            <a:extLst xmlns:a="http://schemas.openxmlformats.org/drawingml/2006/main">
              <a:ext uri="{FF2B5EF4-FFF2-40B4-BE49-F238E27FC236}">
                <a16:creationId xmlns:a16="http://schemas.microsoft.com/office/drawing/2014/main" id="{7A58DE00-E740-4361-AB1E-806CB9E3AE4F}"/>
              </a:ext>
            </a:extLst>
          </p:cNvPr>
          <p:cNvSpPr>
            <a:spLocks xmlns:a="http://schemas.openxmlformats.org/drawingml/2006/main" noGrp="1"/>
          </p:cNvSpPr>
          <p:nvPr/>
        </p:nvSpPr>
        <p:spPr>
          <a:xfrm xmlns:a="http://schemas.openxmlformats.org/drawingml/2006/main">
            <a:off x="762000" y="1809750"/>
            <a:ext cx="7239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 = pd.read_csv(path, sep=';')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raw.head(5)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raw.tail(5)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raw.shape</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raw.dtypes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raw.info()</a:t>
            </a:r>
          </a:p>
        </p:txBody>
      </p:sp>
      <p:sp>
        <p:nvSpPr>
          <p:cNvPr id="6" name="649 × 33">
            <a:extLst xmlns:a="http://schemas.openxmlformats.org/drawingml/2006/main">
              <a:ext uri="{FF2B5EF4-FFF2-40B4-BE49-F238E27FC236}">
                <a16:creationId xmlns:a16="http://schemas.microsoft.com/office/drawing/2014/main" id="{73C3F2C3-B6BE-48D5-A830-4F03AFBBB7EE}"/>
              </a:ext>
            </a:extLst>
          </p:cNvPr>
          <p:cNvSpPr>
            <a:spLocks xmlns:a="http://schemas.openxmlformats.org/drawingml/2006/main" noGrp="1"/>
          </p:cNvSpPr>
          <p:nvPr/>
        </p:nvSpPr>
        <p:spPr>
          <a:xfrm xmlns:a="http://schemas.openxmlformats.org/drawingml/2006/main">
            <a:off x="8953500" y="20478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00" b="1">
                <a:solidFill>
                  <a:srgbClr val="000000"/>
                </a:solidFill>
                <a:latin typeface="Arial"/>
                <a:ea typeface="Arial"/>
                <a:cs typeface="Arial"/>
              </a:defRPr>
            </a:defPPr>
          </a:lstStyle>
          <a:p xmlns:a="http://schemas.openxmlformats.org/drawingml/2006/main">
            <a:pPr algn="l">
              <a:defRPr sz="3500" b="1">
                <a:solidFill>
                  <a:srgbClr val="000000"/>
                </a:solidFill>
                <a:latin typeface="Arial"/>
                <a:ea typeface="Arial"/>
                <a:cs typeface="Arial"/>
              </a:defRPr>
            </a:pPr>
            <a:r>
              <a:rPr sz="3500" b="1">
                <a:solidFill>
                  <a:srgbClr val="000000"/>
                </a:solidFill>
                <a:latin typeface="Arial"/>
                <a:ea typeface="Arial"/>
                <a:cs typeface="Arial"/>
              </a:rPr>
              <a:t>649 × 33</a:t>
            </a:r>
          </a:p>
        </p:txBody>
      </p:sp>
      <p:sp>
        <p:nvSpPr>
          <p:cNvPr id="7" name="Numeric, ordinal and categorical fields&#10;&#10;Preserve raw d">
            <a:extLst xmlns:a="http://schemas.openxmlformats.org/drawingml/2006/main">
              <a:ext uri="{FF2B5EF4-FFF2-40B4-BE49-F238E27FC236}">
                <a16:creationId xmlns:a16="http://schemas.microsoft.com/office/drawing/2014/main" id="{54D23D20-87CD-4A0A-8E62-FC80DFFC75CF}"/>
              </a:ext>
            </a:extLst>
          </p:cNvPr>
          <p:cNvSpPr>
            <a:spLocks xmlns:a="http://schemas.openxmlformats.org/drawingml/2006/main" noGrp="1"/>
          </p:cNvSpPr>
          <p:nvPr/>
        </p:nvSpPr>
        <p:spPr>
          <a:xfrm xmlns:a="http://schemas.openxmlformats.org/drawingml/2006/main">
            <a:off x="8953500" y="314325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Numeric, ordinal and categorical fields</a:t>
            </a:r>
          </a:p>
          <a:p xmlns:a="http://schemas.openxmlformats.org/drawingml/2006/main">
            <a:r>
              <a:t/>
            </a:r>
          </a:p>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Preserve raw data</a:t>
            </a:r>
          </a:p>
        </p:txBody>
      </p:sp>
      <p:sp>
        <p:nvSpPr>
          <p:cNvPr id="8" name="Recorded zero grades remain observations; they are not ">
            <a:extLst xmlns:a="http://schemas.openxmlformats.org/drawingml/2006/main">
              <a:ext uri="{FF2B5EF4-FFF2-40B4-BE49-F238E27FC236}">
                <a16:creationId xmlns:a16="http://schemas.microsoft.com/office/drawing/2014/main" id="{8438F37E-EF58-4F01-8DC7-08948621EA2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Recorded zero grades remain observations; they are not reclassified as missing.</a:t>
            </a:r>
          </a:p>
        </p:txBody>
      </p:sp>
    </p:spTree>
    <p:extLst>
      <p:ext uri="{BB962C8B-B14F-4D97-AF65-F5344CB8AC3E}">
        <p14:creationId xmlns:p14="http://schemas.microsoft.com/office/powerpoint/2010/main" val="20204080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1F172B4-5F32-4316-8537-84947743A80F}"/>
              </a:ext>
            </a:extLst>
          </p:cNvPr>
          <p:cNvPicPr>
            <a:picLocks xmlns:a="http://schemas.openxmlformats.org/drawingml/2006/main" noChangeAspect="1"/>
          </p:cNvPicPr>
          <p:nvPr/>
        </p:nvPicPr>
        <p:blipFill>
          <a:blip xmlns:r="http://schemas.openxmlformats.org/officeDocument/2006/relationships" xmlns:a="http://schemas.openxmlformats.org/drawingml/2006/main" r:embed="Rc4b7e352d4e942b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A4405C8-081E-4554-AB64-5245817F9C0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 controlled missingness experiment</a:t>
            </a:r>
          </a:p>
        </p:txBody>
      </p:sp>
      <p:sp>
        <p:nvSpPr>
          <p:cNvPr id="3" name="Thin monochrome rule">
            <a:extLst xmlns:a="http://schemas.openxmlformats.org/drawingml/2006/main">
              <a:ext uri="{FF2B5EF4-FFF2-40B4-BE49-F238E27FC236}">
                <a16:creationId xmlns:a16="http://schemas.microsoft.com/office/drawing/2014/main" id="{2C76CDD8-2691-43EF-A807-EA646F86D02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7508512D-EBB2-43D2-82B8-DDC31AAFECB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sp>
        <p:nvSpPr>
          <p:cNvPr id="5" name="649">
            <a:extLst xmlns:a="http://schemas.openxmlformats.org/drawingml/2006/main">
              <a:ext uri="{FF2B5EF4-FFF2-40B4-BE49-F238E27FC236}">
                <a16:creationId xmlns:a16="http://schemas.microsoft.com/office/drawing/2014/main" id="{8D759B4E-8B5D-4E5E-B58D-8006405418E9}"/>
              </a:ext>
            </a:extLst>
          </p:cNvPr>
          <p:cNvSpPr>
            <a:spLocks xmlns:a="http://schemas.openxmlformats.org/drawingml/2006/main" noGrp="1"/>
          </p:cNvSpPr>
          <p:nvPr/>
        </p:nvSpPr>
        <p:spPr>
          <a:xfrm xmlns:a="http://schemas.openxmlformats.org/drawingml/2006/main">
            <a:off x="762000" y="1809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649</a:t>
            </a:r>
          </a:p>
        </p:txBody>
      </p:sp>
      <p:sp>
        <p:nvSpPr>
          <p:cNvPr id="6" name="complete original records">
            <a:extLst xmlns:a="http://schemas.openxmlformats.org/drawingml/2006/main">
              <a:ext uri="{FF2B5EF4-FFF2-40B4-BE49-F238E27FC236}">
                <a16:creationId xmlns:a16="http://schemas.microsoft.com/office/drawing/2014/main" id="{DA01D2B9-A3DB-4B26-98FE-3D962A65372E}"/>
              </a:ext>
            </a:extLst>
          </p:cNvPr>
          <p:cNvSpPr>
            <a:spLocks xmlns:a="http://schemas.openxmlformats.org/drawingml/2006/main" noGrp="1"/>
          </p:cNvSpPr>
          <p:nvPr/>
        </p:nvSpPr>
        <p:spPr>
          <a:xfrm xmlns:a="http://schemas.openxmlformats.org/drawingml/2006/main">
            <a:off x="762000" y="2857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complete original records</a:t>
            </a:r>
          </a:p>
        </p:txBody>
      </p:sp>
      <p:sp>
        <p:nvSpPr>
          <p:cNvPr id="7" name="Thin monochrome rule">
            <a:extLst xmlns:a="http://schemas.openxmlformats.org/drawingml/2006/main">
              <a:ext uri="{FF2B5EF4-FFF2-40B4-BE49-F238E27FC236}">
                <a16:creationId xmlns:a16="http://schemas.microsoft.com/office/drawing/2014/main" id="{47B4C056-BB16-4F7B-9F8E-32DD92FD9687}"/>
              </a:ext>
            </a:extLst>
          </p:cNvPr>
          <p:cNvSpPr>
            <a:spLocks xmlns:a="http://schemas.openxmlformats.org/drawingml/2006/main" noGrp="1"/>
          </p:cNvSpPr>
          <p:nvPr/>
        </p:nvSpPr>
        <p:spPr>
          <a:xfrm xmlns:a="http://schemas.openxmlformats.org/drawingml/2006/main">
            <a:off x="41910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32">
            <a:extLst xmlns:a="http://schemas.openxmlformats.org/drawingml/2006/main">
              <a:ext uri="{FF2B5EF4-FFF2-40B4-BE49-F238E27FC236}">
                <a16:creationId xmlns:a16="http://schemas.microsoft.com/office/drawing/2014/main" id="{E53DE90D-886E-4ED1-8F4F-2272BF67AFCE}"/>
              </a:ext>
            </a:extLst>
          </p:cNvPr>
          <p:cNvSpPr>
            <a:spLocks xmlns:a="http://schemas.openxmlformats.org/drawingml/2006/main" noGrp="1"/>
          </p:cNvSpPr>
          <p:nvPr/>
        </p:nvSpPr>
        <p:spPr>
          <a:xfrm xmlns:a="http://schemas.openxmlformats.org/drawingml/2006/main">
            <a:off x="4667250" y="1809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32</a:t>
            </a:r>
          </a:p>
        </p:txBody>
      </p:sp>
      <p:sp>
        <p:nvSpPr>
          <p:cNvPr id="9" name="masked absences values&#10;4.93% of records&#10;Seed 42">
            <a:extLst xmlns:a="http://schemas.openxmlformats.org/drawingml/2006/main">
              <a:ext uri="{FF2B5EF4-FFF2-40B4-BE49-F238E27FC236}">
                <a16:creationId xmlns:a16="http://schemas.microsoft.com/office/drawing/2014/main" id="{51910BB2-6A63-41BB-A67C-53A98BBC5D2D}"/>
              </a:ext>
            </a:extLst>
          </p:cNvPr>
          <p:cNvSpPr>
            <a:spLocks xmlns:a="http://schemas.openxmlformats.org/drawingml/2006/main" noGrp="1"/>
          </p:cNvSpPr>
          <p:nvPr/>
        </p:nvSpPr>
        <p:spPr>
          <a:xfrm xmlns:a="http://schemas.openxmlformats.org/drawingml/2006/main">
            <a:off x="4667250" y="285750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masked absences values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4.93% of records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Seed 42</a:t>
            </a:r>
          </a:p>
        </p:txBody>
      </p:sp>
      <p:sp>
        <p:nvSpPr>
          <p:cNvPr id="10" name="Thin monochrome rule">
            <a:extLst xmlns:a="http://schemas.openxmlformats.org/drawingml/2006/main">
              <a:ext uri="{FF2B5EF4-FFF2-40B4-BE49-F238E27FC236}">
                <a16:creationId xmlns:a16="http://schemas.microsoft.com/office/drawing/2014/main" id="{19E0EAAB-957C-4E7E-B2AC-7B65EF7C1EB6}"/>
              </a:ext>
            </a:extLst>
          </p:cNvPr>
          <p:cNvSpPr>
            <a:spLocks xmlns:a="http://schemas.openxmlformats.org/drawingml/2006/main" noGrp="1"/>
          </p:cNvSpPr>
          <p:nvPr/>
        </p:nvSpPr>
        <p:spPr>
          <a:xfrm xmlns:a="http://schemas.openxmlformats.org/drawingml/2006/main">
            <a:off x="81915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1" name="Two treatments">
            <a:extLst xmlns:a="http://schemas.openxmlformats.org/drawingml/2006/main">
              <a:ext uri="{FF2B5EF4-FFF2-40B4-BE49-F238E27FC236}">
                <a16:creationId xmlns:a16="http://schemas.microsoft.com/office/drawing/2014/main" id="{A826BAA2-709D-410E-A26A-7D1786444A3C}"/>
              </a:ext>
            </a:extLst>
          </p:cNvPr>
          <p:cNvSpPr>
            <a:spLocks xmlns:a="http://schemas.openxmlformats.org/drawingml/2006/main" noGrp="1"/>
          </p:cNvSpPr>
          <p:nvPr/>
        </p:nvSpPr>
        <p:spPr>
          <a:xfrm xmlns:a="http://schemas.openxmlformats.org/drawingml/2006/main">
            <a:off x="8667750" y="1857375"/>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Two treatments</a:t>
            </a:r>
          </a:p>
        </p:txBody>
      </p:sp>
      <p:sp>
        <p:nvSpPr>
          <p:cNvPr id="12" name="Mean imputation&#10;&#10;Drop missing rows">
            <a:extLst xmlns:a="http://schemas.openxmlformats.org/drawingml/2006/main">
              <a:ext uri="{FF2B5EF4-FFF2-40B4-BE49-F238E27FC236}">
                <a16:creationId xmlns:a16="http://schemas.microsoft.com/office/drawing/2014/main" id="{42359ABD-103E-4B24-9E38-C6C68CD303A1}"/>
              </a:ext>
            </a:extLst>
          </p:cNvPr>
          <p:cNvSpPr>
            <a:spLocks xmlns:a="http://schemas.openxmlformats.org/drawingml/2006/main" noGrp="1"/>
          </p:cNvSpPr>
          <p:nvPr/>
        </p:nvSpPr>
        <p:spPr>
          <a:xfrm xmlns:a="http://schemas.openxmlformats.org/drawingml/2006/main">
            <a:off x="8667750" y="3000375"/>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Mean imputation</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Drop missing rows</a:t>
            </a:r>
          </a:p>
        </p:txBody>
      </p:sp>
      <p:sp>
        <p:nvSpPr>
          <p:cNvPr id="13" name="The missingness exercise is separate from the primary a">
            <a:extLst xmlns:a="http://schemas.openxmlformats.org/drawingml/2006/main">
              <a:ext uri="{FF2B5EF4-FFF2-40B4-BE49-F238E27FC236}">
                <a16:creationId xmlns:a16="http://schemas.microsoft.com/office/drawing/2014/main" id="{E3A9D74A-5A1F-41DD-B175-32BD7A6EA45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missingness exercise is separate from the primary analysis of original measurements.</a:t>
            </a:r>
          </a:p>
        </p:txBody>
      </p:sp>
    </p:spTree>
    <p:extLst>
      <p:ext uri="{BB962C8B-B14F-4D97-AF65-F5344CB8AC3E}">
        <p14:creationId xmlns:p14="http://schemas.microsoft.com/office/powerpoint/2010/main" val="19983038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E337FE2-9F7E-455E-B4EF-173DFCE6A5EC}"/>
              </a:ext>
            </a:extLst>
          </p:cNvPr>
          <p:cNvPicPr>
            <a:picLocks xmlns:a="http://schemas.openxmlformats.org/drawingml/2006/main" noChangeAspect="1"/>
          </p:cNvPicPr>
          <p:nvPr/>
        </p:nvPicPr>
        <p:blipFill>
          <a:blip xmlns:r="http://schemas.openxmlformats.org/officeDocument/2006/relationships" xmlns:a="http://schemas.openxmlformats.org/drawingml/2006/main" r:embed="Rdb653b5aa00a4f3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AB7B41E-E65F-4415-B66A-B6971422FA0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Imputation and deletion change the data</a:t>
            </a:r>
          </a:p>
        </p:txBody>
      </p:sp>
      <p:sp>
        <p:nvSpPr>
          <p:cNvPr id="3" name="Thin monochrome rule">
            <a:extLst xmlns:a="http://schemas.openxmlformats.org/drawingml/2006/main">
              <a:ext uri="{FF2B5EF4-FFF2-40B4-BE49-F238E27FC236}">
                <a16:creationId xmlns:a16="http://schemas.microsoft.com/office/drawing/2014/main" id="{AA8BC548-6E4E-4568-9147-C541B126435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75E31373-5D4D-442B-8565-0EB6D96D2E8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329FFC90-CA5C-4889-BBEC-D0E9E9A945F3}"/>
              </a:ext>
            </a:extLst>
          </p:cNvPr>
          <p:cNvGraphicFramePr/>
          <p:nvPr/>
        </p:nvGraphicFramePr>
        <p:xfrm>
          <a:off xmlns:a="http://schemas.openxmlformats.org/drawingml/2006/main" x="666750" y="1809750"/>
          <a:ext xmlns:a="http://schemas.openxmlformats.org/drawingml/2006/main" cx="10858500" cy="2952750"/>
        </p:xfrm>
        <a:graphic xmlns:a="http://schemas.openxmlformats.org/drawingml/2006/main">
          <a:graphicData uri="http://schemas.openxmlformats.org/drawingml/2006/table">
            <a:tbl>
              <a:tblPr firstRow="0" bandRow="0"/>
              <a:tblGrid>
                <a:gridCol w="3619500"/>
                <a:gridCol w="1316182"/>
                <a:gridCol w="1480705"/>
                <a:gridCol w="2303318"/>
                <a:gridCol w="2138795"/>
              </a:tblGrid>
              <a:tr h="590550">
                <a:tc>
                  <a:txBody>
                    <a:bodyPr wrap="square" lIns="85725" tIns="85725" rIns="85725" bIns="85725">
                      <a:noAutofit/>
                    </a:bodyPr>
                    <a:lstStyle/>
                    <a:p>
                      <a:pPr algn="l"/>
                      <a:r>
                        <a:rPr sz="20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Rows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Missing</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Mean absences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Sample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0550">
                <a:tc>
                  <a:txBody>
                    <a:bodyPr wrap="square" lIns="85725" tIns="85725" rIns="85725" bIns="85725">
                      <a:noAutofit/>
                    </a:bodyPr>
                    <a:lstStyle/>
                    <a:p>
                      <a:pPr algn="l"/>
                      <a:r>
                        <a:rPr sz="20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3.6595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Simulated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Imputation preserves rows and concentrates replacement ">
            <a:extLst xmlns:a="http://schemas.openxmlformats.org/drawingml/2006/main">
              <a:ext uri="{FF2B5EF4-FFF2-40B4-BE49-F238E27FC236}">
                <a16:creationId xmlns:a16="http://schemas.microsoft.com/office/drawing/2014/main" id="{AF4F1BDE-E9F3-455A-9A81-0E474CE1D10B}"/>
              </a:ext>
            </a:extLst>
          </p:cNvPr>
          <p:cNvSpPr>
            <a:spLocks xmlns:a="http://schemas.openxmlformats.org/drawingml/2006/main" noGrp="1"/>
          </p:cNvSpPr>
          <p:nvPr/>
        </p:nvSpPr>
        <p:spPr>
          <a:xfrm xmlns:a="http://schemas.openxmlformats.org/drawingml/2006/main">
            <a:off x="7620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Imputation preserves rows and concentrates replacement values at the mean.</a:t>
            </a:r>
          </a:p>
        </p:txBody>
      </p:sp>
      <p:sp>
        <p:nvSpPr>
          <p:cNvPr id="7" name="A single seeded simulation does not establish a univers">
            <a:extLst xmlns:a="http://schemas.openxmlformats.org/drawingml/2006/main">
              <a:ext uri="{FF2B5EF4-FFF2-40B4-BE49-F238E27FC236}">
                <a16:creationId xmlns:a16="http://schemas.microsoft.com/office/drawing/2014/main" id="{89562FE5-5EA3-4549-9EB4-E43F10CB103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single seeded simulation does not establish a universally best treatment.</a:t>
            </a:r>
          </a:p>
        </p:txBody>
      </p:sp>
    </p:spTree>
    <p:extLst>
      <p:ext uri="{BB962C8B-B14F-4D97-AF65-F5344CB8AC3E}">
        <p14:creationId xmlns:p14="http://schemas.microsoft.com/office/powerpoint/2010/main" val="4328146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E2D54FE-AA64-479C-B259-81EDCE266EFA}"/>
              </a:ext>
            </a:extLst>
          </p:cNvPr>
          <p:cNvPicPr>
            <a:picLocks xmlns:a="http://schemas.openxmlformats.org/drawingml/2006/main" noChangeAspect="1"/>
          </p:cNvPicPr>
          <p:nvPr/>
        </p:nvPicPr>
        <p:blipFill>
          <a:blip xmlns:r="http://schemas.openxmlformats.org/officeDocument/2006/relationships" xmlns:a="http://schemas.openxmlformats.org/drawingml/2006/main" r:embed="R8a76b3ae13dc46c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9F513CF-6B97-4C1C-BB74-8AB5664D15E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Python structures and regex</a:t>
            </a:r>
          </a:p>
        </p:txBody>
      </p:sp>
      <p:sp>
        <p:nvSpPr>
          <p:cNvPr id="3" name="Thin monochrome rule">
            <a:extLst xmlns:a="http://schemas.openxmlformats.org/drawingml/2006/main">
              <a:ext uri="{FF2B5EF4-FFF2-40B4-BE49-F238E27FC236}">
                <a16:creationId xmlns:a16="http://schemas.microsoft.com/office/drawing/2014/main" id="{A4AD8831-3CE9-4B97-829D-833404C9900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CEC104EE-2992-40F3-9276-5B589DDC344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sp>
        <p:nvSpPr>
          <p:cNvPr id="5" name="grades = raw['G3'].tolist()&#10;selected = [g for g in grad">
            <a:extLst xmlns:a="http://schemas.openxmlformats.org/drawingml/2006/main">
              <a:ext uri="{FF2B5EF4-FFF2-40B4-BE49-F238E27FC236}">
                <a16:creationId xmlns:a16="http://schemas.microsoft.com/office/drawing/2014/main" id="{38B35A08-D310-4A45-8A99-A636EFE7B132}"/>
              </a:ext>
            </a:extLst>
          </p:cNvPr>
          <p:cNvSpPr>
            <a:spLocks xmlns:a="http://schemas.openxmlformats.org/drawingml/2006/main" noGrp="1"/>
          </p:cNvSpPr>
          <p:nvPr/>
        </p:nvSpPr>
        <p:spPr>
          <a:xfrm xmlns:a="http://schemas.openxmlformats.org/drawingml/2006/main">
            <a:off x="762000" y="1809750"/>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grades = raw['G3'].tolist()</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selected = [g for g in grades if g &gt;= 10]</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grade_cols = [c for c in raw.columns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if re.fullmatch(r'G[123]', c)]</a:t>
            </a:r>
          </a:p>
        </p:txBody>
      </p:sp>
      <p:sp>
        <p:nvSpPr>
          <p:cNvPr id="6" name="Filtered list: 549 grades">
            <a:extLst xmlns:a="http://schemas.openxmlformats.org/drawingml/2006/main">
              <a:ext uri="{FF2B5EF4-FFF2-40B4-BE49-F238E27FC236}">
                <a16:creationId xmlns:a16="http://schemas.microsoft.com/office/drawing/2014/main" id="{927944B6-9264-4963-948F-17B2E977DCFF}"/>
              </a:ext>
            </a:extLst>
          </p:cNvPr>
          <p:cNvSpPr>
            <a:spLocks xmlns:a="http://schemas.openxmlformats.org/drawingml/2006/main" noGrp="1"/>
          </p:cNvSpPr>
          <p:nvPr/>
        </p:nvSpPr>
        <p:spPr>
          <a:xfrm xmlns:a="http://schemas.openxmlformats.org/drawingml/2006/main">
            <a:off x="762000" y="4667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Filtered list: 549 grades</a:t>
            </a:r>
          </a:p>
        </p:txBody>
      </p:sp>
      <p:sp>
        <p:nvSpPr>
          <p:cNvPr id="7" name="Full matching validates actual schema names without inv">
            <a:extLst xmlns:a="http://schemas.openxmlformats.org/drawingml/2006/main">
              <a:ext uri="{FF2B5EF4-FFF2-40B4-BE49-F238E27FC236}">
                <a16:creationId xmlns:a16="http://schemas.microsoft.com/office/drawing/2014/main" id="{87A81A5C-89BD-48FA-B5E7-9AAF43FA01B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Full matching validates actual schema names without inventing personal identifiers.</a:t>
            </a:r>
          </a:p>
        </p:txBody>
      </p:sp>
    </p:spTree>
    <p:extLst>
      <p:ext uri="{BB962C8B-B14F-4D97-AF65-F5344CB8AC3E}">
        <p14:creationId xmlns:p14="http://schemas.microsoft.com/office/powerpoint/2010/main" val="8034272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B6E16CB-1D29-4E99-892F-A03F2AECB51F}"/>
              </a:ext>
            </a:extLst>
          </p:cNvPr>
          <p:cNvPicPr>
            <a:picLocks xmlns:a="http://schemas.openxmlformats.org/drawingml/2006/main" noChangeAspect="1"/>
          </p:cNvPicPr>
          <p:nvPr/>
        </p:nvPicPr>
        <p:blipFill>
          <a:blip xmlns:r="http://schemas.openxmlformats.org/officeDocument/2006/relationships" xmlns:a="http://schemas.openxmlformats.org/drawingml/2006/main" r:embed="R2c16d0ae03e5479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605226D-06C1-4500-9E27-3C7E2226FA9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Indexing and a two-condition filter</a:t>
            </a:r>
          </a:p>
        </p:txBody>
      </p:sp>
      <p:sp>
        <p:nvSpPr>
          <p:cNvPr id="3" name="Thin monochrome rule">
            <a:extLst xmlns:a="http://schemas.openxmlformats.org/drawingml/2006/main">
              <a:ext uri="{FF2B5EF4-FFF2-40B4-BE49-F238E27FC236}">
                <a16:creationId xmlns:a16="http://schemas.microsoft.com/office/drawing/2014/main" id="{D772A768-C20E-44C9-A0E9-13723A7EDB9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0F2026E6-D1EF-408E-AA5F-DC7B9E65D7E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sp>
        <p:nvSpPr>
          <p:cNvPr id="5" name="df.loc[:9]&#10;df.iloc[:, selected_positions]&#10;&#10;df.loc[(df.s">
            <a:extLst xmlns:a="http://schemas.openxmlformats.org/drawingml/2006/main">
              <a:ext uri="{FF2B5EF4-FFF2-40B4-BE49-F238E27FC236}">
                <a16:creationId xmlns:a16="http://schemas.microsoft.com/office/drawing/2014/main" id="{72C763AA-8DAA-4DF6-9A1D-8AF63A88DF74}"/>
              </a:ext>
            </a:extLst>
          </p:cNvPr>
          <p:cNvSpPr>
            <a:spLocks xmlns:a="http://schemas.openxmlformats.org/drawingml/2006/main" noGrp="1"/>
          </p:cNvSpPr>
          <p:nvPr/>
        </p:nvSpPr>
        <p:spPr>
          <a:xfrm xmlns:a="http://schemas.openxmlformats.org/drawingml/2006/main">
            <a:off x="762000" y="1809750"/>
            <a:ext cx="7572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df.loc[:9]</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df.iloc[:, selected_positions]</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df.loc[(df.studytime &gt;= 2) &amp;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(df.absences &lt;= 5)]</a:t>
            </a:r>
          </a:p>
        </p:txBody>
      </p:sp>
      <p:sp>
        <p:nvSpPr>
          <p:cNvPr id="6" name="334">
            <a:extLst xmlns:a="http://schemas.openxmlformats.org/drawingml/2006/main">
              <a:ext uri="{FF2B5EF4-FFF2-40B4-BE49-F238E27FC236}">
                <a16:creationId xmlns:a16="http://schemas.microsoft.com/office/drawing/2014/main" id="{3BA6AA5C-7C1C-4CD9-95D9-D7642E0CF9FC}"/>
              </a:ext>
            </a:extLst>
          </p:cNvPr>
          <p:cNvSpPr>
            <a:spLocks xmlns:a="http://schemas.openxmlformats.org/drawingml/2006/main" noGrp="1"/>
          </p:cNvSpPr>
          <p:nvPr/>
        </p:nvSpPr>
        <p:spPr>
          <a:xfrm xmlns:a="http://schemas.openxmlformats.org/drawingml/2006/main">
            <a:off x="8953500" y="20478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334</a:t>
            </a:r>
          </a:p>
        </p:txBody>
      </p:sp>
      <p:sp>
        <p:nvSpPr>
          <p:cNvPr id="7" name="51.46% of records&#10;&#10;Both conditions hold">
            <a:extLst xmlns:a="http://schemas.openxmlformats.org/drawingml/2006/main">
              <a:ext uri="{FF2B5EF4-FFF2-40B4-BE49-F238E27FC236}">
                <a16:creationId xmlns:a16="http://schemas.microsoft.com/office/drawing/2014/main" id="{E05D6B71-5427-45F3-BF98-CC267C0F2E3C}"/>
              </a:ext>
            </a:extLst>
          </p:cNvPr>
          <p:cNvSpPr>
            <a:spLocks xmlns:a="http://schemas.openxmlformats.org/drawingml/2006/main" noGrp="1"/>
          </p:cNvSpPr>
          <p:nvPr/>
        </p:nvSpPr>
        <p:spPr>
          <a:xfrm xmlns:a="http://schemas.openxmlformats.org/drawingml/2006/main">
            <a:off x="8953500" y="3143250"/>
            <a:ext cx="266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51.46% of records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Both conditions hold</a:t>
            </a:r>
          </a:p>
        </p:txBody>
      </p:sp>
      <p:sp>
        <p:nvSpPr>
          <p:cNvPr id="8" name="The study-time variable is an ordered interval code, no">
            <a:extLst xmlns:a="http://schemas.openxmlformats.org/drawingml/2006/main">
              <a:ext uri="{FF2B5EF4-FFF2-40B4-BE49-F238E27FC236}">
                <a16:creationId xmlns:a16="http://schemas.microsoft.com/office/drawing/2014/main" id="{1E69DCB0-AA9D-460F-BF04-AF100DBC065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study-time variable is an ordered interval code, not a continuous hour count.</a:t>
            </a:r>
          </a:p>
        </p:txBody>
      </p:sp>
    </p:spTree>
    <p:extLst>
      <p:ext uri="{BB962C8B-B14F-4D97-AF65-F5344CB8AC3E}">
        <p14:creationId xmlns:p14="http://schemas.microsoft.com/office/powerpoint/2010/main" val="21232551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F5E2C18-4952-46CE-B41C-9C371F06876E}"/>
              </a:ext>
            </a:extLst>
          </p:cNvPr>
          <p:cNvPicPr>
            <a:picLocks xmlns:a="http://schemas.openxmlformats.org/drawingml/2006/main" noChangeAspect="1"/>
          </p:cNvPicPr>
          <p:nvPr/>
        </p:nvPicPr>
        <p:blipFill>
          <a:blip xmlns:r="http://schemas.openxmlformats.org/officeDocument/2006/relationships" xmlns:a="http://schemas.openxmlformats.org/drawingml/2006/main" r:embed="R65d6bdd4caf84ca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1512863-4654-439B-8C7F-F9C6A0C0AED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engineered features</a:t>
            </a:r>
          </a:p>
        </p:txBody>
      </p:sp>
      <p:sp>
        <p:nvSpPr>
          <p:cNvPr id="3" name="Thin monochrome rule">
            <a:extLst xmlns:a="http://schemas.openxmlformats.org/drawingml/2006/main">
              <a:ext uri="{FF2B5EF4-FFF2-40B4-BE49-F238E27FC236}">
                <a16:creationId xmlns:a16="http://schemas.microsoft.com/office/drawing/2014/main" id="{06255D72-4EB8-4843-88F0-1733BAF432B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BDAD2935-0CF0-43FE-A820-186779BC5B8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6C11AC59-CEC6-4C29-BE1D-FD344A1AEFEE}"/>
              </a:ext>
            </a:extLst>
          </p:cNvPr>
          <p:cNvGraphicFramePr/>
          <p:nvPr/>
        </p:nvGraphicFramePr>
        <p:xfrm>
          <a:off xmlns:a="http://schemas.openxmlformats.org/drawingml/2006/main" x="666750" y="1857375"/>
          <a:ext xmlns:a="http://schemas.openxmlformats.org/drawingml/2006/main" cx="10858500" cy="2667000"/>
        </p:xfrm>
        <a:graphic xmlns:a="http://schemas.openxmlformats.org/drawingml/2006/main">
          <a:graphicData uri="http://schemas.openxmlformats.org/drawingml/2006/table">
            <a:tbl>
              <a:tblPr firstRow="0" bandRow="0"/>
              <a:tblGrid>
                <a:gridCol w="3701761"/>
                <a:gridCol w="3454977"/>
                <a:gridCol w="3701761"/>
              </a:tblGrid>
              <a:tr h="666750">
                <a:tc>
                  <a:txBody>
                    <a:bodyPr wrap="square" lIns="85725" tIns="85725" rIns="85725" bIns="85725">
                      <a:noAutofit/>
                    </a:bodyPr>
                    <a:lstStyle/>
                    <a:p>
                      <a:pPr algn="l"/>
                      <a:r>
                        <a:rPr sz="2000" b="1">
                          <a:solidFill>
                            <a:srgbClr val="000000"/>
                          </a:solidFill>
                          <a:latin typeface="Arial"/>
                          <a:ea typeface="Arial"/>
                          <a:cs typeface="Arial"/>
                        </a:rPr>
                        <a:t>Feature</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Definition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Purpose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000" b="0">
                          <a:solidFill>
                            <a:srgbClr val="000000"/>
                          </a:solidFill>
                          <a:latin typeface="Arial"/>
                          <a:ea typeface="Arial"/>
                          <a:cs typeface="Arial"/>
                        </a:rPr>
                        <a:t>prior_grade_mean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(G1 + G2) / 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Earlier-grade summary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grade_progress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G2 − G1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Assessment difference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performance_band</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0–9; 10–14; 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Outcome description</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DataFrame.insert() places prior_grade_mean immediately ">
            <a:extLst xmlns:a="http://schemas.openxmlformats.org/drawingml/2006/main">
              <a:ext uri="{FF2B5EF4-FFF2-40B4-BE49-F238E27FC236}">
                <a16:creationId xmlns:a16="http://schemas.microsoft.com/office/drawing/2014/main" id="{16BCE374-7339-4EE2-A00B-7AB802728C3E}"/>
              </a:ext>
            </a:extLst>
          </p:cNvPr>
          <p:cNvSpPr>
            <a:spLocks xmlns:a="http://schemas.openxmlformats.org/drawingml/2006/main" noGrp="1"/>
          </p:cNvSpPr>
          <p:nvPr/>
        </p:nvSpPr>
        <p:spPr>
          <a:xfrm xmlns:a="http://schemas.openxmlformats.org/drawingml/2006/main">
            <a:off x="762000" y="5000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DataFrame.insert() places prior_grade_mean immediately before G3.</a:t>
            </a:r>
          </a:p>
        </p:txBody>
      </p:sp>
      <p:sp>
        <p:nvSpPr>
          <p:cNvPr id="7" name="All derived features are excluded from the original-fac">
            <a:extLst xmlns:a="http://schemas.openxmlformats.org/drawingml/2006/main">
              <a:ext uri="{FF2B5EF4-FFF2-40B4-BE49-F238E27FC236}">
                <a16:creationId xmlns:a16="http://schemas.microsoft.com/office/drawing/2014/main" id="{8C5DA161-50AD-457D-A215-E3D86AF9B23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All derived features are excluded from the original-factor association ranking.</a:t>
            </a:r>
          </a:p>
        </p:txBody>
      </p:sp>
    </p:spTree>
    <p:extLst>
      <p:ext uri="{BB962C8B-B14F-4D97-AF65-F5344CB8AC3E}">
        <p14:creationId xmlns:p14="http://schemas.microsoft.com/office/powerpoint/2010/main" val="15037322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EE26D54-6578-45BB-BC70-D6235BC00C8E}"/>
              </a:ext>
            </a:extLst>
          </p:cNvPr>
          <p:cNvPicPr>
            <a:picLocks xmlns:a="http://schemas.openxmlformats.org/drawingml/2006/main" noChangeAspect="1"/>
          </p:cNvPicPr>
          <p:nvPr/>
        </p:nvPicPr>
        <p:blipFill>
          <a:blip xmlns:r="http://schemas.openxmlformats.org/officeDocument/2006/relationships" xmlns:a="http://schemas.openxmlformats.org/drawingml/2006/main" r:embed="Rb786de14a0284c5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034EF1B-0416-47F3-8828-B9BD89125F9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Grouped statistics and transformation</a:t>
            </a:r>
          </a:p>
        </p:txBody>
      </p:sp>
      <p:sp>
        <p:nvSpPr>
          <p:cNvPr id="3" name="Thin monochrome rule">
            <a:extLst xmlns:a="http://schemas.openxmlformats.org/drawingml/2006/main">
              <a:ext uri="{FF2B5EF4-FFF2-40B4-BE49-F238E27FC236}">
                <a16:creationId xmlns:a16="http://schemas.microsoft.com/office/drawing/2014/main" id="{D1878D58-945A-414A-BD11-3FC595A6671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C4CF692F-8192-414F-8BEF-7C2473D5CA4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97E1D9E5-25F6-4BC2-8864-99235FDB54BE}"/>
              </a:ext>
            </a:extLst>
          </p:cNvPr>
          <p:cNvGraphicFramePr/>
          <p:nvPr/>
        </p:nvGraphicFramePr>
        <p:xfrm>
          <a:off xmlns:a="http://schemas.openxmlformats.org/drawingml/2006/main" x="666750" y="1762125"/>
          <a:ext xmlns:a="http://schemas.openxmlformats.org/drawingml/2006/main" cx="10858500" cy="2000250"/>
        </p:xfrm>
        <a:graphic xmlns:a="http://schemas.openxmlformats.org/drawingml/2006/main">
          <a:graphicData uri="http://schemas.openxmlformats.org/drawingml/2006/table">
            <a:tbl>
              <a:tblPr firstRow="0" bandRow="0"/>
              <a:tblGrid>
                <a:gridCol w="1751371"/>
                <a:gridCol w="1751371"/>
                <a:gridCol w="2451919"/>
                <a:gridCol w="2451919"/>
                <a:gridCol w="2451919"/>
              </a:tblGrid>
              <a:tr h="666750">
                <a:tc>
                  <a:txBody>
                    <a:bodyPr wrap="square" lIns="85725" tIns="85725" rIns="85725" bIns="85725">
                      <a:noAutofit/>
                    </a:bodyPr>
                    <a:lstStyle/>
                    <a:p>
                      <a:pPr algn="l"/>
                      <a:r>
                        <a:rPr sz="2300" b="1">
                          <a:solidFill>
                            <a:srgbClr val="000000"/>
                          </a:solidFill>
                          <a:latin typeface="Arial"/>
                          <a:ea typeface="Arial"/>
                          <a:cs typeface="Arial"/>
                        </a:rPr>
                        <a:t>School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median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GP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423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12.577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2.626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MS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10.650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3.834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Within-school score">
            <a:extLst xmlns:a="http://schemas.openxmlformats.org/drawingml/2006/main">
              <a:ext uri="{FF2B5EF4-FFF2-40B4-BE49-F238E27FC236}">
                <a16:creationId xmlns:a16="http://schemas.microsoft.com/office/drawing/2014/main" id="{37800FE3-8371-4440-AB57-6613420BFB41}"/>
              </a:ext>
            </a:extLst>
          </p:cNvPr>
          <p:cNvSpPr>
            <a:spLocks xmlns:a="http://schemas.openxmlformats.org/drawingml/2006/main" noGrp="1"/>
          </p:cNvSpPr>
          <p:nvPr/>
        </p:nvSpPr>
        <p:spPr>
          <a:xfrm xmlns:a="http://schemas.openxmlformats.org/drawingml/2006/main">
            <a:off x="762000" y="4191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Within-school score</a:t>
            </a:r>
          </a:p>
        </p:txBody>
      </p:sp>
      <p:sp>
        <p:nvSpPr>
          <p:cNvPr id="7" name="(G3 − school minimum) / (school maximum − school minimu">
            <a:extLst xmlns:a="http://schemas.openxmlformats.org/drawingml/2006/main">
              <a:ext uri="{FF2B5EF4-FFF2-40B4-BE49-F238E27FC236}">
                <a16:creationId xmlns:a16="http://schemas.microsoft.com/office/drawing/2014/main" id="{3FF0728C-9836-40AE-8181-4C0103FC0281}"/>
              </a:ext>
            </a:extLst>
          </p:cNvPr>
          <p:cNvSpPr>
            <a:spLocks xmlns:a="http://schemas.openxmlformats.org/drawingml/2006/main" noGrp="1"/>
          </p:cNvSpPr>
          <p:nvPr/>
        </p:nvSpPr>
        <p:spPr>
          <a:xfrm xmlns:a="http://schemas.openxmlformats.org/drawingml/2006/main">
            <a:off x="762000" y="4810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(G3 − school minimum) / (school maximum − school minimum)</a:t>
            </a:r>
          </a:p>
        </p:txBody>
      </p:sp>
      <p:sp>
        <p:nvSpPr>
          <p:cNvPr id="8" name="Constant groups receive 0; the scale describes relative">
            <a:extLst xmlns:a="http://schemas.openxmlformats.org/drawingml/2006/main">
              <a:ext uri="{FF2B5EF4-FFF2-40B4-BE49-F238E27FC236}">
                <a16:creationId xmlns:a16="http://schemas.microsoft.com/office/drawing/2014/main" id="{2F158E97-6DA9-4740-B21C-B25A86B6E35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Constant groups receive 0; the scale describes relative position within each school.</a:t>
            </a:r>
          </a:p>
        </p:txBody>
      </p:sp>
    </p:spTree>
    <p:extLst>
      <p:ext uri="{BB962C8B-B14F-4D97-AF65-F5344CB8AC3E}">
        <p14:creationId xmlns:p14="http://schemas.microsoft.com/office/powerpoint/2010/main" val="16772514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0DA6B5B-3FBF-4CA0-85CD-2D3927443B66}"/>
              </a:ext>
            </a:extLst>
          </p:cNvPr>
          <p:cNvPicPr>
            <a:picLocks xmlns:a="http://schemas.openxmlformats.org/drawingml/2006/main" noChangeAspect="1"/>
          </p:cNvPicPr>
          <p:nvPr/>
        </p:nvPicPr>
        <p:blipFill>
          <a:blip xmlns:r="http://schemas.openxmlformats.org/officeDocument/2006/relationships" xmlns:a="http://schemas.openxmlformats.org/drawingml/2006/main" r:embed="R16f1853720cc4e5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4A41352-1E49-471A-BD21-4ECB3E99ACE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Association ranking: two distinct families</a:t>
            </a:r>
          </a:p>
        </p:txBody>
      </p:sp>
      <p:sp>
        <p:nvSpPr>
          <p:cNvPr id="3" name="Thin monochrome rule">
            <a:extLst xmlns:a="http://schemas.openxmlformats.org/drawingml/2006/main">
              <a:ext uri="{FF2B5EF4-FFF2-40B4-BE49-F238E27FC236}">
                <a16:creationId xmlns:a16="http://schemas.microsoft.com/office/drawing/2014/main" id="{3F1D5017-599F-453C-A01D-EE230EB40AB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55C8E46C-687B-4660-A6AC-BE186C0DC38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Prior grade: G2, Spearman ρ = 0.9445">
            <a:extLst xmlns:a="http://schemas.openxmlformats.org/drawingml/2006/main">
              <a:ext uri="{FF2B5EF4-FFF2-40B4-BE49-F238E27FC236}">
                <a16:creationId xmlns:a16="http://schemas.microsoft.com/office/drawing/2014/main" id="{BBD96296-931F-42BE-B029-DE96EECF7461}"/>
              </a:ext>
            </a:extLst>
          </p:cNvPr>
          <p:cNvSpPr>
            <a:spLocks xmlns:a="http://schemas.openxmlformats.org/drawingml/2006/main" noGrp="1"/>
          </p:cNvSpPr>
          <p:nvPr/>
        </p:nvSpPr>
        <p:spPr>
          <a:xfrm xmlns:a="http://schemas.openxmlformats.org/drawingml/2006/main">
            <a:off x="762000" y="161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Prior grade: G2, Spearman ρ = 0.9445</a:t>
            </a:r>
          </a:p>
        </p:txBody>
      </p:sp>
      <p:graphicFrame>
        <p:nvGraphicFramePr>
          <p:cNvPr id="6" name="">
            <a:extLst xmlns:a="http://schemas.openxmlformats.org/drawingml/2006/main">
              <a:ext uri="{FF2B5EF4-FFF2-40B4-BE49-F238E27FC236}">
                <a16:creationId xmlns:a16="http://schemas.microsoft.com/office/drawing/2014/main" id="{F8CCCB9B-AD37-48BC-9623-986DAD62BDE0}"/>
              </a:ext>
            </a:extLst>
          </p:cNvPr>
          <p:cNvGraphicFramePr/>
          <p:nvPr/>
        </p:nvGraphicFramePr>
        <p:xfrm>
          <a:off xmlns:a="http://schemas.openxmlformats.org/drawingml/2006/main" x="762000" y="2381250"/>
          <a:ext xmlns:a="http://schemas.openxmlformats.org/drawingml/2006/main" cx="10668000" cy="2857500"/>
        </p:xfrm>
        <a:graphic xmlns:a="http://schemas.openxmlformats.org/drawingml/2006/main">
          <a:graphicData uri="http://schemas.openxmlformats.org/drawingml/2006/table">
            <a:tbl>
              <a:tblPr firstRow="0" bandRow="0"/>
              <a:tblGrid>
                <a:gridCol w="6096000"/>
                <a:gridCol w="2540000"/>
                <a:gridCol w="2032000"/>
              </a:tblGrid>
              <a:tr h="476250">
                <a:tc>
                  <a:txBody>
                    <a:bodyPr wrap="square" lIns="85725" tIns="85725" rIns="85725" bIns="85725">
                      <a:noAutofit/>
                    </a:bodyPr>
                    <a:lstStyle/>
                    <a:p>
                      <a:pPr algn="l"/>
                      <a:r>
                        <a:rPr sz="2100" b="1">
                          <a:solidFill>
                            <a:srgbClr val="000000"/>
                          </a:solidFill>
                          <a:latin typeface="Arial"/>
                          <a:ea typeface="Arial"/>
                          <a:cs typeface="Arial"/>
                        </a:rPr>
                        <a:t>Contextual numerical/ordinal factor</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Spearman ρ</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476250">
                <a:tc>
                  <a:txBody>
                    <a:bodyPr wrap="square" lIns="85725" tIns="85725" rIns="85725" bIns="85725">
                      <a:noAutofit/>
                    </a:bodyPr>
                    <a:lstStyle/>
                    <a:p>
                      <a:pPr algn="l"/>
                      <a:r>
                        <a:rPr sz="2100" b="0">
                          <a:solidFill>
                            <a:srgbClr val="000000"/>
                          </a:solidFill>
                          <a:latin typeface="Arial"/>
                          <a:ea typeface="Arial"/>
                          <a:cs typeface="Arial"/>
                        </a:rPr>
                        <a:t>failures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-0.4484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Medu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0.2839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studytime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0.2747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Fedu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0.2346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Dalc</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-0.2084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The ranking is unadjusted association among examined or">
            <a:extLst xmlns:a="http://schemas.openxmlformats.org/drawingml/2006/main">
              <a:ext uri="{FF2B5EF4-FFF2-40B4-BE49-F238E27FC236}">
                <a16:creationId xmlns:a16="http://schemas.microsoft.com/office/drawing/2014/main" id="{B19E1DAA-8E31-45B9-B6B8-9327BAFC328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ranking is unadjusted association among examined original numerical/ordinal factors.</a:t>
            </a:r>
          </a:p>
        </p:txBody>
      </p:sp>
    </p:spTree>
    <p:extLst>
      <p:ext uri="{BB962C8B-B14F-4D97-AF65-F5344CB8AC3E}">
        <p14:creationId xmlns:p14="http://schemas.microsoft.com/office/powerpoint/2010/main" val="11184391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38805C6-AAB4-4C25-BB5C-4F8662164830}"/>
              </a:ext>
            </a:extLst>
          </p:cNvPr>
          <p:cNvPicPr>
            <a:picLocks xmlns:a="http://schemas.openxmlformats.org/drawingml/2006/main" noChangeAspect="1"/>
          </p:cNvPicPr>
          <p:nvPr/>
        </p:nvPicPr>
        <p:blipFill>
          <a:blip xmlns:r="http://schemas.openxmlformats.org/officeDocument/2006/relationships" xmlns:a="http://schemas.openxmlformats.org/drawingml/2006/main" r:embed="Rd7211ed0cb4b441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56C779C-C055-4B2F-ADA8-A935C32E45E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Final-grade distribution</a:t>
            </a:r>
          </a:p>
        </p:txBody>
      </p:sp>
      <p:sp>
        <p:nvSpPr>
          <p:cNvPr id="3" name="Thin monochrome rule">
            <a:extLst xmlns:a="http://schemas.openxmlformats.org/drawingml/2006/main">
              <a:ext uri="{FF2B5EF4-FFF2-40B4-BE49-F238E27FC236}">
                <a16:creationId xmlns:a16="http://schemas.microsoft.com/office/drawing/2014/main" id="{8B68E051-05B4-44C8-AD47-C3B04342C54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07C0A47C-5CEF-41F7-93B4-98A7C42EB10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13CD4B93-B3D0-4074-90D5-0AA2CAB56BB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62208bf06ed64ac9"/>
          </a:graphicData>
        </a:graphic>
      </p:graphicFrame>
      <p:sp>
        <p:nvSpPr>
          <p:cNvPr id="6" name="Mean 11.91">
            <a:extLst xmlns:a="http://schemas.openxmlformats.org/drawingml/2006/main">
              <a:ext uri="{FF2B5EF4-FFF2-40B4-BE49-F238E27FC236}">
                <a16:creationId xmlns:a16="http://schemas.microsoft.com/office/drawing/2014/main" id="{93FDA43F-E896-4B25-BE8C-4390ABEF2E40}"/>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Mean 11.91</a:t>
            </a:r>
          </a:p>
        </p:txBody>
      </p:sp>
      <p:sp>
        <p:nvSpPr>
          <p:cNvPr id="7" name="Median 12&#10;Sample SD 3.23&#10;&#10;n = 649">
            <a:extLst xmlns:a="http://schemas.openxmlformats.org/drawingml/2006/main">
              <a:ext uri="{FF2B5EF4-FFF2-40B4-BE49-F238E27FC236}">
                <a16:creationId xmlns:a16="http://schemas.microsoft.com/office/drawing/2014/main" id="{A697F351-0E96-4F42-973A-596D06C49B68}"/>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12</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Sample SD 3.23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 = 649</a:t>
            </a:r>
          </a:p>
        </p:txBody>
      </p:sp>
      <p:sp>
        <p:nvSpPr>
          <p:cNvPr id="8" name="One-point-wide bins retain the integer-score distributi">
            <a:extLst xmlns:a="http://schemas.openxmlformats.org/drawingml/2006/main">
              <a:ext uri="{FF2B5EF4-FFF2-40B4-BE49-F238E27FC236}">
                <a16:creationId xmlns:a16="http://schemas.microsoft.com/office/drawing/2014/main" id="{7B4CC043-BE78-4AE7-8648-6DFF28C32F2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One-point-wide bins retain the integer-score distribution.</a:t>
            </a:r>
          </a:p>
        </p:txBody>
      </p:sp>
    </p:spTree>
    <p:extLst>
      <p:ext uri="{BB962C8B-B14F-4D97-AF65-F5344CB8AC3E}">
        <p14:creationId xmlns:p14="http://schemas.microsoft.com/office/powerpoint/2010/main" val="19490612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BE4F0797-C86F-48D4-8356-85DA32B6FEB9}"/>
              </a:ext>
            </a:extLst>
          </p:cNvPr>
          <p:cNvPicPr>
            <a:picLocks xmlns:a="http://schemas.openxmlformats.org/drawingml/2006/main" noChangeAspect="1"/>
          </p:cNvPicPr>
          <p:nvPr/>
        </p:nvPicPr>
        <p:blipFill>
          <a:blip xmlns:r="http://schemas.openxmlformats.org/officeDocument/2006/relationships" xmlns:a="http://schemas.openxmlformats.org/drawingml/2006/main" r:embed="Ra1801360ded4493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D08610D-9BA9-41B2-99D6-895D57DDDBF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grades by school</a:t>
            </a:r>
          </a:p>
        </p:txBody>
      </p:sp>
      <p:sp>
        <p:nvSpPr>
          <p:cNvPr id="3" name="Thin monochrome rule">
            <a:extLst xmlns:a="http://schemas.openxmlformats.org/drawingml/2006/main">
              <a:ext uri="{FF2B5EF4-FFF2-40B4-BE49-F238E27FC236}">
                <a16:creationId xmlns:a16="http://schemas.microsoft.com/office/drawing/2014/main" id="{74BC9CC1-89DB-4FD4-B55C-E97621967CE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9778426C-AACD-4207-86CD-FB01BD19E10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Thin monochrome rule">
            <a:extLst xmlns:a="http://schemas.openxmlformats.org/drawingml/2006/main">
              <a:ext uri="{FF2B5EF4-FFF2-40B4-BE49-F238E27FC236}">
                <a16:creationId xmlns:a16="http://schemas.microsoft.com/office/drawing/2014/main" id="{14F71D55-9D54-442E-B3B7-08B68CD2D7AC}"/>
              </a:ext>
            </a:extLst>
          </p:cNvPr>
          <p:cNvSpPr>
            <a:spLocks xmlns:a="http://schemas.openxmlformats.org/drawingml/2006/main" noGrp="1"/>
          </p:cNvSpPr>
          <p:nvPr/>
        </p:nvSpPr>
        <p:spPr>
          <a:xfrm xmlns:a="http://schemas.openxmlformats.org/drawingml/2006/main">
            <a:off x="1333500" y="519112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0">
            <a:extLst xmlns:a="http://schemas.openxmlformats.org/drawingml/2006/main">
              <a:ext uri="{FF2B5EF4-FFF2-40B4-BE49-F238E27FC236}">
                <a16:creationId xmlns:a16="http://schemas.microsoft.com/office/drawing/2014/main" id="{FF152B0D-D5EF-428D-97BA-ABCD7EC5A002}"/>
              </a:ext>
            </a:extLst>
          </p:cNvPr>
          <p:cNvSpPr>
            <a:spLocks xmlns:a="http://schemas.openxmlformats.org/drawingml/2006/main" noGrp="1"/>
          </p:cNvSpPr>
          <p:nvPr/>
        </p:nvSpPr>
        <p:spPr>
          <a:xfrm xmlns:a="http://schemas.openxmlformats.org/drawingml/2006/main">
            <a:off x="762000" y="5048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0</a:t>
            </a:r>
          </a:p>
        </p:txBody>
      </p:sp>
      <p:sp>
        <p:nvSpPr>
          <p:cNvPr id="7" name="Thin monochrome rule">
            <a:extLst xmlns:a="http://schemas.openxmlformats.org/drawingml/2006/main">
              <a:ext uri="{FF2B5EF4-FFF2-40B4-BE49-F238E27FC236}">
                <a16:creationId xmlns:a16="http://schemas.microsoft.com/office/drawing/2014/main" id="{3E47666F-D760-43F4-9168-B7985EADB502}"/>
              </a:ext>
            </a:extLst>
          </p:cNvPr>
          <p:cNvSpPr>
            <a:spLocks xmlns:a="http://schemas.openxmlformats.org/drawingml/2006/main" noGrp="1"/>
          </p:cNvSpPr>
          <p:nvPr/>
        </p:nvSpPr>
        <p:spPr>
          <a:xfrm xmlns:a="http://schemas.openxmlformats.org/drawingml/2006/main">
            <a:off x="1333500" y="4357688"/>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5">
            <a:extLst xmlns:a="http://schemas.openxmlformats.org/drawingml/2006/main">
              <a:ext uri="{FF2B5EF4-FFF2-40B4-BE49-F238E27FC236}">
                <a16:creationId xmlns:a16="http://schemas.microsoft.com/office/drawing/2014/main" id="{992DC11A-4770-4242-B2B0-F7ABA2F1EA61}"/>
              </a:ext>
            </a:extLst>
          </p:cNvPr>
          <p:cNvSpPr>
            <a:spLocks xmlns:a="http://schemas.openxmlformats.org/drawingml/2006/main" noGrp="1"/>
          </p:cNvSpPr>
          <p:nvPr/>
        </p:nvSpPr>
        <p:spPr>
          <a:xfrm xmlns:a="http://schemas.openxmlformats.org/drawingml/2006/main">
            <a:off x="762000" y="4214813"/>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5</a:t>
            </a:r>
          </a:p>
        </p:txBody>
      </p:sp>
      <p:sp>
        <p:nvSpPr>
          <p:cNvPr id="9" name="Thin monochrome rule">
            <a:extLst xmlns:a="http://schemas.openxmlformats.org/drawingml/2006/main">
              <a:ext uri="{FF2B5EF4-FFF2-40B4-BE49-F238E27FC236}">
                <a16:creationId xmlns:a16="http://schemas.microsoft.com/office/drawing/2014/main" id="{3AFF102F-4F8B-49C9-B674-25D119E7A0E8}"/>
              </a:ext>
            </a:extLst>
          </p:cNvPr>
          <p:cNvSpPr>
            <a:spLocks xmlns:a="http://schemas.openxmlformats.org/drawingml/2006/main" noGrp="1"/>
          </p:cNvSpPr>
          <p:nvPr/>
        </p:nvSpPr>
        <p:spPr>
          <a:xfrm xmlns:a="http://schemas.openxmlformats.org/drawingml/2006/main">
            <a:off x="1333500" y="3524250"/>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10">
            <a:extLst xmlns:a="http://schemas.openxmlformats.org/drawingml/2006/main">
              <a:ext uri="{FF2B5EF4-FFF2-40B4-BE49-F238E27FC236}">
                <a16:creationId xmlns:a16="http://schemas.microsoft.com/office/drawing/2014/main" id="{46367919-4A2B-4F66-B155-2283A23E6914}"/>
              </a:ext>
            </a:extLst>
          </p:cNvPr>
          <p:cNvSpPr>
            <a:spLocks xmlns:a="http://schemas.openxmlformats.org/drawingml/2006/main" noGrp="1"/>
          </p:cNvSpPr>
          <p:nvPr/>
        </p:nvSpPr>
        <p:spPr>
          <a:xfrm xmlns:a="http://schemas.openxmlformats.org/drawingml/2006/main">
            <a:off x="762000" y="3381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10</a:t>
            </a:r>
          </a:p>
        </p:txBody>
      </p:sp>
      <p:sp>
        <p:nvSpPr>
          <p:cNvPr id="11" name="Thin monochrome rule">
            <a:extLst xmlns:a="http://schemas.openxmlformats.org/drawingml/2006/main">
              <a:ext uri="{FF2B5EF4-FFF2-40B4-BE49-F238E27FC236}">
                <a16:creationId xmlns:a16="http://schemas.microsoft.com/office/drawing/2014/main" id="{8C48341D-01D1-4B4D-A727-58F2FF809FBA}"/>
              </a:ext>
            </a:extLst>
          </p:cNvPr>
          <p:cNvSpPr>
            <a:spLocks xmlns:a="http://schemas.openxmlformats.org/drawingml/2006/main" noGrp="1"/>
          </p:cNvSpPr>
          <p:nvPr/>
        </p:nvSpPr>
        <p:spPr>
          <a:xfrm xmlns:a="http://schemas.openxmlformats.org/drawingml/2006/main">
            <a:off x="1333500" y="2690813"/>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2" name="15">
            <a:extLst xmlns:a="http://schemas.openxmlformats.org/drawingml/2006/main">
              <a:ext uri="{FF2B5EF4-FFF2-40B4-BE49-F238E27FC236}">
                <a16:creationId xmlns:a16="http://schemas.microsoft.com/office/drawing/2014/main" id="{7CD58889-00BB-4A9A-B4A2-ADF982636626}"/>
              </a:ext>
            </a:extLst>
          </p:cNvPr>
          <p:cNvSpPr>
            <a:spLocks xmlns:a="http://schemas.openxmlformats.org/drawingml/2006/main" noGrp="1"/>
          </p:cNvSpPr>
          <p:nvPr/>
        </p:nvSpPr>
        <p:spPr>
          <a:xfrm xmlns:a="http://schemas.openxmlformats.org/drawingml/2006/main">
            <a:off x="762000" y="2547938"/>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15</a:t>
            </a:r>
          </a:p>
        </p:txBody>
      </p:sp>
      <p:sp>
        <p:nvSpPr>
          <p:cNvPr id="13" name="Thin monochrome rule">
            <a:extLst xmlns:a="http://schemas.openxmlformats.org/drawingml/2006/main">
              <a:ext uri="{FF2B5EF4-FFF2-40B4-BE49-F238E27FC236}">
                <a16:creationId xmlns:a16="http://schemas.microsoft.com/office/drawing/2014/main" id="{C62D933F-8400-42D9-A270-03D5D6577F95}"/>
              </a:ext>
            </a:extLst>
          </p:cNvPr>
          <p:cNvSpPr>
            <a:spLocks xmlns:a="http://schemas.openxmlformats.org/drawingml/2006/main" noGrp="1"/>
          </p:cNvSpPr>
          <p:nvPr/>
        </p:nvSpPr>
        <p:spPr>
          <a:xfrm xmlns:a="http://schemas.openxmlformats.org/drawingml/2006/main">
            <a:off x="1333500" y="185737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4" name="20">
            <a:extLst xmlns:a="http://schemas.openxmlformats.org/drawingml/2006/main">
              <a:ext uri="{FF2B5EF4-FFF2-40B4-BE49-F238E27FC236}">
                <a16:creationId xmlns:a16="http://schemas.microsoft.com/office/drawing/2014/main" id="{E51B3799-C4FB-4115-85C6-AE38B50AA359}"/>
              </a:ext>
            </a:extLst>
          </p:cNvPr>
          <p:cNvSpPr>
            <a:spLocks xmlns:a="http://schemas.openxmlformats.org/drawingml/2006/main" noGrp="1"/>
          </p:cNvSpPr>
          <p:nvPr/>
        </p:nvSpPr>
        <p:spPr>
          <a:xfrm xmlns:a="http://schemas.openxmlformats.org/drawingml/2006/main">
            <a:off x="7620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20</a:t>
            </a:r>
          </a:p>
        </p:txBody>
      </p:sp>
      <p:sp>
        <p:nvSpPr>
          <p:cNvPr id="15" name="G3 (points)">
            <a:extLst xmlns:a="http://schemas.openxmlformats.org/drawingml/2006/main">
              <a:ext uri="{FF2B5EF4-FFF2-40B4-BE49-F238E27FC236}">
                <a16:creationId xmlns:a16="http://schemas.microsoft.com/office/drawing/2014/main" id="{6EF5D067-EE9B-4DCD-BE12-03FD90B3D91F}"/>
              </a:ext>
            </a:extLst>
          </p:cNvPr>
          <p:cNvSpPr>
            <a:spLocks xmlns:a="http://schemas.openxmlformats.org/drawingml/2006/main" noGrp="1"/>
          </p:cNvSpPr>
          <p:nvPr/>
        </p:nvSpPr>
        <p:spPr>
          <a:xfrm xmlns:a="http://schemas.openxmlformats.org/drawingml/2006/main">
            <a:off x="7620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G3 (points)</a:t>
            </a:r>
          </a:p>
        </p:txBody>
      </p:sp>
      <p:sp>
        <p:nvSpPr>
          <p:cNvPr id="16" name="Thin monochrome rule">
            <a:extLst xmlns:a="http://schemas.openxmlformats.org/drawingml/2006/main">
              <a:ext uri="{FF2B5EF4-FFF2-40B4-BE49-F238E27FC236}">
                <a16:creationId xmlns:a16="http://schemas.microsoft.com/office/drawing/2014/main" id="{30A3F79B-7415-4C18-A205-D03093874A2E}"/>
              </a:ext>
            </a:extLst>
          </p:cNvPr>
          <p:cNvSpPr>
            <a:spLocks xmlns:a="http://schemas.openxmlformats.org/drawingml/2006/main" noGrp="1"/>
          </p:cNvSpPr>
          <p:nvPr/>
        </p:nvSpPr>
        <p:spPr>
          <a:xfrm xmlns:a="http://schemas.openxmlformats.org/drawingml/2006/main">
            <a:off x="3238500" y="2190750"/>
            <a:ext cx="14288" cy="183356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7" name="Thin monochrome rule">
            <a:extLst xmlns:a="http://schemas.openxmlformats.org/drawingml/2006/main">
              <a:ext uri="{FF2B5EF4-FFF2-40B4-BE49-F238E27FC236}">
                <a16:creationId xmlns:a16="http://schemas.microsoft.com/office/drawing/2014/main" id="{7C2F44DD-545A-4871-AE28-295F5A8342A5}"/>
              </a:ext>
            </a:extLst>
          </p:cNvPr>
          <p:cNvSpPr>
            <a:spLocks xmlns:a="http://schemas.openxmlformats.org/drawingml/2006/main" noGrp="1"/>
          </p:cNvSpPr>
          <p:nvPr/>
        </p:nvSpPr>
        <p:spPr>
          <a:xfrm xmlns:a="http://schemas.openxmlformats.org/drawingml/2006/main">
            <a:off x="2905125" y="219075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8" name="Thin monochrome rule">
            <a:extLst xmlns:a="http://schemas.openxmlformats.org/drawingml/2006/main">
              <a:ext uri="{FF2B5EF4-FFF2-40B4-BE49-F238E27FC236}">
                <a16:creationId xmlns:a16="http://schemas.microsoft.com/office/drawing/2014/main" id="{977AC9BF-463D-4945-A90F-993D32D58399}"/>
              </a:ext>
            </a:extLst>
          </p:cNvPr>
          <p:cNvSpPr>
            <a:spLocks xmlns:a="http://schemas.openxmlformats.org/drawingml/2006/main" noGrp="1"/>
          </p:cNvSpPr>
          <p:nvPr/>
        </p:nvSpPr>
        <p:spPr>
          <a:xfrm xmlns:a="http://schemas.openxmlformats.org/drawingml/2006/main">
            <a:off x="2905125" y="402431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9" name="GP Q1–Q3, exported Seaborn statistics">
            <a:extLst xmlns:a="http://schemas.openxmlformats.org/drawingml/2006/main">
              <a:ext uri="{FF2B5EF4-FFF2-40B4-BE49-F238E27FC236}">
                <a16:creationId xmlns:a16="http://schemas.microsoft.com/office/drawing/2014/main" id="{DB4DB704-3C80-4569-8616-0A08525BC2ED}"/>
              </a:ext>
            </a:extLst>
          </p:cNvPr>
          <p:cNvSpPr>
            <a:spLocks xmlns:a="http://schemas.openxmlformats.org/drawingml/2006/main" noGrp="1"/>
          </p:cNvSpPr>
          <p:nvPr/>
        </p:nvSpPr>
        <p:spPr>
          <a:xfrm xmlns:a="http://schemas.openxmlformats.org/drawingml/2006/main">
            <a:off x="2619375" y="2857500"/>
            <a:ext cx="1238250" cy="500063"/>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20" name="Thin monochrome rule">
            <a:extLst xmlns:a="http://schemas.openxmlformats.org/drawingml/2006/main">
              <a:ext uri="{FF2B5EF4-FFF2-40B4-BE49-F238E27FC236}">
                <a16:creationId xmlns:a16="http://schemas.microsoft.com/office/drawing/2014/main" id="{83F074E1-A87A-43DA-A824-8C459F3372CD}"/>
              </a:ext>
            </a:extLst>
          </p:cNvPr>
          <p:cNvSpPr>
            <a:spLocks xmlns:a="http://schemas.openxmlformats.org/drawingml/2006/main" noGrp="1"/>
          </p:cNvSpPr>
          <p:nvPr/>
        </p:nvSpPr>
        <p:spPr>
          <a:xfrm xmlns:a="http://schemas.openxmlformats.org/drawingml/2006/main">
            <a:off x="2619375" y="3024188"/>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1" name="GP outlier 6">
            <a:extLst xmlns:a="http://schemas.openxmlformats.org/drawingml/2006/main">
              <a:ext uri="{FF2B5EF4-FFF2-40B4-BE49-F238E27FC236}">
                <a16:creationId xmlns:a16="http://schemas.microsoft.com/office/drawing/2014/main" id="{93387D9C-AC07-4DF5-9DA8-AE2F72E55228}"/>
              </a:ext>
            </a:extLst>
          </p:cNvPr>
          <p:cNvSpPr>
            <a:spLocks xmlns:a="http://schemas.openxmlformats.org/drawingml/2006/main" noGrp="1"/>
          </p:cNvSpPr>
          <p:nvPr/>
        </p:nvSpPr>
        <p:spPr>
          <a:xfrm xmlns:a="http://schemas.openxmlformats.org/drawingml/2006/main">
            <a:off x="3200400" y="41529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2" name="GP outlier 0">
            <a:extLst xmlns:a="http://schemas.openxmlformats.org/drawingml/2006/main">
              <a:ext uri="{FF2B5EF4-FFF2-40B4-BE49-F238E27FC236}">
                <a16:creationId xmlns:a16="http://schemas.microsoft.com/office/drawing/2014/main" id="{E4239DDE-8D5D-472C-A66F-BD42C67A9C07}"/>
              </a:ext>
            </a:extLst>
          </p:cNvPr>
          <p:cNvSpPr>
            <a:spLocks xmlns:a="http://schemas.openxmlformats.org/drawingml/2006/main" noGrp="1"/>
          </p:cNvSpPr>
          <p:nvPr/>
        </p:nvSpPr>
        <p:spPr>
          <a:xfrm xmlns:a="http://schemas.openxmlformats.org/drawingml/2006/main">
            <a:off x="32004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3" name="GP outlier 1">
            <a:extLst xmlns:a="http://schemas.openxmlformats.org/drawingml/2006/main">
              <a:ext uri="{FF2B5EF4-FFF2-40B4-BE49-F238E27FC236}">
                <a16:creationId xmlns:a16="http://schemas.microsoft.com/office/drawing/2014/main" id="{3546B747-6CB0-43CB-816B-64067679623E}"/>
              </a:ext>
            </a:extLst>
          </p:cNvPr>
          <p:cNvSpPr>
            <a:spLocks xmlns:a="http://schemas.openxmlformats.org/drawingml/2006/main" noGrp="1"/>
          </p:cNvSpPr>
          <p:nvPr/>
        </p:nvSpPr>
        <p:spPr>
          <a:xfrm xmlns:a="http://schemas.openxmlformats.org/drawingml/2006/main">
            <a:off x="3200400" y="498633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4" name="GP outlier 5">
            <a:extLst xmlns:a="http://schemas.openxmlformats.org/drawingml/2006/main">
              <a:ext uri="{FF2B5EF4-FFF2-40B4-BE49-F238E27FC236}">
                <a16:creationId xmlns:a16="http://schemas.microsoft.com/office/drawing/2014/main" id="{24436879-F0A4-44FC-96BA-0D97D495C251}"/>
              </a:ext>
            </a:extLst>
          </p:cNvPr>
          <p:cNvSpPr>
            <a:spLocks xmlns:a="http://schemas.openxmlformats.org/drawingml/2006/main" noGrp="1"/>
          </p:cNvSpPr>
          <p:nvPr/>
        </p:nvSpPr>
        <p:spPr>
          <a:xfrm xmlns:a="http://schemas.openxmlformats.org/drawingml/2006/main">
            <a:off x="3200400" y="431958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5" name="GP outlier 19">
            <a:extLst xmlns:a="http://schemas.openxmlformats.org/drawingml/2006/main">
              <a:ext uri="{FF2B5EF4-FFF2-40B4-BE49-F238E27FC236}">
                <a16:creationId xmlns:a16="http://schemas.microsoft.com/office/drawing/2014/main" id="{DFBCEBC8-443F-49E0-A3BC-357E07FD55CD}"/>
              </a:ext>
            </a:extLst>
          </p:cNvPr>
          <p:cNvSpPr>
            <a:spLocks xmlns:a="http://schemas.openxmlformats.org/drawingml/2006/main" noGrp="1"/>
          </p:cNvSpPr>
          <p:nvPr/>
        </p:nvSpPr>
        <p:spPr>
          <a:xfrm xmlns:a="http://schemas.openxmlformats.org/drawingml/2006/main">
            <a:off x="3200400" y="1985963"/>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6" name="GP (n=423)">
            <a:extLst xmlns:a="http://schemas.openxmlformats.org/drawingml/2006/main">
              <a:ext uri="{FF2B5EF4-FFF2-40B4-BE49-F238E27FC236}">
                <a16:creationId xmlns:a16="http://schemas.microsoft.com/office/drawing/2014/main" id="{11F4A42D-D751-44A6-8A95-91EBE4BEB5EB}"/>
              </a:ext>
            </a:extLst>
          </p:cNvPr>
          <p:cNvSpPr>
            <a:spLocks xmlns:a="http://schemas.openxmlformats.org/drawingml/2006/main" noGrp="1"/>
          </p:cNvSpPr>
          <p:nvPr/>
        </p:nvSpPr>
        <p:spPr>
          <a:xfrm xmlns:a="http://schemas.openxmlformats.org/drawingml/2006/main">
            <a:off x="2143125" y="547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GP (n=423)</a:t>
            </a:r>
          </a:p>
        </p:txBody>
      </p:sp>
      <p:sp>
        <p:nvSpPr>
          <p:cNvPr id="27" name="Thin monochrome rule">
            <a:extLst xmlns:a="http://schemas.openxmlformats.org/drawingml/2006/main">
              <a:ext uri="{FF2B5EF4-FFF2-40B4-BE49-F238E27FC236}">
                <a16:creationId xmlns:a16="http://schemas.microsoft.com/office/drawing/2014/main" id="{D45BA6A6-8CB6-4F28-A424-A1430EE8FBAF}"/>
              </a:ext>
            </a:extLst>
          </p:cNvPr>
          <p:cNvSpPr>
            <a:spLocks xmlns:a="http://schemas.openxmlformats.org/drawingml/2006/main" noGrp="1"/>
          </p:cNvSpPr>
          <p:nvPr/>
        </p:nvSpPr>
        <p:spPr>
          <a:xfrm xmlns:a="http://schemas.openxmlformats.org/drawingml/2006/main">
            <a:off x="6096000" y="2024063"/>
            <a:ext cx="14288" cy="216693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8" name="Thin monochrome rule">
            <a:extLst xmlns:a="http://schemas.openxmlformats.org/drawingml/2006/main">
              <a:ext uri="{FF2B5EF4-FFF2-40B4-BE49-F238E27FC236}">
                <a16:creationId xmlns:a16="http://schemas.microsoft.com/office/drawing/2014/main" id="{A3D3A8E6-600D-48B6-9691-653B5087BBBF}"/>
              </a:ext>
            </a:extLst>
          </p:cNvPr>
          <p:cNvSpPr>
            <a:spLocks xmlns:a="http://schemas.openxmlformats.org/drawingml/2006/main" noGrp="1"/>
          </p:cNvSpPr>
          <p:nvPr/>
        </p:nvSpPr>
        <p:spPr>
          <a:xfrm xmlns:a="http://schemas.openxmlformats.org/drawingml/2006/main">
            <a:off x="5762625" y="202406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9" name="Thin monochrome rule">
            <a:extLst xmlns:a="http://schemas.openxmlformats.org/drawingml/2006/main">
              <a:ext uri="{FF2B5EF4-FFF2-40B4-BE49-F238E27FC236}">
                <a16:creationId xmlns:a16="http://schemas.microsoft.com/office/drawing/2014/main" id="{3B407A02-ABB8-4920-B004-DFEDE20B02C8}"/>
              </a:ext>
            </a:extLst>
          </p:cNvPr>
          <p:cNvSpPr>
            <a:spLocks xmlns:a="http://schemas.openxmlformats.org/drawingml/2006/main" noGrp="1"/>
          </p:cNvSpPr>
          <p:nvPr/>
        </p:nvSpPr>
        <p:spPr>
          <a:xfrm xmlns:a="http://schemas.openxmlformats.org/drawingml/2006/main">
            <a:off x="5762625" y="419100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0" name="MS Q1–Q3, exported Seaborn statistics">
            <a:extLst xmlns:a="http://schemas.openxmlformats.org/drawingml/2006/main">
              <a:ext uri="{FF2B5EF4-FFF2-40B4-BE49-F238E27FC236}">
                <a16:creationId xmlns:a16="http://schemas.microsoft.com/office/drawing/2014/main" id="{FE45BBB2-21D7-45C6-A103-44ABE4D1FB91}"/>
              </a:ext>
            </a:extLst>
          </p:cNvPr>
          <p:cNvSpPr>
            <a:spLocks xmlns:a="http://schemas.openxmlformats.org/drawingml/2006/main" noGrp="1"/>
          </p:cNvSpPr>
          <p:nvPr/>
        </p:nvSpPr>
        <p:spPr>
          <a:xfrm xmlns:a="http://schemas.openxmlformats.org/drawingml/2006/main">
            <a:off x="5476875" y="3024188"/>
            <a:ext cx="1238250" cy="666750"/>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31" name="Thin monochrome rule">
            <a:extLst xmlns:a="http://schemas.openxmlformats.org/drawingml/2006/main">
              <a:ext uri="{FF2B5EF4-FFF2-40B4-BE49-F238E27FC236}">
                <a16:creationId xmlns:a16="http://schemas.microsoft.com/office/drawing/2014/main" id="{D3487835-5088-41F4-A42B-9064E75D0C85}"/>
              </a:ext>
            </a:extLst>
          </p:cNvPr>
          <p:cNvSpPr>
            <a:spLocks xmlns:a="http://schemas.openxmlformats.org/drawingml/2006/main" noGrp="1"/>
          </p:cNvSpPr>
          <p:nvPr/>
        </p:nvSpPr>
        <p:spPr>
          <a:xfrm xmlns:a="http://schemas.openxmlformats.org/drawingml/2006/main">
            <a:off x="5476875" y="3357563"/>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MS outlier 0">
            <a:extLst xmlns:a="http://schemas.openxmlformats.org/drawingml/2006/main">
              <a:ext uri="{FF2B5EF4-FFF2-40B4-BE49-F238E27FC236}">
                <a16:creationId xmlns:a16="http://schemas.microsoft.com/office/drawing/2014/main" id="{5F3F5BC7-ACF1-448E-8146-42FDA717F5EB}"/>
              </a:ext>
            </a:extLst>
          </p:cNvPr>
          <p:cNvSpPr>
            <a:spLocks xmlns:a="http://schemas.openxmlformats.org/drawingml/2006/main" noGrp="1"/>
          </p:cNvSpPr>
          <p:nvPr/>
        </p:nvSpPr>
        <p:spPr>
          <a:xfrm xmlns:a="http://schemas.openxmlformats.org/drawingml/2006/main">
            <a:off x="60579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33" name="MS (n=226)">
            <a:extLst xmlns:a="http://schemas.openxmlformats.org/drawingml/2006/main">
              <a:ext uri="{FF2B5EF4-FFF2-40B4-BE49-F238E27FC236}">
                <a16:creationId xmlns:a16="http://schemas.microsoft.com/office/drawing/2014/main" id="{34E1C789-5A47-4E37-A0F9-A512698C2507}"/>
              </a:ext>
            </a:extLst>
          </p:cNvPr>
          <p:cNvSpPr>
            <a:spLocks xmlns:a="http://schemas.openxmlformats.org/drawingml/2006/main" noGrp="1"/>
          </p:cNvSpPr>
          <p:nvPr/>
        </p:nvSpPr>
        <p:spPr>
          <a:xfrm xmlns:a="http://schemas.openxmlformats.org/drawingml/2006/main">
            <a:off x="5000625" y="547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MS (n=226)</a:t>
            </a:r>
          </a:p>
        </p:txBody>
      </p:sp>
      <p:sp>
        <p:nvSpPr>
          <p:cNvPr id="34" name="Medians: 13 / 11">
            <a:extLst xmlns:a="http://schemas.openxmlformats.org/drawingml/2006/main">
              <a:ext uri="{FF2B5EF4-FFF2-40B4-BE49-F238E27FC236}">
                <a16:creationId xmlns:a16="http://schemas.microsoft.com/office/drawing/2014/main" id="{2305EC1F-C56D-4A38-9BB0-803BD059FA4B}"/>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Medians: 13 / 11</a:t>
            </a:r>
          </a:p>
        </p:txBody>
      </p:sp>
      <p:sp>
        <p:nvSpPr>
          <p:cNvPr id="35" name="GP has a higher observed centre.&#10;&#10;MS has greater disper">
            <a:extLst xmlns:a="http://schemas.openxmlformats.org/drawingml/2006/main">
              <a:ext uri="{FF2B5EF4-FFF2-40B4-BE49-F238E27FC236}">
                <a16:creationId xmlns:a16="http://schemas.microsoft.com/office/drawing/2014/main" id="{2D6B7E5E-2887-4F23-892A-5DCDE038394E}"/>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GP has a higher observed centre.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MS has greater dispersion.</a:t>
            </a:r>
          </a:p>
        </p:txBody>
      </p:sp>
      <p:sp>
        <p:nvSpPr>
          <p:cNvPr id="36" name="Descriptive group differences do not identify a causal ">
            <a:extLst xmlns:a="http://schemas.openxmlformats.org/drawingml/2006/main">
              <a:ext uri="{FF2B5EF4-FFF2-40B4-BE49-F238E27FC236}">
                <a16:creationId xmlns:a16="http://schemas.microsoft.com/office/drawing/2014/main" id="{EDD6AC2C-C79C-42FB-93B7-AEE70CABDA1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Descriptive group differences do not identify a causal school effect.</a:t>
            </a:r>
          </a:p>
        </p:txBody>
      </p:sp>
    </p:spTree>
    <p:extLst>
      <p:ext uri="{BB962C8B-B14F-4D97-AF65-F5344CB8AC3E}">
        <p14:creationId xmlns:p14="http://schemas.microsoft.com/office/powerpoint/2010/main" val="512310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5AF0D9B-B899-4C0D-B0B6-044A4E7B98D7}"/>
              </a:ext>
            </a:extLst>
          </p:cNvPr>
          <p:cNvPicPr>
            <a:picLocks xmlns:a="http://schemas.openxmlformats.org/drawingml/2006/main" noChangeAspect="1"/>
          </p:cNvPicPr>
          <p:nvPr/>
        </p:nvPicPr>
        <p:blipFill>
          <a:blip xmlns:r="http://schemas.openxmlformats.org/officeDocument/2006/relationships" xmlns:a="http://schemas.openxmlformats.org/drawingml/2006/main" r:embed="Re96fbfce0afd4d3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F159109-219B-49D3-BE8A-A505621612E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 by study-time category</a:t>
            </a:r>
          </a:p>
        </p:txBody>
      </p:sp>
      <p:sp>
        <p:nvSpPr>
          <p:cNvPr id="3" name="Thin monochrome rule">
            <a:extLst xmlns:a="http://schemas.openxmlformats.org/drawingml/2006/main">
              <a:ext uri="{FF2B5EF4-FFF2-40B4-BE49-F238E27FC236}">
                <a16:creationId xmlns:a16="http://schemas.microsoft.com/office/drawing/2014/main" id="{2D0EDF53-8C48-4300-A488-1D1C4C79433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5CBB7C4C-7220-44C4-BC18-757AE446A0D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4EB8B9A4-7A8B-4A1F-9875-2B837C756418}"/>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0b35cbb709504f08"/>
          </a:graphicData>
        </a:graphic>
      </p:graphicFrame>
      <p:sp>
        <p:nvSpPr>
          <p:cNvPr id="6" name="Unequal groups">
            <a:extLst xmlns:a="http://schemas.openxmlformats.org/drawingml/2006/main">
              <a:ext uri="{FF2B5EF4-FFF2-40B4-BE49-F238E27FC236}">
                <a16:creationId xmlns:a16="http://schemas.microsoft.com/office/drawing/2014/main" id="{8ABC4CD6-3D63-4FDE-ACE1-FD3711CF4729}"/>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Unequal groups</a:t>
            </a:r>
          </a:p>
        </p:txBody>
      </p:sp>
      <p:sp>
        <p:nvSpPr>
          <p:cNvPr id="7" name="Category codes represent intervals.&#10;&#10;Counts accompany m">
            <a:extLst xmlns:a="http://schemas.openxmlformats.org/drawingml/2006/main">
              <a:ext uri="{FF2B5EF4-FFF2-40B4-BE49-F238E27FC236}">
                <a16:creationId xmlns:a16="http://schemas.microsoft.com/office/drawing/2014/main" id="{0C237DB4-52A9-429C-B616-DCE1306E9E4C}"/>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Category codes represent intervals.</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Counts accompany means.</a:t>
            </a:r>
          </a:p>
        </p:txBody>
      </p:sp>
      <p:sp>
        <p:nvSpPr>
          <p:cNvPr id="8" name="The positive association remains observational and pote">
            <a:extLst xmlns:a="http://schemas.openxmlformats.org/drawingml/2006/main">
              <a:ext uri="{FF2B5EF4-FFF2-40B4-BE49-F238E27FC236}">
                <a16:creationId xmlns:a16="http://schemas.microsoft.com/office/drawing/2014/main" id="{93B1B4D8-43BE-4662-8374-14F86D9A896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positive association remains observational and potentially confounded.</a:t>
            </a:r>
          </a:p>
        </p:txBody>
      </p:sp>
    </p:spTree>
    <p:extLst>
      <p:ext uri="{BB962C8B-B14F-4D97-AF65-F5344CB8AC3E}">
        <p14:creationId xmlns:p14="http://schemas.microsoft.com/office/powerpoint/2010/main" val="19429335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356AF4C-D36C-4485-8FEE-1D8F73A872D7}"/>
              </a:ext>
            </a:extLst>
          </p:cNvPr>
          <p:cNvPicPr>
            <a:picLocks xmlns:a="http://schemas.openxmlformats.org/drawingml/2006/main" noChangeAspect="1"/>
          </p:cNvPicPr>
          <p:nvPr/>
        </p:nvPicPr>
        <p:blipFill>
          <a:blip xmlns:r="http://schemas.openxmlformats.org/officeDocument/2006/relationships" xmlns:a="http://schemas.openxmlformats.org/drawingml/2006/main" r:embed="Rc6d18d6176f842b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1475A55-C934-4918-8A1B-342D73B1B48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Performance-band proportions</a:t>
            </a:r>
          </a:p>
        </p:txBody>
      </p:sp>
      <p:sp>
        <p:nvSpPr>
          <p:cNvPr id="3" name="Thin monochrome rule">
            <a:extLst xmlns:a="http://schemas.openxmlformats.org/drawingml/2006/main">
              <a:ext uri="{FF2B5EF4-FFF2-40B4-BE49-F238E27FC236}">
                <a16:creationId xmlns:a16="http://schemas.microsoft.com/office/drawing/2014/main" id="{B9ACBDC0-58C4-4F3F-B477-2BC139D8D11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B720F902-5EE2-420D-800C-873EC4A24FB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graphicFrame>
        <p:nvGraphicFramePr>
          <p:cNvPr id="5" name="Chart">
            <a:extLst xmlns:a="http://schemas.openxmlformats.org/drawingml/2006/main">
              <a:ext uri="{FF2B5EF4-FFF2-40B4-BE49-F238E27FC236}">
                <a16:creationId xmlns:a16="http://schemas.microsoft.com/office/drawing/2014/main" id="{AEBCC655-756A-4462-82DB-FFEF8B34C689}"/>
              </a:ext>
            </a:extLst>
          </p:cNvPr>
          <p:cNvGraphicFramePr/>
          <p:nvPr/>
        </p:nvGraphicFramePr>
        <p:xfrm>
          <a:off xmlns:a="http://schemas.openxmlformats.org/drawingml/2006/main" x="762000" y="166687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f525d1f178cb4151"/>
          </a:graphicData>
        </a:graphic>
      </p:graphicFrame>
      <p:sp>
        <p:nvSpPr>
          <p:cNvPr id="6" name="Largest band&#10;10–14">
            <a:extLst xmlns:a="http://schemas.openxmlformats.org/drawingml/2006/main">
              <a:ext uri="{FF2B5EF4-FFF2-40B4-BE49-F238E27FC236}">
                <a16:creationId xmlns:a16="http://schemas.microsoft.com/office/drawing/2014/main" id="{A1986394-220F-451C-81D6-9EC545E62181}"/>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Largest band</a:t>
            </a:r>
          </a:p>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10–14</a:t>
            </a:r>
          </a:p>
        </p:txBody>
      </p:sp>
      <p:sp>
        <p:nvSpPr>
          <p:cNvPr id="7" name="0–9: 100&#10;15.41%&#10;&#10;10–14: 418&#10;64.41%&#10;&#10;15–20: 131&#10;20.18%">
            <a:extLst xmlns:a="http://schemas.openxmlformats.org/drawingml/2006/main">
              <a:ext uri="{FF2B5EF4-FFF2-40B4-BE49-F238E27FC236}">
                <a16:creationId xmlns:a16="http://schemas.microsoft.com/office/drawing/2014/main" id="{F2AA2EE9-956D-4AF6-A7FC-EA8E05A07262}"/>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0–9: 100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10–14: 418</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64.41%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15–20: 131</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20.18%</a:t>
            </a:r>
          </a:p>
        </p:txBody>
      </p:sp>
      <p:sp>
        <p:nvSpPr>
          <p:cNvPr id="8" name="The bands are analyst-defined descriptions, not an offi">
            <a:extLst xmlns:a="http://schemas.openxmlformats.org/drawingml/2006/main">
              <a:ext uri="{FF2B5EF4-FFF2-40B4-BE49-F238E27FC236}">
                <a16:creationId xmlns:a16="http://schemas.microsoft.com/office/drawing/2014/main" id="{78068BA7-33C0-4517-8676-FD247718063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bands are analyst-defined descriptions, not an official grading classification.</a:t>
            </a:r>
          </a:p>
        </p:txBody>
      </p:sp>
    </p:spTree>
    <p:extLst>
      <p:ext uri="{BB962C8B-B14F-4D97-AF65-F5344CB8AC3E}">
        <p14:creationId xmlns:p14="http://schemas.microsoft.com/office/powerpoint/2010/main" val="3828763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0D94631-0884-461A-B3D8-2ADC3B21DE32}"/>
              </a:ext>
            </a:extLst>
          </p:cNvPr>
          <p:cNvPicPr>
            <a:picLocks xmlns:a="http://schemas.openxmlformats.org/drawingml/2006/main" noChangeAspect="1"/>
          </p:cNvPicPr>
          <p:nvPr/>
        </p:nvPicPr>
        <p:blipFill>
          <a:blip xmlns:r="http://schemas.openxmlformats.org/officeDocument/2006/relationships" xmlns:a="http://schemas.openxmlformats.org/drawingml/2006/main" r:embed="R7a0a46bed07c4f0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E2F0337-6657-45A8-9799-B4D45289318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Earlier and final grades</a:t>
            </a:r>
          </a:p>
        </p:txBody>
      </p:sp>
      <p:sp>
        <p:nvSpPr>
          <p:cNvPr id="3" name="Thin monochrome rule">
            <a:extLst xmlns:a="http://schemas.openxmlformats.org/drawingml/2006/main">
              <a:ext uri="{FF2B5EF4-FFF2-40B4-BE49-F238E27FC236}">
                <a16:creationId xmlns:a16="http://schemas.microsoft.com/office/drawing/2014/main" id="{54AC465D-4893-43E4-8846-B8834EF7F4C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53D06A9E-9F7C-4FD8-B753-071C1AB4045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graphicFrame>
        <p:nvGraphicFramePr>
          <p:cNvPr id="5" name="Chart">
            <a:extLst xmlns:a="http://schemas.openxmlformats.org/drawingml/2006/main">
              <a:ext uri="{FF2B5EF4-FFF2-40B4-BE49-F238E27FC236}">
                <a16:creationId xmlns:a16="http://schemas.microsoft.com/office/drawing/2014/main" id="{AC251363-5B57-4D86-9011-0B1A4635E48C}"/>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fa69bbc41c814ab4"/>
          </a:graphicData>
        </a:graphic>
      </p:graphicFrame>
      <p:sp>
        <p:nvSpPr>
          <p:cNvPr id="6" name="ρ = 0.9445">
            <a:extLst xmlns:a="http://schemas.openxmlformats.org/drawingml/2006/main">
              <a:ext uri="{FF2B5EF4-FFF2-40B4-BE49-F238E27FC236}">
                <a16:creationId xmlns:a16="http://schemas.microsoft.com/office/drawing/2014/main" id="{5D2B5342-49BB-4BDC-B2F6-7588785D767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0.9445</a:t>
            </a:r>
          </a:p>
        </p:txBody>
      </p:sp>
      <p:sp>
        <p:nvSpPr>
          <p:cNvPr id="7" name="Pearson r = 0.9185&#10;&#10;Related assessments at different pe">
            <a:extLst xmlns:a="http://schemas.openxmlformats.org/drawingml/2006/main">
              <a:ext uri="{FF2B5EF4-FFF2-40B4-BE49-F238E27FC236}">
                <a16:creationId xmlns:a16="http://schemas.microsoft.com/office/drawing/2014/main" id="{F92C1D95-E179-4D12-ABEF-814846649CAA}"/>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Pearson r = 0.9185</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Related assessments at different periods</a:t>
            </a:r>
          </a:p>
        </p:txBody>
      </p:sp>
      <p:sp>
        <p:nvSpPr>
          <p:cNvPr id="8" name="The fitted line describes the observations; it is not a">
            <a:extLst xmlns:a="http://schemas.openxmlformats.org/drawingml/2006/main">
              <a:ext uri="{FF2B5EF4-FFF2-40B4-BE49-F238E27FC236}">
                <a16:creationId xmlns:a16="http://schemas.microsoft.com/office/drawing/2014/main" id="{1BCFD68D-5608-43B8-B022-D75C17FAA77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fitted line describes the observations; it is not a validated forecasting model.</a:t>
            </a:r>
          </a:p>
        </p:txBody>
      </p:sp>
    </p:spTree>
    <p:extLst>
      <p:ext uri="{BB962C8B-B14F-4D97-AF65-F5344CB8AC3E}">
        <p14:creationId xmlns:p14="http://schemas.microsoft.com/office/powerpoint/2010/main" val="662797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CE18B09-B369-495A-91B5-FE1C5C1626AF}"/>
              </a:ext>
            </a:extLst>
          </p:cNvPr>
          <p:cNvPicPr>
            <a:picLocks xmlns:a="http://schemas.openxmlformats.org/drawingml/2006/main" noChangeAspect="1"/>
          </p:cNvPicPr>
          <p:nvPr/>
        </p:nvPicPr>
        <p:blipFill>
          <a:blip xmlns:r="http://schemas.openxmlformats.org/officeDocument/2006/relationships" xmlns:a="http://schemas.openxmlformats.org/drawingml/2006/main" r:embed="R48412a42668d428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5586EE8-BE4F-4BBE-94EF-255C5056629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Matplotlib core from Python structures</a:t>
            </a:r>
          </a:p>
        </p:txBody>
      </p:sp>
      <p:sp>
        <p:nvSpPr>
          <p:cNvPr id="3" name="Thin monochrome rule">
            <a:extLst xmlns:a="http://schemas.openxmlformats.org/drawingml/2006/main">
              <a:ext uri="{FF2B5EF4-FFF2-40B4-BE49-F238E27FC236}">
                <a16:creationId xmlns:a16="http://schemas.microsoft.com/office/drawing/2014/main" id="{98A07D9C-8C7B-4B89-8071-FCCAAED142C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7D996A84-0C68-40FC-B3F2-E294BB21F25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graphicFrame>
        <p:nvGraphicFramePr>
          <p:cNvPr id="5" name="Chart">
            <a:extLst xmlns:a="http://schemas.openxmlformats.org/drawingml/2006/main">
              <a:ext uri="{FF2B5EF4-FFF2-40B4-BE49-F238E27FC236}">
                <a16:creationId xmlns:a16="http://schemas.microsoft.com/office/drawing/2014/main" id="{500A275C-0AC7-4489-92DD-D12621374066}"/>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6fe68f05987b4379"/>
          </a:graphicData>
        </a:graphic>
      </p:graphicFrame>
      <p:sp>
        <p:nvSpPr>
          <p:cNvPr id="6" name="List + dictionary">
            <a:extLst xmlns:a="http://schemas.openxmlformats.org/drawingml/2006/main">
              <a:ext uri="{FF2B5EF4-FFF2-40B4-BE49-F238E27FC236}">
                <a16:creationId xmlns:a16="http://schemas.microsoft.com/office/drawing/2014/main" id="{476424B4-4CDD-475A-8F05-A27523030C53}"/>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List + dictionary</a:t>
            </a:r>
          </a:p>
        </p:txBody>
      </p:sp>
      <p:sp>
        <p:nvSpPr>
          <p:cNvPr id="7" name="Only Matplotlib plots the notebook demonstration.&#10;&#10;Five">
            <a:extLst xmlns:a="http://schemas.openxmlformats.org/drawingml/2006/main">
              <a:ext uri="{FF2B5EF4-FFF2-40B4-BE49-F238E27FC236}">
                <a16:creationId xmlns:a16="http://schemas.microsoft.com/office/drawing/2014/main" id="{CBE8138F-CE7C-4FF4-84AA-0847A260F23D}"/>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Only Matplotlib plots the notebook demonstration.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Five records illustrate mechanics.</a:t>
            </a:r>
          </a:p>
        </p:txBody>
      </p:sp>
      <p:sp>
        <p:nvSpPr>
          <p:cNvPr id="8" name="This small example is not a random sample or a populati">
            <a:extLst xmlns:a="http://schemas.openxmlformats.org/drawingml/2006/main">
              <a:ext uri="{FF2B5EF4-FFF2-40B4-BE49-F238E27FC236}">
                <a16:creationId xmlns:a16="http://schemas.microsoft.com/office/drawing/2014/main" id="{E4AE7067-8AA2-44D2-BC3F-BA40EFC5161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small example is not a random sample or a population trend.</a:t>
            </a:r>
          </a:p>
        </p:txBody>
      </p:sp>
    </p:spTree>
    <p:extLst>
      <p:ext uri="{BB962C8B-B14F-4D97-AF65-F5344CB8AC3E}">
        <p14:creationId xmlns:p14="http://schemas.microsoft.com/office/powerpoint/2010/main" val="13966740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EC00FEC-38EE-4A24-B1C6-4D776BEE6A07}"/>
              </a:ext>
            </a:extLst>
          </p:cNvPr>
          <p:cNvPicPr>
            <a:picLocks xmlns:a="http://schemas.openxmlformats.org/drawingml/2006/main" noChangeAspect="1"/>
          </p:cNvPicPr>
          <p:nvPr/>
        </p:nvPicPr>
        <p:blipFill>
          <a:blip xmlns:r="http://schemas.openxmlformats.org/officeDocument/2006/relationships" xmlns:a="http://schemas.openxmlformats.org/drawingml/2006/main" r:embed="Ra521159aea1d48e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900B71E-8132-4668-B8B5-88927BB8A10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Comprehensive report and extreme records</a:t>
            </a:r>
          </a:p>
        </p:txBody>
      </p:sp>
      <p:sp>
        <p:nvSpPr>
          <p:cNvPr id="3" name="Thin monochrome rule">
            <a:extLst xmlns:a="http://schemas.openxmlformats.org/drawingml/2006/main">
              <a:ext uri="{FF2B5EF4-FFF2-40B4-BE49-F238E27FC236}">
                <a16:creationId xmlns:a16="http://schemas.microsoft.com/office/drawing/2014/main" id="{AEC0A0DE-007F-4C25-82A0-D0A33E5A532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9AF84873-FFC0-46F1-8F84-61E52DED60B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5B8E1110-16DA-4057-8C0B-092FBCD30244}"/>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firstRow="0" bandRow="0"/>
              <a:tblGrid>
                <a:gridCol w="4485033"/>
                <a:gridCol w="2360543"/>
                <a:gridCol w="4012924"/>
              </a:tblGrid>
              <a:tr h="523875">
                <a:tc>
                  <a:txBody>
                    <a:bodyPr wrap="square" lIns="85725" tIns="85725" rIns="85725" bIns="85725">
                      <a:noAutofit/>
                    </a:bodyPr>
                    <a:lstStyle/>
                    <a:p>
                      <a:pPr algn="l"/>
                      <a:r>
                        <a:rPr sz="2100" b="1">
                          <a:solidFill>
                            <a:srgbClr val="000000"/>
                          </a:solidFill>
                          <a:latin typeface="Arial"/>
                          <a:ea typeface="Arial"/>
                          <a:cs typeface="Arial"/>
                        </a:rPr>
                        <a:t>Summary item</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Count</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Share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records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33 original + 4 derived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0–9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15.41%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10–14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15–20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131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20.18%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op/bottom: exactly ten rows; original source order res">
            <a:extLst xmlns:a="http://schemas.openxmlformats.org/drawingml/2006/main">
              <a:ext uri="{FF2B5EF4-FFF2-40B4-BE49-F238E27FC236}">
                <a16:creationId xmlns:a16="http://schemas.microsoft.com/office/drawing/2014/main" id="{F98E3484-504A-455D-99A2-E6196F29126E}"/>
              </a:ext>
            </a:extLst>
          </p:cNvPr>
          <p:cNvSpPr>
            <a:spLocks xmlns:a="http://schemas.openxmlformats.org/drawingml/2006/main" noGrp="1"/>
          </p:cNvSpPr>
          <p:nvPr/>
        </p:nvSpPr>
        <p:spPr>
          <a:xfrm xmlns:a="http://schemas.openxmlformats.org/drawingml/2006/main">
            <a:off x="762000" y="528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Top/bottom: exactly ten rows; original source order resolves ties.</a:t>
            </a:r>
          </a:p>
        </p:txBody>
      </p:sp>
      <p:sp>
        <p:nvSpPr>
          <p:cNvPr id="7" name="Complete rows and all columns are preserved in the note">
            <a:extLst xmlns:a="http://schemas.openxmlformats.org/drawingml/2006/main">
              <a:ext uri="{FF2B5EF4-FFF2-40B4-BE49-F238E27FC236}">
                <a16:creationId xmlns:a16="http://schemas.microsoft.com/office/drawing/2014/main" id="{F2DAAE72-3EF1-4E9D-96F0-7FA4ADF5C41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Complete rows and all columns are preserved in the notebook and CSV exports.</a:t>
            </a:r>
          </a:p>
        </p:txBody>
      </p:sp>
    </p:spTree>
    <p:extLst>
      <p:ext uri="{BB962C8B-B14F-4D97-AF65-F5344CB8AC3E}">
        <p14:creationId xmlns:p14="http://schemas.microsoft.com/office/powerpoint/2010/main" val="10995919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88FF3B4-FBDF-484D-A7E8-5BBBF01B30E4}"/>
              </a:ext>
            </a:extLst>
          </p:cNvPr>
          <p:cNvPicPr>
            <a:picLocks xmlns:a="http://schemas.openxmlformats.org/drawingml/2006/main" noChangeAspect="1"/>
          </p:cNvPicPr>
          <p:nvPr/>
        </p:nvPicPr>
        <p:blipFill>
          <a:blip xmlns:r="http://schemas.openxmlformats.org/officeDocument/2006/relationships" xmlns:a="http://schemas.openxmlformats.org/drawingml/2006/main" r:embed="Rca0bcf082e164a9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0DAFF79-CEA1-402F-B4A9-9CFD361FCE3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Code demonstration</a:t>
            </a:r>
          </a:p>
        </p:txBody>
      </p:sp>
      <p:sp>
        <p:nvSpPr>
          <p:cNvPr id="3" name="Thin monochrome rule">
            <a:extLst xmlns:a="http://schemas.openxmlformats.org/drawingml/2006/main">
              <a:ext uri="{FF2B5EF4-FFF2-40B4-BE49-F238E27FC236}">
                <a16:creationId xmlns:a16="http://schemas.microsoft.com/office/drawing/2014/main" id="{CB8D860B-C486-49B2-9472-9029F307455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1D257763-4BF9-491C-9227-D989F34FF08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01">
            <a:extLst xmlns:a="http://schemas.openxmlformats.org/drawingml/2006/main">
              <a:ext uri="{FF2B5EF4-FFF2-40B4-BE49-F238E27FC236}">
                <a16:creationId xmlns:a16="http://schemas.microsoft.com/office/drawing/2014/main" id="{68957521-F7E5-4B63-ADE2-A2C019E137AC}"/>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Show the same 32-cell mask and both treatment branches.">
            <a:extLst xmlns:a="http://schemas.openxmlformats.org/drawingml/2006/main">
              <a:ext uri="{FF2B5EF4-FFF2-40B4-BE49-F238E27FC236}">
                <a16:creationId xmlns:a16="http://schemas.microsoft.com/office/drawing/2014/main" id="{45878D45-1CA3-4CD2-B8B4-312F16C34BA5}"/>
              </a:ext>
            </a:extLst>
          </p:cNvPr>
          <p:cNvSpPr>
            <a:spLocks xmlns:a="http://schemas.openxmlformats.org/drawingml/2006/main" noGrp="1"/>
          </p:cNvSpPr>
          <p:nvPr/>
        </p:nvSpPr>
        <p:spPr>
          <a:xfrm xmlns:a="http://schemas.openxmlformats.org/drawingml/2006/main">
            <a:off x="1571625" y="17145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the same 32-cell mask and both treatment branches.</a:t>
            </a:r>
          </a:p>
        </p:txBody>
      </p:sp>
      <p:sp>
        <p:nvSpPr>
          <p:cNvPr id="7" name="02">
            <a:extLst xmlns:a="http://schemas.openxmlformats.org/drawingml/2006/main">
              <a:ext uri="{FF2B5EF4-FFF2-40B4-BE49-F238E27FC236}">
                <a16:creationId xmlns:a16="http://schemas.microsoft.com/office/drawing/2014/main" id="{4CCA24D2-0A13-4543-9148-9C130948030F}"/>
              </a:ext>
            </a:extLst>
          </p:cNvPr>
          <p:cNvSpPr>
            <a:spLocks xmlns:a="http://schemas.openxmlformats.org/drawingml/2006/main" noGrp="1"/>
          </p:cNvSpPr>
          <p:nvPr/>
        </p:nvSpPr>
        <p:spPr>
          <a:xfrm xmlns:a="http://schemas.openxmlformats.org/drawingml/2006/main">
            <a:off x="762000" y="27432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insert(), grouped statistics and transform().">
            <a:extLst xmlns:a="http://schemas.openxmlformats.org/drawingml/2006/main">
              <a:ext uri="{FF2B5EF4-FFF2-40B4-BE49-F238E27FC236}">
                <a16:creationId xmlns:a16="http://schemas.microsoft.com/office/drawing/2014/main" id="{B31A73A6-F7B4-430F-B388-92205A277B82}"/>
              </a:ext>
            </a:extLst>
          </p:cNvPr>
          <p:cNvSpPr>
            <a:spLocks xmlns:a="http://schemas.openxmlformats.org/drawingml/2006/main" noGrp="1"/>
          </p:cNvSpPr>
          <p:nvPr/>
        </p:nvSpPr>
        <p:spPr>
          <a:xfrm xmlns:a="http://schemas.openxmlformats.org/drawingml/2006/main">
            <a:off x="1571625" y="27432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insert(), grouped statistics and transform().</a:t>
            </a:r>
          </a:p>
        </p:txBody>
      </p:sp>
      <p:sp>
        <p:nvSpPr>
          <p:cNvPr id="9" name="03">
            <a:extLst xmlns:a="http://schemas.openxmlformats.org/drawingml/2006/main">
              <a:ext uri="{FF2B5EF4-FFF2-40B4-BE49-F238E27FC236}">
                <a16:creationId xmlns:a16="http://schemas.microsoft.com/office/drawing/2014/main" id="{BBCAA678-5152-46F3-8092-5EAD21C47604}"/>
              </a:ext>
            </a:extLst>
          </p:cNvPr>
          <p:cNvSpPr>
            <a:spLocks xmlns:a="http://schemas.openxmlformats.org/drawingml/2006/main" noGrp="1"/>
          </p:cNvSpPr>
          <p:nvPr/>
        </p:nvSpPr>
        <p:spPr>
          <a:xfrm xmlns:a="http://schemas.openxmlformats.org/drawingml/2006/main">
            <a:off x="762000" y="37719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Call comprehensive_report(df) and inspect complete top/">
            <a:extLst xmlns:a="http://schemas.openxmlformats.org/drawingml/2006/main">
              <a:ext uri="{FF2B5EF4-FFF2-40B4-BE49-F238E27FC236}">
                <a16:creationId xmlns:a16="http://schemas.microsoft.com/office/drawing/2014/main" id="{C8C4D7A9-7966-4614-936D-52D3C90755E8}"/>
              </a:ext>
            </a:extLst>
          </p:cNvPr>
          <p:cNvSpPr>
            <a:spLocks xmlns:a="http://schemas.openxmlformats.org/drawingml/2006/main" noGrp="1"/>
          </p:cNvSpPr>
          <p:nvPr/>
        </p:nvSpPr>
        <p:spPr>
          <a:xfrm xmlns:a="http://schemas.openxmlformats.org/drawingml/2006/main">
            <a:off x="1571625" y="37719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Call comprehensive_report(df) and inspect complete top/bottom rows.</a:t>
            </a:r>
          </a:p>
        </p:txBody>
      </p:sp>
      <p:sp>
        <p:nvSpPr>
          <p:cNvPr id="11" name="04">
            <a:extLst xmlns:a="http://schemas.openxmlformats.org/drawingml/2006/main">
              <a:ext uri="{FF2B5EF4-FFF2-40B4-BE49-F238E27FC236}">
                <a16:creationId xmlns:a16="http://schemas.microsoft.com/office/drawing/2014/main" id="{58EEB1EC-53EB-4FC3-BA33-51EC6F9519EE}"/>
              </a:ext>
            </a:extLst>
          </p:cNvPr>
          <p:cNvSpPr>
            <a:spLocks xmlns:a="http://schemas.openxmlformats.org/drawingml/2006/main" noGrp="1"/>
          </p:cNvSpPr>
          <p:nvPr/>
        </p:nvSpPr>
        <p:spPr>
          <a:xfrm xmlns:a="http://schemas.openxmlformats.org/drawingml/2006/main">
            <a:off x="762000" y="4800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Use the executed notebook if live execution fails.">
            <a:extLst xmlns:a="http://schemas.openxmlformats.org/drawingml/2006/main">
              <a:ext uri="{FF2B5EF4-FFF2-40B4-BE49-F238E27FC236}">
                <a16:creationId xmlns:a16="http://schemas.microsoft.com/office/drawing/2014/main" id="{2B5BCE74-B110-4514-BD62-23E1FD0764EC}"/>
              </a:ext>
            </a:extLst>
          </p:cNvPr>
          <p:cNvSpPr>
            <a:spLocks xmlns:a="http://schemas.openxmlformats.org/drawingml/2006/main" noGrp="1"/>
          </p:cNvSpPr>
          <p:nvPr/>
        </p:nvSpPr>
        <p:spPr>
          <a:xfrm xmlns:a="http://schemas.openxmlformats.org/drawingml/2006/main">
            <a:off x="1571625" y="48006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Use the executed notebook if live execution fails.</a:t>
            </a:r>
          </a:p>
        </p:txBody>
      </p:sp>
    </p:spTree>
    <p:extLst>
      <p:ext uri="{BB962C8B-B14F-4D97-AF65-F5344CB8AC3E}">
        <p14:creationId xmlns:p14="http://schemas.microsoft.com/office/powerpoint/2010/main" val="17968565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93C04B8-D605-46F0-AFCF-1C2C18185280}"/>
              </a:ext>
            </a:extLst>
          </p:cNvPr>
          <p:cNvPicPr>
            <a:picLocks xmlns:a="http://schemas.openxmlformats.org/drawingml/2006/main" noChangeAspect="1"/>
          </p:cNvPicPr>
          <p:nvPr/>
        </p:nvPicPr>
        <p:blipFill>
          <a:blip xmlns:r="http://schemas.openxmlformats.org/officeDocument/2006/relationships" xmlns:a="http://schemas.openxmlformats.org/drawingml/2006/main" r:embed="Rcbed46082506404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A4D643A-CBF1-4895-9DFC-2BED48A1E60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1029B8E6-0935-4886-8087-8CF71AE2DA7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0">
            <a:extLst xmlns:a="http://schemas.openxmlformats.org/drawingml/2006/main">
              <a:ext uri="{FF2B5EF4-FFF2-40B4-BE49-F238E27FC236}">
                <a16:creationId xmlns:a16="http://schemas.microsoft.com/office/drawing/2014/main" id="{CA85EF12-418D-492D-B00C-AA5449276F2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20</a:t>
            </a:r>
          </a:p>
        </p:txBody>
      </p:sp>
      <p:sp>
        <p:nvSpPr>
          <p:cNvPr id="5" name="Observed findings">
            <a:extLst xmlns:a="http://schemas.openxmlformats.org/drawingml/2006/main">
              <a:ext uri="{FF2B5EF4-FFF2-40B4-BE49-F238E27FC236}">
                <a16:creationId xmlns:a16="http://schemas.microsoft.com/office/drawing/2014/main" id="{3013261C-B7DB-4EB7-870A-BD73CDF8870F}"/>
              </a:ext>
            </a:extLst>
          </p:cNvPr>
          <p:cNvSpPr>
            <a:spLocks xmlns:a="http://schemas.openxmlformats.org/drawingml/2006/main" noGrp="1"/>
          </p:cNvSpPr>
          <p:nvPr/>
        </p:nvSpPr>
        <p:spPr>
          <a:xfrm xmlns:a="http://schemas.openxmlformats.org/drawingml/2006/main">
            <a:off x="762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Observed findings</a:t>
            </a:r>
          </a:p>
        </p:txBody>
      </p:sp>
      <p:sp>
        <p:nvSpPr>
          <p:cNvPr id="6" name="Final grade mean: 11.91&#10;&#10;G2 association: ρ = 0.9445&#10;&#10;St">
            <a:extLst xmlns:a="http://schemas.openxmlformats.org/drawingml/2006/main">
              <a:ext uri="{FF2B5EF4-FFF2-40B4-BE49-F238E27FC236}">
                <a16:creationId xmlns:a16="http://schemas.microsoft.com/office/drawing/2014/main" id="{AB346BB9-2A93-43BD-8AF2-17C522FF220F}"/>
              </a:ext>
            </a:extLst>
          </p:cNvPr>
          <p:cNvSpPr>
            <a:spLocks xmlns:a="http://schemas.openxmlformats.org/drawingml/2006/main" noGrp="1"/>
          </p:cNvSpPr>
          <p:nvPr/>
        </p:nvSpPr>
        <p:spPr>
          <a:xfrm xmlns:a="http://schemas.openxmlformats.org/drawingml/2006/main">
            <a:off x="762000" y="2428875"/>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Final grade mean: 11.91</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G2 association: ρ = 0.9445</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Strongest examined contextual rank association: failures</a:t>
            </a:r>
          </a:p>
        </p:txBody>
      </p:sp>
      <p:sp>
        <p:nvSpPr>
          <p:cNvPr id="7" name="Thin monochrome rule">
            <a:extLst xmlns:a="http://schemas.openxmlformats.org/drawingml/2006/main">
              <a:ext uri="{FF2B5EF4-FFF2-40B4-BE49-F238E27FC236}">
                <a16:creationId xmlns:a16="http://schemas.microsoft.com/office/drawing/2014/main" id="{072D48EF-9509-4C9E-BF2F-6CC67EF12015}"/>
              </a:ext>
            </a:extLst>
          </p:cNvPr>
          <p:cNvSpPr>
            <a:spLocks xmlns:a="http://schemas.openxmlformats.org/drawingml/2006/main" noGrp="1"/>
          </p:cNvSpPr>
          <p:nvPr/>
        </p:nvSpPr>
        <p:spPr>
          <a:xfrm xmlns:a="http://schemas.openxmlformats.org/drawingml/2006/main">
            <a:off x="6191250" y="1762125"/>
            <a:ext cx="14288" cy="37623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Interpretation limits">
            <a:extLst xmlns:a="http://schemas.openxmlformats.org/drawingml/2006/main">
              <a:ext uri="{FF2B5EF4-FFF2-40B4-BE49-F238E27FC236}">
                <a16:creationId xmlns:a16="http://schemas.microsoft.com/office/drawing/2014/main" id="{ECB7F186-56F4-4F83-BA24-0F569CF4D082}"/>
              </a:ext>
            </a:extLst>
          </p:cNvPr>
          <p:cNvSpPr>
            <a:spLocks xmlns:a="http://schemas.openxmlformats.org/drawingml/2006/main" noGrp="1"/>
          </p:cNvSpPr>
          <p:nvPr/>
        </p:nvSpPr>
        <p:spPr>
          <a:xfrm xmlns:a="http://schemas.openxmlformats.org/drawingml/2006/main">
            <a:off x="676275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Interpretation limits</a:t>
            </a:r>
          </a:p>
        </p:txBody>
      </p:sp>
      <p:sp>
        <p:nvSpPr>
          <p:cNvPr id="9" name="Two schools and one subject&#10;&#10;Ordinal coding and unequal">
            <a:extLst xmlns:a="http://schemas.openxmlformats.org/drawingml/2006/main">
              <a:ext uri="{FF2B5EF4-FFF2-40B4-BE49-F238E27FC236}">
                <a16:creationId xmlns:a16="http://schemas.microsoft.com/office/drawing/2014/main" id="{3DD5CF48-251E-41DA-BB85-62EC2C499611}"/>
              </a:ext>
            </a:extLst>
          </p:cNvPr>
          <p:cNvSpPr>
            <a:spLocks xmlns:a="http://schemas.openxmlformats.org/drawingml/2006/main" noGrp="1"/>
          </p:cNvSpPr>
          <p:nvPr/>
        </p:nvSpPr>
        <p:spPr>
          <a:xfrm xmlns:a="http://schemas.openxmlformats.org/drawingml/2006/main">
            <a:off x="6762750" y="242887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Two schools and one subject</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Ordinal coding and unequal groups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Unadjusted observational associations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One MCAR simulation</a:t>
            </a:r>
          </a:p>
        </p:txBody>
      </p:sp>
    </p:spTree>
    <p:extLst>
      <p:ext uri="{BB962C8B-B14F-4D97-AF65-F5344CB8AC3E}">
        <p14:creationId xmlns:p14="http://schemas.microsoft.com/office/powerpoint/2010/main" val="171555420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A5F0E0B-0879-44E7-A29E-BC7D7281D8D4}"/>
              </a:ext>
            </a:extLst>
          </p:cNvPr>
          <p:cNvPicPr>
            <a:picLocks xmlns:a="http://schemas.openxmlformats.org/drawingml/2006/main" noChangeAspect="1"/>
          </p:cNvPicPr>
          <p:nvPr/>
        </p:nvPicPr>
        <p:blipFill>
          <a:blip xmlns:r="http://schemas.openxmlformats.org/officeDocument/2006/relationships" xmlns:a="http://schemas.openxmlformats.org/drawingml/2006/main" r:embed="R31caa5ad894e4db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8754688-BA78-401B-B740-261C50CEE00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B7996ED1-0344-4B18-9721-049573A6998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1">
            <a:extLst xmlns:a="http://schemas.openxmlformats.org/drawingml/2006/main">
              <a:ext uri="{FF2B5EF4-FFF2-40B4-BE49-F238E27FC236}">
                <a16:creationId xmlns:a16="http://schemas.microsoft.com/office/drawing/2014/main" id="{30243C35-A172-4757-8F39-B9FAB14A46C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21</a:t>
            </a:r>
          </a:p>
        </p:txBody>
      </p:sp>
      <p:sp>
        <p:nvSpPr>
          <p:cNvPr id="5" name="Cortez (2008). Student Performance. UCI Machine Learnin">
            <a:extLst xmlns:a="http://schemas.openxmlformats.org/drawingml/2006/main">
              <a:ext uri="{FF2B5EF4-FFF2-40B4-BE49-F238E27FC236}">
                <a16:creationId xmlns:a16="http://schemas.microsoft.com/office/drawing/2014/main" id="{A8BF2B84-A1B9-4C00-BEC7-98DFA89085D4}"/>
              </a:ext>
            </a:extLst>
          </p:cNvPr>
          <p:cNvSpPr>
            <a:spLocks xmlns:a="http://schemas.openxmlformats.org/drawingml/2006/main" noGrp="1"/>
          </p:cNvSpPr>
          <p:nvPr/>
        </p:nvSpPr>
        <p:spPr>
          <a:xfrm xmlns:a="http://schemas.openxmlformats.org/drawingml/2006/main">
            <a:off x="762000" y="1809750"/>
            <a:ext cx="106680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Cortez (2008). Student Performance. UCI Machine Learning Repository.</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https://doi.org/10.24432/C5TG7T</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Pandas documentation  https://pandas.pydata.org/docs/</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Seaborn API  https://seaborn.pydata.org/api.html</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Matplotlib documentation  https://matplotlib.org/stable/</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NumPy documentation  https://numpy.org/doc/</a:t>
            </a:r>
          </a:p>
        </p:txBody>
      </p:sp>
      <p:sp>
        <p:nvSpPr>
          <p:cNvPr id="6" name="The dataset is reused under CC BY 4.0 with attribution.">
            <a:extLst xmlns:a="http://schemas.openxmlformats.org/drawingml/2006/main">
              <a:ext uri="{FF2B5EF4-FFF2-40B4-BE49-F238E27FC236}">
                <a16:creationId xmlns:a16="http://schemas.microsoft.com/office/drawing/2014/main" id="{58B1978E-5A66-40B5-A570-FFB22D32FA6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dataset is reused under CC BY 4.0 with attribution.</a:t>
            </a:r>
          </a:p>
        </p:txBody>
      </p:sp>
    </p:spTree>
    <p:extLst>
      <p:ext uri="{BB962C8B-B14F-4D97-AF65-F5344CB8AC3E}">
        <p14:creationId xmlns:p14="http://schemas.microsoft.com/office/powerpoint/2010/main" val="7009119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ABB3A55-81A1-4EDC-8AB0-7238A2037488}"/>
              </a:ext>
            </a:extLst>
          </p:cNvPr>
          <p:cNvPicPr>
            <a:picLocks xmlns:a="http://schemas.openxmlformats.org/drawingml/2006/main" noChangeAspect="1"/>
          </p:cNvPicPr>
          <p:nvPr/>
        </p:nvPicPr>
        <p:blipFill>
          <a:blip xmlns:r="http://schemas.openxmlformats.org/officeDocument/2006/relationships" xmlns:a="http://schemas.openxmlformats.org/drawingml/2006/main" r:embed="Rbf7fecdb3f0a4ae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48756C7-CD1A-4071-884A-BFE9C78EA75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Questions and discussion</a:t>
            </a:r>
          </a:p>
        </p:txBody>
      </p:sp>
      <p:sp>
        <p:nvSpPr>
          <p:cNvPr id="3" name="Thin monochrome rule">
            <a:extLst xmlns:a="http://schemas.openxmlformats.org/drawingml/2006/main">
              <a:ext uri="{FF2B5EF4-FFF2-40B4-BE49-F238E27FC236}">
                <a16:creationId xmlns:a16="http://schemas.microsoft.com/office/drawing/2014/main" id="{CA44F928-5174-4FE4-91FD-4E9976400C4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2">
            <a:extLst xmlns:a="http://schemas.openxmlformats.org/drawingml/2006/main">
              <a:ext uri="{FF2B5EF4-FFF2-40B4-BE49-F238E27FC236}">
                <a16:creationId xmlns:a16="http://schemas.microsoft.com/office/drawing/2014/main" id="{09ED2433-4F3A-4CB5-BC22-6C4268BF689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22</a:t>
            </a:r>
          </a:p>
        </p:txBody>
      </p:sp>
      <p:sp>
        <p:nvSpPr>
          <p:cNvPr id="5" name="Questions">
            <a:extLst xmlns:a="http://schemas.openxmlformats.org/drawingml/2006/main">
              <a:ext uri="{FF2B5EF4-FFF2-40B4-BE49-F238E27FC236}">
                <a16:creationId xmlns:a16="http://schemas.microsoft.com/office/drawing/2014/main" id="{644F0020-72DA-4606-8C25-D46DE5FA5BC2}"/>
              </a:ext>
            </a:extLst>
          </p:cNvPr>
          <p:cNvSpPr>
            <a:spLocks xmlns:a="http://schemas.openxmlformats.org/drawingml/2006/main" noGrp="1"/>
          </p:cNvSpPr>
          <p:nvPr/>
        </p:nvSpPr>
        <p:spPr>
          <a:xfrm xmlns:a="http://schemas.openxmlformats.org/drawingml/2006/main">
            <a:off x="762000" y="2000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00" b="1">
                <a:solidFill>
                  <a:srgbClr val="000000"/>
                </a:solidFill>
                <a:latin typeface="Arial"/>
                <a:ea typeface="Arial"/>
                <a:cs typeface="Arial"/>
              </a:defRPr>
            </a:defPPr>
          </a:lstStyle>
          <a:p xmlns:a="http://schemas.openxmlformats.org/drawingml/2006/main">
            <a:pPr algn="l">
              <a:defRPr sz="4400" b="1">
                <a:solidFill>
                  <a:srgbClr val="000000"/>
                </a:solidFill>
                <a:latin typeface="Arial"/>
                <a:ea typeface="Arial"/>
                <a:cs typeface="Arial"/>
              </a:defRPr>
            </a:pPr>
            <a:r>
              <a:rPr sz="4400" b="1">
                <a:solidFill>
                  <a:srgbClr val="000000"/>
                </a:solidFill>
                <a:latin typeface="Arial"/>
                <a:ea typeface="Arial"/>
                <a:cs typeface="Arial"/>
              </a:rPr>
              <a:t>Questions</a:t>
            </a:r>
          </a:p>
        </p:txBody>
      </p:sp>
      <p:sp>
        <p:nvSpPr>
          <p:cNvPr id="6" name="Missing data, association, group comparison and reprodu">
            <a:extLst xmlns:a="http://schemas.openxmlformats.org/drawingml/2006/main">
              <a:ext uri="{FF2B5EF4-FFF2-40B4-BE49-F238E27FC236}">
                <a16:creationId xmlns:a16="http://schemas.microsoft.com/office/drawing/2014/main" id="{B9A955F9-CB1A-4F0C-8694-51363AE66915}"/>
              </a:ext>
            </a:extLst>
          </p:cNvPr>
          <p:cNvSpPr>
            <a:spLocks xmlns:a="http://schemas.openxmlformats.org/drawingml/2006/main" noGrp="1"/>
          </p:cNvSpPr>
          <p:nvPr/>
        </p:nvSpPr>
        <p:spPr>
          <a:xfrm xmlns:a="http://schemas.openxmlformats.org/drawingml/2006/main">
            <a:off x="762000" y="32861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Missing data, association, group comparison and reproducibility</a:t>
            </a:r>
          </a:p>
        </p:txBody>
      </p:sp>
    </p:spTree>
    <p:extLst>
      <p:ext uri="{BB962C8B-B14F-4D97-AF65-F5344CB8AC3E}">
        <p14:creationId xmlns:p14="http://schemas.microsoft.com/office/powerpoint/2010/main" val="72475616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D3B0303-2B30-47F6-BBAE-EDC289641409}"/>
              </a:ext>
            </a:extLst>
          </p:cNvPr>
          <p:cNvPicPr>
            <a:picLocks xmlns:a="http://schemas.openxmlformats.org/drawingml/2006/main" noChangeAspect="1"/>
          </p:cNvPicPr>
          <p:nvPr/>
        </p:nvPicPr>
        <p:blipFill>
          <a:blip xmlns:r="http://schemas.openxmlformats.org/officeDocument/2006/relationships" xmlns:a="http://schemas.openxmlformats.org/drawingml/2006/main" r:embed="R97137af3ae7543a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4B0ACE1-B439-4597-B4C6-E97741E14DC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highest ten records</a:t>
            </a:r>
          </a:p>
        </p:txBody>
      </p:sp>
      <p:sp>
        <p:nvSpPr>
          <p:cNvPr id="3" name="Thin monochrome rule">
            <a:extLst xmlns:a="http://schemas.openxmlformats.org/drawingml/2006/main">
              <a:ext uri="{FF2B5EF4-FFF2-40B4-BE49-F238E27FC236}">
                <a16:creationId xmlns:a16="http://schemas.microsoft.com/office/drawing/2014/main" id="{AC257F08-EE45-4700-AD0E-A93FB21036D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3">
            <a:extLst xmlns:a="http://schemas.openxmlformats.org/drawingml/2006/main">
              <a:ext uri="{FF2B5EF4-FFF2-40B4-BE49-F238E27FC236}">
                <a16:creationId xmlns:a16="http://schemas.microsoft.com/office/drawing/2014/main" id="{493E47C8-CCBC-4A4F-BD9F-26556C5CAAD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D559FB61-32F3-4226-AFBB-1562E3129D57}"/>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0" tIns="0" rIns="0" bIns="0">
                      <a:noAutofit/>
                    </a:bodyPr>
                    <a:lstStyle/>
                    <a:p>
                      <a:pPr algn="l"/>
                      <a:r>
                        <a:rPr sz="1800" b="1">
                          <a:solidFill>
                            <a:srgbClr val="000000"/>
                          </a:solidFill>
                          <a:latin typeface="Arial"/>
                          <a:ea typeface="Arial"/>
                          <a:cs typeface="Arial"/>
                        </a:rPr>
                        <a:t>Source index</a:t>
                      </a:r>
                    </a:p>
                  </a:txBody>
                  <a:tcPr marL="76200" marR="76200" marT="0" marB="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School</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G1</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G2</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G3</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Band</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0" tIns="0" rIns="0" bIns="0">
                      <a:noAutofit/>
                    </a:bodyPr>
                    <a:lstStyle/>
                    <a:p>
                      <a:pPr algn="l"/>
                      <a:r>
                        <a:rPr sz="1800" b="0">
                          <a:solidFill>
                            <a:srgbClr val="000000"/>
                          </a:solidFill>
                          <a:latin typeface="Arial"/>
                          <a:ea typeface="Arial"/>
                          <a:cs typeface="Arial"/>
                        </a:rPr>
                        <a:t>338</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636</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113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181</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185</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16</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314</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16</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327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332</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337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349</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B3BFB387-8129-4F9C-9AA5-A02F18C1528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96037567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B979AFF-3F94-44FE-B2AB-B80BBB3F2DAD}"/>
              </a:ext>
            </a:extLst>
          </p:cNvPr>
          <p:cNvPicPr>
            <a:picLocks xmlns:a="http://schemas.openxmlformats.org/drawingml/2006/main" noChangeAspect="1"/>
          </p:cNvPicPr>
          <p:nvPr/>
        </p:nvPicPr>
        <p:blipFill>
          <a:blip xmlns:r="http://schemas.openxmlformats.org/officeDocument/2006/relationships" xmlns:a="http://schemas.openxmlformats.org/drawingml/2006/main" r:embed="Rd8e5b0c84607463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1D637A6-EDC4-4362-9831-66DF540E12C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lowest ten records</a:t>
            </a:r>
          </a:p>
        </p:txBody>
      </p:sp>
      <p:sp>
        <p:nvSpPr>
          <p:cNvPr id="3" name="Thin monochrome rule">
            <a:extLst xmlns:a="http://schemas.openxmlformats.org/drawingml/2006/main">
              <a:ext uri="{FF2B5EF4-FFF2-40B4-BE49-F238E27FC236}">
                <a16:creationId xmlns:a16="http://schemas.microsoft.com/office/drawing/2014/main" id="{4830E1FE-3D35-4A94-9AB4-751CCFB866D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4">
            <a:extLst xmlns:a="http://schemas.openxmlformats.org/drawingml/2006/main">
              <a:ext uri="{FF2B5EF4-FFF2-40B4-BE49-F238E27FC236}">
                <a16:creationId xmlns:a16="http://schemas.microsoft.com/office/drawing/2014/main" id="{6F44C3CD-7C5E-4D85-B1AD-2D88BA9AF67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924498F1-F861-49C5-B519-1F3CEE1A6B0E}"/>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0" tIns="0" rIns="0" bIns="0">
                      <a:noAutofit/>
                    </a:bodyPr>
                    <a:lstStyle/>
                    <a:p>
                      <a:pPr algn="l"/>
                      <a:r>
                        <a:rPr sz="1800" b="1">
                          <a:solidFill>
                            <a:srgbClr val="000000"/>
                          </a:solidFill>
                          <a:latin typeface="Arial"/>
                          <a:ea typeface="Arial"/>
                          <a:cs typeface="Arial"/>
                        </a:rPr>
                        <a:t>Source index</a:t>
                      </a:r>
                    </a:p>
                  </a:txBody>
                  <a:tcPr marL="76200" marR="76200" marT="0" marB="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School</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G1</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G2</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G3</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Band</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0" tIns="0" rIns="0" bIns="0">
                      <a:noAutofit/>
                    </a:bodyPr>
                    <a:lstStyle/>
                    <a:p>
                      <a:pPr algn="l"/>
                      <a:r>
                        <a:rPr sz="1800" b="0">
                          <a:solidFill>
                            <a:srgbClr val="000000"/>
                          </a:solidFill>
                          <a:latin typeface="Arial"/>
                          <a:ea typeface="Arial"/>
                          <a:cs typeface="Arial"/>
                        </a:rPr>
                        <a:t>163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11</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440</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519</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563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567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4</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583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6</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586</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597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603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5</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605</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5</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CF500038-ADF8-46FC-B495-1C72CE1C087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26547154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5FCB3A6-397C-4271-9CE5-D1CA9134E1F3}"/>
              </a:ext>
            </a:extLst>
          </p:cNvPr>
          <p:cNvPicPr>
            <a:picLocks xmlns:a="http://schemas.openxmlformats.org/drawingml/2006/main" noChangeAspect="1"/>
          </p:cNvPicPr>
          <p:nvPr/>
        </p:nvPicPr>
        <p:blipFill>
          <a:blip xmlns:r="http://schemas.openxmlformats.org/officeDocument/2006/relationships" xmlns:a="http://schemas.openxmlformats.org/drawingml/2006/main" r:embed="R0d174bfa0a5f45f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1536F7F-243A-42E9-86BF-5777DE72E35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sensitivity and method checks</a:t>
            </a:r>
          </a:p>
        </p:txBody>
      </p:sp>
      <p:sp>
        <p:nvSpPr>
          <p:cNvPr id="3" name="Thin monochrome rule">
            <a:extLst xmlns:a="http://schemas.openxmlformats.org/drawingml/2006/main">
              <a:ext uri="{FF2B5EF4-FFF2-40B4-BE49-F238E27FC236}">
                <a16:creationId xmlns:a16="http://schemas.microsoft.com/office/drawing/2014/main" id="{0EB96321-7798-4F7B-8137-8A2E0B5F839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5">
            <a:extLst xmlns:a="http://schemas.openxmlformats.org/drawingml/2006/main">
              <a:ext uri="{FF2B5EF4-FFF2-40B4-BE49-F238E27FC236}">
                <a16:creationId xmlns:a16="http://schemas.microsoft.com/office/drawing/2014/main" id="{2AF7DC27-2AD5-4354-B580-BFA3475A49A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262FF75E-14BA-40C3-93C8-E26AA6427A4F}"/>
              </a:ext>
            </a:extLst>
          </p:cNvPr>
          <p:cNvGraphicFramePr/>
          <p:nvPr/>
        </p:nvGraphicFramePr>
        <p:xfrm>
          <a:off xmlns:a="http://schemas.openxmlformats.org/drawingml/2006/main" x="666750" y="1762125"/>
          <a:ext xmlns:a="http://schemas.openxmlformats.org/drawingml/2006/main" cx="10858500" cy="2381250"/>
        </p:xfrm>
        <a:graphic xmlns:a="http://schemas.openxmlformats.org/drawingml/2006/main">
          <a:graphicData uri="http://schemas.openxmlformats.org/drawingml/2006/table">
            <a:tbl>
              <a:tblPr firstRow="0" bandRow="0"/>
              <a:tblGrid>
                <a:gridCol w="3447143"/>
                <a:gridCol w="1206500"/>
                <a:gridCol w="2240643"/>
                <a:gridCol w="2240643"/>
                <a:gridCol w="1723571"/>
              </a:tblGrid>
              <a:tr h="595313">
                <a:tc>
                  <a:txBody>
                    <a:bodyPr wrap="square" lIns="85725" tIns="85725" rIns="85725" bIns="85725">
                      <a:noAutofit/>
                    </a:bodyPr>
                    <a:lstStyle/>
                    <a:p>
                      <a:pPr algn="l"/>
                      <a:r>
                        <a:rPr sz="19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Absences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ρ with 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Filter 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5313">
                <a:tc>
                  <a:txBody>
                    <a:bodyPr wrap="square" lIns="85725" tIns="85725" rIns="85725" bIns="85725">
                      <a:noAutofit/>
                    </a:bodyPr>
                    <a:lstStyle/>
                    <a:p>
                      <a:pPr algn="l"/>
                      <a:r>
                        <a:rPr sz="19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-0.1585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-0.1628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-0.1671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Boundary checks: score bands, constant groups, zero-cou">
            <a:extLst xmlns:a="http://schemas.openxmlformats.org/drawingml/2006/main">
              <a:ext uri="{FF2B5EF4-FFF2-40B4-BE49-F238E27FC236}">
                <a16:creationId xmlns:a16="http://schemas.microsoft.com/office/drawing/2014/main" id="{6BCDED2E-F053-4C36-9FF3-E3E82DB03E77}"/>
              </a:ext>
            </a:extLst>
          </p:cNvPr>
          <p:cNvSpPr>
            <a:spLocks xmlns:a="http://schemas.openxmlformats.org/drawingml/2006/main" noGrp="1"/>
          </p:cNvSpPr>
          <p:nvPr/>
        </p:nvSpPr>
        <p:spPr>
          <a:xfrm xmlns:a="http://schemas.openxmlformats.org/drawingml/2006/main">
            <a:off x="762000" y="4619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Boundary checks: score bands, constant groups, zero-count categories and stable ties.</a:t>
            </a:r>
          </a:p>
        </p:txBody>
      </p:sp>
      <p:sp>
        <p:nvSpPr>
          <p:cNvPr id="7" name="Actual failure codes are retained; the upper-code ambig">
            <a:extLst xmlns:a="http://schemas.openxmlformats.org/drawingml/2006/main">
              <a:ext uri="{FF2B5EF4-FFF2-40B4-BE49-F238E27FC236}">
                <a16:creationId xmlns:a16="http://schemas.microsoft.com/office/drawing/2014/main" id="{36CAE4A3-D8AB-4CDB-B77D-FEF0E8DD0A4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Actual failure codes are retained; the upper-code ambiguity is documented.</a:t>
            </a:r>
          </a:p>
        </p:txBody>
      </p:sp>
    </p:spTree>
    <p:extLst>
      <p:ext uri="{BB962C8B-B14F-4D97-AF65-F5344CB8AC3E}">
        <p14:creationId xmlns:p14="http://schemas.microsoft.com/office/powerpoint/2010/main" val="2018238364"/>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2026-10-20T05:31:12.4400000Z</dcterms:created>
  <dcterms:modified xsi:type="dcterms:W3CDTF">2026-10-20T05:31:12.4400000Z</dcterms:modified>
</coreProperties>
</file>