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fa3388865874080" /><Relationship Type="http://schemas.openxmlformats.org/officeDocument/2006/relationships/extended-properties" Target="/docProps/app.xml" Id="R0d4569dd4d9e4461" /><Relationship Type="http://schemas.openxmlformats.org/officeDocument/2006/relationships/officeDocument" Target="/ppt/presentation.xml" Id="R89c4ffd8d4ac4517" /></Relationships>
</file>

<file path=ppt/presentation.xml><?xml version="1.0" encoding="utf-8"?>
<p:presentation xmlns:p="http://schemas.openxmlformats.org/presentationml/2006/main">
  <p:sldMasterIdLst>
    <p:sldMasterId xmlns:r="http://schemas.openxmlformats.org/officeDocument/2006/relationships" id="2147483648" r:id="R6e344174141a4c25"/>
  </p:sldMasterIdLst>
  <p:notesMasterIdLst>
    <p:notesMasterId xmlns:r="http://schemas.openxmlformats.org/officeDocument/2006/relationships" r:id="R5b56fa4cc2454156"/>
  </p:notesMasterIdLst>
  <p:sldIdLst>
    <p:sldId xmlns:r="http://schemas.openxmlformats.org/officeDocument/2006/relationships" id="256" r:id="R2adf3659bce54c74"/>
    <p:sldId xmlns:r="http://schemas.openxmlformats.org/officeDocument/2006/relationships" id="257" r:id="R487db9cf05224655"/>
    <p:sldId xmlns:r="http://schemas.openxmlformats.org/officeDocument/2006/relationships" id="258" r:id="R8fb97511e0944bd2"/>
    <p:sldId xmlns:r="http://schemas.openxmlformats.org/officeDocument/2006/relationships" id="259" r:id="R96284a1e0dbd4a8a"/>
    <p:sldId xmlns:r="http://schemas.openxmlformats.org/officeDocument/2006/relationships" id="260" r:id="R3c8bb11e5f7a4c1e"/>
    <p:sldId xmlns:r="http://schemas.openxmlformats.org/officeDocument/2006/relationships" id="261" r:id="R7a5f902cc29e4019"/>
    <p:sldId xmlns:r="http://schemas.openxmlformats.org/officeDocument/2006/relationships" id="262" r:id="Ra9a14837a86347fd"/>
    <p:sldId xmlns:r="http://schemas.openxmlformats.org/officeDocument/2006/relationships" id="263" r:id="R42987731a9dd40b4"/>
    <p:sldId xmlns:r="http://schemas.openxmlformats.org/officeDocument/2006/relationships" id="264" r:id="Reae00c8492514260"/>
    <p:sldId xmlns:r="http://schemas.openxmlformats.org/officeDocument/2006/relationships" id="265" r:id="Ra044ee3a53254255"/>
    <p:sldId xmlns:r="http://schemas.openxmlformats.org/officeDocument/2006/relationships" id="266" r:id="R2748bdfb59464d8b"/>
    <p:sldId xmlns:r="http://schemas.openxmlformats.org/officeDocument/2006/relationships" id="267" r:id="Rcc2e98f0225f41b6"/>
    <p:sldId xmlns:r="http://schemas.openxmlformats.org/officeDocument/2006/relationships" id="268" r:id="Rbd55e586e6334ebb"/>
    <p:sldId xmlns:r="http://schemas.openxmlformats.org/officeDocument/2006/relationships" id="269" r:id="R53a796896eab486f"/>
    <p:sldId xmlns:r="http://schemas.openxmlformats.org/officeDocument/2006/relationships" id="270" r:id="R78a2985516054679"/>
    <p:sldId xmlns:r="http://schemas.openxmlformats.org/officeDocument/2006/relationships" id="271" r:id="R5bcec16ffb734fd5"/>
    <p:sldId xmlns:r="http://schemas.openxmlformats.org/officeDocument/2006/relationships" id="272" r:id="Rac8d7b6337c34851"/>
    <p:sldId xmlns:r="http://schemas.openxmlformats.org/officeDocument/2006/relationships" id="273" r:id="R39612d29c9604bde"/>
    <p:sldId xmlns:r="http://schemas.openxmlformats.org/officeDocument/2006/relationships" id="274" r:id="R78dca7bd3b7e4e31"/>
    <p:sldId xmlns:r="http://schemas.openxmlformats.org/officeDocument/2006/relationships" id="275" r:id="R2bde17033202454d"/>
    <p:sldId xmlns:r="http://schemas.openxmlformats.org/officeDocument/2006/relationships" id="276" r:id="R5758adf6225b4f80"/>
    <p:sldId xmlns:r="http://schemas.openxmlformats.org/officeDocument/2006/relationships" id="277" r:id="R4517c7c5326d4804"/>
    <p:sldId xmlns:r="http://schemas.openxmlformats.org/officeDocument/2006/relationships" id="278" r:id="R6d6dc6a8d3ec417b"/>
    <p:sldId xmlns:r="http://schemas.openxmlformats.org/officeDocument/2006/relationships" id="279" r:id="R238eb3188c374fc3"/>
    <p:sldId xmlns:r="http://schemas.openxmlformats.org/officeDocument/2006/relationships" id="280" r:id="R4be049254bb84d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c0ec14031e49e8" /><Relationship Type="http://schemas.openxmlformats.org/officeDocument/2006/relationships/slideMaster" Target="/ppt/slideMasters/slideMaster1.xml" Id="R6e344174141a4c25" /><Relationship Type="http://schemas.openxmlformats.org/officeDocument/2006/relationships/notesMaster" Target="/ppt/notesMasters/notesMaster1.xml" Id="R5b56fa4cc2454156" /><Relationship Type="http://schemas.openxmlformats.org/officeDocument/2006/relationships/presProps" Target="/ppt/presProps.xml" Id="Ra9043f94557047a9" /><Relationship Type="http://schemas.openxmlformats.org/officeDocument/2006/relationships/tableStyles" Target="/ppt/tableStyles.xml" Id="R261c484da944426d" /><Relationship Type="http://schemas.openxmlformats.org/officeDocument/2006/relationships/slide" Target="/ppt/slides/slide1.xml" Id="R2adf3659bce54c74" /><Relationship Type="http://schemas.openxmlformats.org/officeDocument/2006/relationships/slide" Target="/ppt/slides/slide2.xml" Id="R487db9cf05224655" /><Relationship Type="http://schemas.openxmlformats.org/officeDocument/2006/relationships/slide" Target="/ppt/slides/slide3.xml" Id="R8fb97511e0944bd2" /><Relationship Type="http://schemas.openxmlformats.org/officeDocument/2006/relationships/slide" Target="/ppt/slides/slide4.xml" Id="R96284a1e0dbd4a8a" /><Relationship Type="http://schemas.openxmlformats.org/officeDocument/2006/relationships/slide" Target="/ppt/slides/slide5.xml" Id="R3c8bb11e5f7a4c1e" /><Relationship Type="http://schemas.openxmlformats.org/officeDocument/2006/relationships/slide" Target="/ppt/slides/slide6.xml" Id="R7a5f902cc29e4019" /><Relationship Type="http://schemas.openxmlformats.org/officeDocument/2006/relationships/slide" Target="/ppt/slides/slide7.xml" Id="Ra9a14837a86347fd" /><Relationship Type="http://schemas.openxmlformats.org/officeDocument/2006/relationships/slide" Target="/ppt/slides/slide8.xml" Id="R42987731a9dd40b4" /><Relationship Type="http://schemas.openxmlformats.org/officeDocument/2006/relationships/slide" Target="/ppt/slides/slide9.xml" Id="Reae00c8492514260" /><Relationship Type="http://schemas.openxmlformats.org/officeDocument/2006/relationships/slide" Target="/ppt/slides/slide10.xml" Id="Ra044ee3a53254255" /><Relationship Type="http://schemas.openxmlformats.org/officeDocument/2006/relationships/slide" Target="/ppt/slides/slide11.xml" Id="R2748bdfb59464d8b" /><Relationship Type="http://schemas.openxmlformats.org/officeDocument/2006/relationships/slide" Target="/ppt/slides/slide12.xml" Id="Rcc2e98f0225f41b6" /><Relationship Type="http://schemas.openxmlformats.org/officeDocument/2006/relationships/slide" Target="/ppt/slides/slide13.xml" Id="Rbd55e586e6334ebb" /><Relationship Type="http://schemas.openxmlformats.org/officeDocument/2006/relationships/slide" Target="/ppt/slides/slide14.xml" Id="R53a796896eab486f" /><Relationship Type="http://schemas.openxmlformats.org/officeDocument/2006/relationships/slide" Target="/ppt/slides/slide15.xml" Id="R78a2985516054679" /><Relationship Type="http://schemas.openxmlformats.org/officeDocument/2006/relationships/slide" Target="/ppt/slides/slide16.xml" Id="R5bcec16ffb734fd5" /><Relationship Type="http://schemas.openxmlformats.org/officeDocument/2006/relationships/slide" Target="/ppt/slides/slide17.xml" Id="Rac8d7b6337c34851" /><Relationship Type="http://schemas.openxmlformats.org/officeDocument/2006/relationships/slide" Target="/ppt/slides/slide18.xml" Id="R39612d29c9604bde" /><Relationship Type="http://schemas.openxmlformats.org/officeDocument/2006/relationships/slide" Target="/ppt/slides/slide19.xml" Id="R78dca7bd3b7e4e31" /><Relationship Type="http://schemas.openxmlformats.org/officeDocument/2006/relationships/slide" Target="/ppt/slides/slide20.xml" Id="R2bde17033202454d" /><Relationship Type="http://schemas.openxmlformats.org/officeDocument/2006/relationships/slide" Target="/ppt/slides/slide21.xml" Id="R5758adf6225b4f80" /><Relationship Type="http://schemas.openxmlformats.org/officeDocument/2006/relationships/slide" Target="/ppt/slides/slide22.xml" Id="R4517c7c5326d4804" /><Relationship Type="http://schemas.openxmlformats.org/officeDocument/2006/relationships/slide" Target="/ppt/slides/slide23.xml" Id="R6d6dc6a8d3ec417b" /><Relationship Type="http://schemas.openxmlformats.org/officeDocument/2006/relationships/slide" Target="/ppt/slides/slide24.xml" Id="R238eb3188c374fc3" /><Relationship Type="http://schemas.openxmlformats.org/officeDocument/2006/relationships/slide" Target="/ppt/slides/slide25.xml" Id="R4be049254bb84d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a9081ea17043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fd6d72c7814571" /><Relationship Type="http://schemas.openxmlformats.org/officeDocument/2006/relationships/notesMaster" Target="/ppt/notesMasters/notesMaster1.xml" Id="R499c42db8bcc40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d29136f2834924" /><Relationship Type="http://schemas.openxmlformats.org/officeDocument/2006/relationships/notesMaster" Target="/ppt/notesMasters/notesMaster1.xml" Id="R9a0aee0ab3c741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fed31c6fed472a" /><Relationship Type="http://schemas.openxmlformats.org/officeDocument/2006/relationships/notesMaster" Target="/ppt/notesMasters/notesMaster1.xml" Id="R9653c105e1594c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3b6054259041da" /><Relationship Type="http://schemas.openxmlformats.org/officeDocument/2006/relationships/notesMaster" Target="/ppt/notesMasters/notesMaster1.xml" Id="R5af0db467d2844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b7c8ffb49f4c39" /><Relationship Type="http://schemas.openxmlformats.org/officeDocument/2006/relationships/notesMaster" Target="/ppt/notesMasters/notesMaster1.xml" Id="R9c8079f835d340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e52cbf19034996" /><Relationship Type="http://schemas.openxmlformats.org/officeDocument/2006/relationships/notesMaster" Target="/ppt/notesMasters/notesMaster1.xml" Id="R8a5293403cb547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14b25e7c0748f5" /><Relationship Type="http://schemas.openxmlformats.org/officeDocument/2006/relationships/notesMaster" Target="/ppt/notesMasters/notesMaster1.xml" Id="R93fd5b38526a4c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5eaeceb24e48dc" /><Relationship Type="http://schemas.openxmlformats.org/officeDocument/2006/relationships/notesMaster" Target="/ppt/notesMasters/notesMaster1.xml" Id="R80558214fcb24b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113e5b24f74b06" /><Relationship Type="http://schemas.openxmlformats.org/officeDocument/2006/relationships/notesMaster" Target="/ppt/notesMasters/notesMaster1.xml" Id="Rb5664c494c464a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ca8135c6834b5c" /><Relationship Type="http://schemas.openxmlformats.org/officeDocument/2006/relationships/notesMaster" Target="/ppt/notesMasters/notesMaster1.xml" Id="Rb7bc4a076fc04a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0e7ebc2aeb4714" /><Relationship Type="http://schemas.openxmlformats.org/officeDocument/2006/relationships/notesMaster" Target="/ppt/notesMasters/notesMaster1.xml" Id="R1a05b0fc2bec4d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71407ea68546f0" /><Relationship Type="http://schemas.openxmlformats.org/officeDocument/2006/relationships/notesMaster" Target="/ppt/notesMasters/notesMaster1.xml" Id="R4bdfaa1699ea48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1de7dca0a043bb" /><Relationship Type="http://schemas.openxmlformats.org/officeDocument/2006/relationships/notesMaster" Target="/ppt/notesMasters/notesMaster1.xml" Id="R12fc9fb504b94f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b6adb569df416f" /><Relationship Type="http://schemas.openxmlformats.org/officeDocument/2006/relationships/notesMaster" Target="/ppt/notesMasters/notesMaster1.xml" Id="R0349a3abceb542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2a9d485d0042ec" /><Relationship Type="http://schemas.openxmlformats.org/officeDocument/2006/relationships/notesMaster" Target="/ppt/notesMasters/notesMaster1.xml" Id="R83081edfd70b46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477228bf7e49c6" /><Relationship Type="http://schemas.openxmlformats.org/officeDocument/2006/relationships/notesMaster" Target="/ppt/notesMasters/notesMaster1.xml" Id="R9c1dd7a0b3e240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212faab8124d6b" /><Relationship Type="http://schemas.openxmlformats.org/officeDocument/2006/relationships/notesMaster" Target="/ppt/notesMasters/notesMaster1.xml" Id="R4e41f7ff7c9f4e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69eb26640843e5" /><Relationship Type="http://schemas.openxmlformats.org/officeDocument/2006/relationships/notesMaster" Target="/ppt/notesMasters/notesMaster1.xml" Id="R045d02f26990417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f89758e6354543" /><Relationship Type="http://schemas.openxmlformats.org/officeDocument/2006/relationships/notesMaster" Target="/ppt/notesMasters/notesMaster1.xml" Id="Ra1709941179b4ec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302d01afb944ed1" /><Relationship Type="http://schemas.openxmlformats.org/officeDocument/2006/relationships/notesMaster" Target="/ppt/notesMasters/notesMaster1.xml" Id="R55635c6b0ba54f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076e7ddc114c00" /><Relationship Type="http://schemas.openxmlformats.org/officeDocument/2006/relationships/notesMaster" Target="/ppt/notesMasters/notesMaster1.xml" Id="R5bb35dc74b2745f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f89617d26a249df" /><Relationship Type="http://schemas.openxmlformats.org/officeDocument/2006/relationships/notesMaster" Target="/ppt/notesMasters/notesMaster1.xml" Id="R1a58b8b6d29045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60a60bf53174420" /><Relationship Type="http://schemas.openxmlformats.org/officeDocument/2006/relationships/notesMaster" Target="/ppt/notesMasters/notesMaster1.xml" Id="R275f2d450166406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bb5ee24c7e44722" /><Relationship Type="http://schemas.openxmlformats.org/officeDocument/2006/relationships/notesMaster" Target="/ppt/notesMasters/notesMaster1.xml" Id="R3b6aadd4cd0d412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9a92e1524e84513" /><Relationship Type="http://schemas.openxmlformats.org/officeDocument/2006/relationships/notesMaster" Target="/ppt/notesMasters/notesMaster1.xml" Id="R316ee10c201742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Giới thiệu nhóm bốn người và Cô Ho Thi Linh. Nêu đề tài phân tích thành tích học sinh từ dữ liệu công khai; báo cáo cuối kỳ ngày 20/10/2026. Không gọi đây là dữ liệu sinh viên TDTU.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Trình bày bốn câu hỏi tương ứng bốn phần đề. Điểm nhấn là phân tích mô tả có thể chạy lại, có nguồn gốc dữ liệu và có giới hạn rõ ràng. Chuyển sang dataset trước khi giải thích kỹ thuật.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Nguồn UCI Student Performance, chỉ file student-por.csv. Có 649 bản ghi, 33 cột, không thiếu ở nguồn. GP có 423 và MS có 226 bản ghi. Không gộp môn Toán vì có học sinh trùng giữa hai file. Nêu thang lý thuyết 0–20 khác miền quan sát 0–19.</a:t>
            </a:r>
          </a:p>
          <a:p xmlns:a="http://schemas.openxmlformats.org/drawingml/2006/main">
            <a:r>
              <a:t>Nguồn: Cortez (2008), https://doi.org/10.24432/C5TG7T; references/student.txt.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Mở notebook mục I.1 và I.2. Giải thích delimiter chấm phẩy, kiểm checksum, shape, dtypes và info. Hiển thị cả đầu và cuối dữ liệu giúp phát hiện parse sai. Integer storage không có nghĩa studytime là số giờ thực.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5%×649=32,45; lấy 32 ô nên tỷ lệ là 4,93%. Che duy nhất absences, cùng mask cho hai nhánh. Seed 42 tái lập; MCAR chỉ là giả lập. Tất cả kết luận chính dùng raw đã kiểm.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Bảng này lấy từ output chạy thật. Mean imputation dùng mean của 617 giá trị chưa bị che: 3,623987. Giữ 649 dòng nhưng giảm phân tán và tạo số lần vắng lẻ. Dropna còn 617. Cả hai bắt đầu từ cùng corrupted, không drop sau fillna.</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Chứng minh Series→list→lọc bằng Python. Có 549 điểm ≥ 10 theo quy ước bài phân tích. Regex fullmatch lấy đúng G1/G2/G3, loại G12 và G3_extra. Không cần bịa ID cá nhân hoặc dữ liệu bẩn.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loc theo nhãn có bao gồm cận cuối 9, iloc theo vị trí. Bộ lọc studytime ≥ 2 và absences ≤ 5 cho 334/649 = 51,46%. Nhấn mạnh ngưỡng minh họa, không phải quy tắc can thiệp.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Giải thích từng cột và thao tác insert ngay trước G3. prior_grade_mean không chứa G3; grade_progress là chênh lệch giữa hai kỳ, không tự nó chứng minh tiến bộ do can thiệp. performance_band gồm 0–9, 10–14, 15–20 là nhóm tự quy ước. Vì chứa outcome, cột này không được xếp hạng như một yếu tố giải thích.</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Notebook và báo cáo có đủ count, mean, std, min, max cho cả G1, G2, G3 theo trường. Slide trích G3 và cỡ mẫu để đọc được. GP có 423 bản ghi, MS có 226; trung bình và độ phân tán khác nhau nhưng chưa điều chỉnh yếu tố khác. Chuẩn hóa min–max dùng transform trong từng trường và giữ đúng index; nhóm hằng trả 0. Đây là thang tương đối trong nhóm.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Có ma trận Pearson cho 16 biến số gốc và bảng Spearman bổ sung. G2 có rho khoảng 0,94445 và là điểm kỳ trước; không trình bày như một phát hiện mới về hoàn cảnh. failures có rho khoảng −0,44836, lớn nhất về trị tuyệt đối trong nhóm biến hoàn cảnh dạng số/thứ bậc đã xét. Đây không phải feature importance của mô hình đa biến. Không so mean difference của biến định tính trực tiếp với rho.</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Histogram trong notebook dùng sns.histplot với bin một điểm. Slide dùng cùng bảng tần số đã xuất ở dạng chart chỉnh sửa được. Mean khoảng 11,906; median 12; sample SD khoảng 3,231. Giữ điểm 0 như một kết quả quan sát. Trục giữ toàn thang lý thuyết 0–20, kể cả bin rỗng.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Box plot trong notebook dùng Seaborn. Q1, median, Q3, whiskers và outliers được xuất theo cùng quy tắc 1,5 IQR. Slide dùng các đối tượng chỉnh sửa được dựng từ thống kê này để tránh khác biệt quy tắc quartile của Office. Median GP là 13, MS là 11. Khác biệt nhóm chưa điều chỉnh không chứng minh tác động của trường.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So sánh mean G3 theo studytime 1–4. Bảng gốc có count và SD; các cỡ nhóm lần lượt là 212, 305, 97, 35. Nhãn trên slide giữ cả khoảng giờ và n. Nhóm trên 10 giờ nhỏ nhất. Không suy ra rằng một người học thêm giờ sẽ đạt đúng chênh lệch trung bình quan sát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Pie chart sử dụng đúng cột tạo ở Phần II. Nhóm 0–9 có 100 bản ghi, 15,41%; 10–14 có 418, 64,41%; 15–20 có 131, 20,18%. Đây là dải điểm do nhóm quy ước để mô tả, không phải hệ thống xếp loại chính thức. Tổng count là 649 và phần trăm tổng 100 trước làm tròn.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Notebook dùng sns.regplot, ci=None, và độ trong suốt để thấy các tọa độ chồng nhau. Tọa độ đường fit được xuất từ lần chạy Seaborn và dùng lại trên slide. Rho khoảng 0,9445 là liên hệ, không phải nhân quả. G2 và G3 là các kỳ đánh giá liên quan nhau về thời gian và nội dung.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Chỉ rõ cell III.4: dữ liệu chuyển thành list/dictionary, rồi dùng Matplotlib bar và bar_label. Giá trị là mean G1/G2 của năm bản ghi đầu, không chứa G3. Nhãn 1–5 là vị trí dòng nguồn, không phải mã hay tên cá nhân. Ví dụ nhỏ này minh họa thao tác Python và vẽ, không đại diện cho toàn bộ dataset.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Hàm comprehensive_report(df) vừa in nội dung dễ đọc vừa trả dictionary để dùng lại đúng số liệu. Có 37 cột: 33 cột gốc và 4 cột dẫn xuất. Top/bottom giữ đúng 10 dòng; stable sort giữ thứ tự nguồn khi đồng hạng. Tất cả 37 cột có trong notebook và CSV; slide chỉ trích các cột có thể đọc được.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 phút.</a:t>
            </a:r>
          </a:p>
          <a:p xmlns:a="http://schemas.openxmlformats.org/drawingml/2006/main">
            <a:r>
              <a:t>Demo trong 3 phút: (1) mở I.3, chỉ mask 32 ô và hai kết quả mean/dropna 649/617; (2) mở II.2 và II.4, chỉ insert và transform; (3) mở IV.1 và IV.2, gọi comprehensive_report rồi xem bảng đủ cột. Chạy toàn bộ từ kernel sạch trước buổi báo cáo để kiểm tái lập. Nếu demo gặp lỗi, dùng outputs đã lưu, không chờ tải dữ liệu. Xem Demo_VI.md để có lời dẫn và mốc thời gian.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Chốt phân bố điểm, liên hệ với G2 và failure categories. Nhắc giới hạn: hai trường ở Bồ Đào Nha, không đại diện TDTU; chưa điều chỉnh đa biến; không chứng minh nhân quả; chỉ một mô phỏng MCAR. Gợi ý nghiên cứu hỗ trợ học sinh là một hướng cần kiểm chứng, chưa có effect size hay mức lợi ích dự kiến.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Nêu dataset và tài liệu chính thức của các thư viện. Codebook, mã nguồn và manifest có trong gói nộp. Biểu đồ phân tích sinh từ notebook; logo giữ nguồn chuẩn của trường. Trích dẫn dữ liệu theo CC BY 4.0 và chuyển sang hỏi đáp.</a:t>
            </a:r>
          </a:p>
          <a:p xmlns:a="http://schemas.openxmlformats.org/drawingml/2006/main">
            <a:r>
              <a:t>Nguồn: URLs displayed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Theo giảng viên.</a:t>
            </a:r>
          </a:p>
          <a:p xmlns:a="http://schemas.openxmlformats.org/drawingml/2006/main">
            <a:r>
              <a:t>Mời giảng viên hỏi. Chuẩn bị giải thích vì sao 32 ô chỉ là 4,93%; mean imputation thay đổi độ phân tán; tương quan G2 không chứng minh nhân quả; normalization trong nhóm không tạo thang điểm tuyệt đối; stable top ten xử lý đồng hạng ra sao. Xem Viva_VI.md.</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độ nhạy hiển thị sample SD của absences, rho với G3 và số dòng thỏa bộ lọc. Dùng cùng mask cho mọi phương pháp. Denominator raw là 649, dropna là 617. Fixture nhóm hằng trả 0; kiểm ngưỡng band tại 0, 9, 10, 14, 15, 20. Giữ nguyên mã failures và ghi chú sự mơ hồ trong codebook, không sửa ngầm.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679fc630984e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62e9341bf143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84bb9b6c9e46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31de30486845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75e472d1af44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8935cee0f94f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25EDE7-9DC4-45D0-AE96-F99D80CDCF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8E2008-074A-4352-B8EE-0E2CB6FEB8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7FB40E-4B02-4A18-8B16-D321EC8D49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C4013D-5DC7-458B-A0B0-F1208E99E0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0EC4CB-AC0E-40C3-9A9F-E0F406439E4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4C53B6-591F-4C6F-80B3-6037F41039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D18E44-9814-4329-8B80-314AFF0B47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FB4B6C-525E-48A3-8D22-00324CD3E6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B208-93E0-4726-924C-6A5AD4A620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CB4761-B73B-4DB9-BB3A-898705B3F0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f649e4a09c42d7" /><Relationship Type="http://schemas.openxmlformats.org/officeDocument/2006/relationships/slideLayout" Target="/ppt/slideLayouts/slideLayout1.xml" Id="Rbbd8d63afee1465b" /><Relationship Type="http://schemas.openxmlformats.org/officeDocument/2006/relationships/slideLayout" Target="/ppt/slideLayouts/slideLayout2.xml" Id="R49259196d8364702" /><Relationship Type="http://schemas.openxmlformats.org/officeDocument/2006/relationships/slideLayout" Target="/ppt/slideLayouts/slideLayout3.xml" Id="R6e3b61f3bada4ddc" /><Relationship Type="http://schemas.openxmlformats.org/officeDocument/2006/relationships/slideLayout" Target="/ppt/slideLayouts/slideLayout4.xml" Id="R0a4b95da6eb84084" /><Relationship Type="http://schemas.openxmlformats.org/officeDocument/2006/relationships/slideLayout" Target="/ppt/slideLayouts/slideLayout5.xml" Id="R9c813e62cc694a88" /><Relationship Type="http://schemas.openxmlformats.org/officeDocument/2006/relationships/slideLayout" Target="/ppt/slideLayouts/slideLayout6.xml" Id="Re458dde47fc84a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d8d63afee1465b"/>
    <p:sldLayoutId xmlns:r="http://schemas.openxmlformats.org/officeDocument/2006/relationships" id="2147483650" r:id="R49259196d8364702"/>
    <p:sldLayoutId xmlns:r="http://schemas.openxmlformats.org/officeDocument/2006/relationships" id="2147483651" r:id="R6e3b61f3bada4ddc"/>
    <p:sldLayoutId xmlns:r="http://schemas.openxmlformats.org/officeDocument/2006/relationships" id="2147483652" r:id="R0a4b95da6eb84084"/>
    <p:sldLayoutId xmlns:r="http://schemas.openxmlformats.org/officeDocument/2006/relationships" id="2147483653" r:id="R9c813e62cc694a88"/>
    <p:sldLayoutId xmlns:r="http://schemas.openxmlformats.org/officeDocument/2006/relationships" id="2147483654" r:id="Re458dde47fc84a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8c37bc06f54de7" /><Relationship Type="http://schemas.openxmlformats.org/officeDocument/2006/relationships/image" Target="/ppt/media/image.png" Id="R8724b3cb9a0947ac" /><Relationship Type="http://schemas.openxmlformats.org/officeDocument/2006/relationships/notesSlide" Target="/ppt/notesSlides/notesSlide1.xml" Id="Rbd70f7e4d1764a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9d332a11fd4c1e" /><Relationship Type="http://schemas.openxmlformats.org/officeDocument/2006/relationships/image" Target="/ppt/media/image2.png" Id="Rfe34d211c7b54d1a" /><Relationship Type="http://schemas.openxmlformats.org/officeDocument/2006/relationships/notesSlide" Target="/ppt/notesSlides/notesSlide2.xml" Id="Rff11abddcfe942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e998016dba49fa" /><Relationship Type="http://schemas.openxmlformats.org/officeDocument/2006/relationships/image" Target="/ppt/media/image3.png" Id="R139639ec46564143" /><Relationship Type="http://schemas.openxmlformats.org/officeDocument/2006/relationships/notesSlide" Target="/ppt/notesSlides/notesSlide3.xml" Id="R080aebc1a2d34b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a47bd9e05a47fe" /><Relationship Type="http://schemas.openxmlformats.org/officeDocument/2006/relationships/image" Target="/ppt/media/image4.png" Id="Re935d213ff164046" /><Relationship Type="http://schemas.openxmlformats.org/officeDocument/2006/relationships/notesSlide" Target="/ppt/notesSlides/notesSlide4.xml" Id="R8ecf5ad0b5de49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1bbaa9b3414039" /><Relationship Type="http://schemas.openxmlformats.org/officeDocument/2006/relationships/image" Target="/ppt/media/image5.png" Id="R78ceb5e026ee4746" /><Relationship Type="http://schemas.openxmlformats.org/officeDocument/2006/relationships/notesSlide" Target="/ppt/notesSlides/notesSlide5.xml" Id="R9c7df10dff2b44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5fb568f1a04431" /><Relationship Type="http://schemas.openxmlformats.org/officeDocument/2006/relationships/image" Target="/ppt/media/image6.png" Id="Rd73e457f3d794af8" /><Relationship Type="http://schemas.openxmlformats.org/officeDocument/2006/relationships/notesSlide" Target="/ppt/notesSlides/notesSlide6.xml" Id="R820463c34fd644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a0d7bb2fbf4141" /><Relationship Type="http://schemas.openxmlformats.org/officeDocument/2006/relationships/image" Target="/ppt/media/image7.png" Id="R47b5db0264d4475e" /><Relationship Type="http://schemas.openxmlformats.org/officeDocument/2006/relationships/notesSlide" Target="/ppt/notesSlides/notesSlide7.xml" Id="R7afa91435d2847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80aed8015b24b38" /><Relationship Type="http://schemas.openxmlformats.org/officeDocument/2006/relationships/image" Target="/ppt/media/image8.png" Id="Ra3d082963f2b4761" /><Relationship Type="http://schemas.openxmlformats.org/officeDocument/2006/relationships/notesSlide" Target="/ppt/notesSlides/notesSlide8.xml" Id="R02e22243b45a4a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97281152c144f77" /><Relationship Type="http://schemas.openxmlformats.org/officeDocument/2006/relationships/image" Target="/ppt/media/image9.png" Id="Rdc881d8f55584ccb" /><Relationship Type="http://schemas.openxmlformats.org/officeDocument/2006/relationships/notesSlide" Target="/ppt/notesSlides/notesSlide9.xml" Id="R7f472aef32a046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549acfbe08c4127" /><Relationship Type="http://schemas.openxmlformats.org/officeDocument/2006/relationships/image" Target="/ppt/media/image10.png" Id="Rd9ce5e0bcd224384" /><Relationship Type="http://schemas.openxmlformats.org/officeDocument/2006/relationships/notesSlide" Target="/ppt/notesSlides/notesSlide10.xml" Id="R4b830c76c09b48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15907ecee4047d4" /><Relationship Type="http://schemas.openxmlformats.org/officeDocument/2006/relationships/image" Target="/ppt/media/image11.png" Id="Rca7b023c03c14ab1" /><Relationship Type="http://schemas.openxmlformats.org/officeDocument/2006/relationships/notesSlide" Target="/ppt/notesSlides/notesSlide11.xml" Id="R3cc84d92967d41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9d5fe2cb7604fd6" /><Relationship Type="http://schemas.openxmlformats.org/officeDocument/2006/relationships/image" Target="/ppt/media/image12.png" Id="R5fe73376385943b9" /><Relationship Type="http://schemas.openxmlformats.org/officeDocument/2006/relationships/chart" Target="/ppt/slides/charts/chart1.xml" Id="Rdf4ac1fe756e4e81" /><Relationship Type="http://schemas.openxmlformats.org/officeDocument/2006/relationships/notesSlide" Target="/ppt/notesSlides/notesSlide12.xml" Id="R58b7fb139f6c44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aefe0007bed4363" /><Relationship Type="http://schemas.openxmlformats.org/officeDocument/2006/relationships/image" Target="/ppt/media/image13.png" Id="R7252f3b22b0d4727" /><Relationship Type="http://schemas.openxmlformats.org/officeDocument/2006/relationships/notesSlide" Target="/ppt/notesSlides/notesSlide13.xml" Id="R5897f9510b1a47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709e4b467424b4e" /><Relationship Type="http://schemas.openxmlformats.org/officeDocument/2006/relationships/image" Target="/ppt/media/image14.png" Id="R6866b9f74d064e0d" /><Relationship Type="http://schemas.openxmlformats.org/officeDocument/2006/relationships/chart" Target="/ppt/slides/charts/chart2.xml" Id="R1d7188c196b54ba1" /><Relationship Type="http://schemas.openxmlformats.org/officeDocument/2006/relationships/notesSlide" Target="/ppt/notesSlides/notesSlide14.xml" Id="R2dbb9b840fb248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3efcb14ee7b4d2b" /><Relationship Type="http://schemas.openxmlformats.org/officeDocument/2006/relationships/image" Target="/ppt/media/image15.png" Id="R9ea809ee7d6c4a7a" /><Relationship Type="http://schemas.openxmlformats.org/officeDocument/2006/relationships/chart" Target="/ppt/slides/charts/chart3.xml" Id="Rc1fae50a237f41e8" /><Relationship Type="http://schemas.openxmlformats.org/officeDocument/2006/relationships/notesSlide" Target="/ppt/notesSlides/notesSlide15.xml" Id="R324bb9e3c1504c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da3e06e19d34e16" /><Relationship Type="http://schemas.openxmlformats.org/officeDocument/2006/relationships/image" Target="/ppt/media/image16.png" Id="R94472705b49e49ea" /><Relationship Type="http://schemas.openxmlformats.org/officeDocument/2006/relationships/chart" Target="/ppt/slides/charts/chart4.xml" Id="R0e8be5b9c79f46d7" /><Relationship Type="http://schemas.openxmlformats.org/officeDocument/2006/relationships/notesSlide" Target="/ppt/notesSlides/notesSlide16.xml" Id="Rafd228a94a8d4bc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1120c2d5b9d4338" /><Relationship Type="http://schemas.openxmlformats.org/officeDocument/2006/relationships/image" Target="/ppt/media/image17.png" Id="Ra52c97ab879d493b" /><Relationship Type="http://schemas.openxmlformats.org/officeDocument/2006/relationships/chart" Target="/ppt/slides/charts/chart5.xml" Id="R861171ed98944af0" /><Relationship Type="http://schemas.openxmlformats.org/officeDocument/2006/relationships/notesSlide" Target="/ppt/notesSlides/notesSlide17.xml" Id="R2d17ceb0637944b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6bf6d730f324914" /><Relationship Type="http://schemas.openxmlformats.org/officeDocument/2006/relationships/image" Target="/ppt/media/image18.png" Id="R3aa9efde307a4667" /><Relationship Type="http://schemas.openxmlformats.org/officeDocument/2006/relationships/notesSlide" Target="/ppt/notesSlides/notesSlide18.xml" Id="Re3e62b3acb6e448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72d3a713b6e4a69" /><Relationship Type="http://schemas.openxmlformats.org/officeDocument/2006/relationships/image" Target="/ppt/media/image19.png" Id="R9bb922b7498b4b2d" /><Relationship Type="http://schemas.openxmlformats.org/officeDocument/2006/relationships/notesSlide" Target="/ppt/notesSlides/notesSlide19.xml" Id="R007a5d53397a405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0cda5728c424be1" /><Relationship Type="http://schemas.openxmlformats.org/officeDocument/2006/relationships/image" Target="/ppt/media/image20.png" Id="R9c75755de8394237" /><Relationship Type="http://schemas.openxmlformats.org/officeDocument/2006/relationships/notesSlide" Target="/ppt/notesSlides/notesSlide20.xml" Id="Rdd3069474ffb4e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9b1cc6f32214519" /><Relationship Type="http://schemas.openxmlformats.org/officeDocument/2006/relationships/image" Target="/ppt/media/image21.png" Id="Rc3605bc6c9d043d1" /><Relationship Type="http://schemas.openxmlformats.org/officeDocument/2006/relationships/notesSlide" Target="/ppt/notesSlides/notesSlide21.xml" Id="R5488acb043a54ce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acd418f55984f9c" /><Relationship Type="http://schemas.openxmlformats.org/officeDocument/2006/relationships/image" Target="/ppt/media/image22.png" Id="R86edda84c0fe4781" /><Relationship Type="http://schemas.openxmlformats.org/officeDocument/2006/relationships/notesSlide" Target="/ppt/notesSlides/notesSlide22.xml" Id="Rfb7576eb6dd24b0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b206ed99e8043e4" /><Relationship Type="http://schemas.openxmlformats.org/officeDocument/2006/relationships/image" Target="/ppt/media/image23.png" Id="Rbdba2150a672418c" /><Relationship Type="http://schemas.openxmlformats.org/officeDocument/2006/relationships/notesSlide" Target="/ppt/notesSlides/notesSlide23.xml" Id="R5106ef9a8649427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46ad3d67ad040ee" /><Relationship Type="http://schemas.openxmlformats.org/officeDocument/2006/relationships/image" Target="/ppt/media/image24.png" Id="Ra1fe35535ee14655" /><Relationship Type="http://schemas.openxmlformats.org/officeDocument/2006/relationships/notesSlide" Target="/ppt/notesSlides/notesSlide24.xml" Id="Rf59b1638d2ee479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6fb2c924e544304" /><Relationship Type="http://schemas.openxmlformats.org/officeDocument/2006/relationships/image" Target="/ppt/media/image25.png" Id="Rf3f1ab1726884ed2" /><Relationship Type="http://schemas.openxmlformats.org/officeDocument/2006/relationships/notesSlide" Target="/ppt/notesSlides/notesSlide25.xml" Id="R896ce344d6ff49e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Records</c:v>
          </c:tx>
          <c:spPr>
            <a:solidFill xmlns:a="http://schemas.openxmlformats.org/drawingml/2006/main">
              <a:srgbClr val="888888"/>
            </a:solidFill>
            <a:ln xmlns:a="http://schemas.openxmlformats.org/drawingml/2006/main" w="9525">
              <a:solidFill>
                <a:srgbClr val="000000"/>
              </a:solidFill>
              <a:prstDash val="solid"/>
            </a:ln>
          </c:spPr>
          <c:invertIfNegative val="0"/>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15</c:v>
                </c:pt>
                <c:pt idx="1">
                  <c:v>1</c:v>
                </c:pt>
                <c:pt idx="2">
                  <c:v>0</c:v>
                </c:pt>
                <c:pt idx="3">
                  <c:v>0</c:v>
                </c:pt>
                <c:pt idx="4">
                  <c:v>0</c:v>
                </c:pt>
                <c:pt idx="5">
                  <c:v>1</c:v>
                </c:pt>
                <c:pt idx="6">
                  <c:v>3</c:v>
                </c:pt>
                <c:pt idx="7">
                  <c:v>10</c:v>
                </c:pt>
                <c:pt idx="8">
                  <c:v>35</c:v>
                </c:pt>
                <c:pt idx="9">
                  <c:v>35</c:v>
                </c:pt>
                <c:pt idx="10">
                  <c:v>97</c:v>
                </c:pt>
                <c:pt idx="11">
                  <c:v>104</c:v>
                </c:pt>
                <c:pt idx="12">
                  <c:v>72</c:v>
                </c:pt>
                <c:pt idx="13">
                  <c:v>82</c:v>
                </c:pt>
                <c:pt idx="14">
                  <c:v>63</c:v>
                </c:pt>
                <c:pt idx="15">
                  <c:v>49</c:v>
                </c:pt>
                <c:pt idx="16">
                  <c:v>36</c:v>
                </c:pt>
                <c:pt idx="17">
                  <c:v>29</c:v>
                </c:pt>
                <c:pt idx="18">
                  <c:v>15</c:v>
                </c:pt>
                <c:pt idx="19">
                  <c:v>2</c:v>
                </c:pt>
                <c:pt idx="2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G3 final grade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G3</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Data'!$A$2:$A$5</c:f>
              <c:strCache>
                <c:ptCount val="4"/>
                <c:pt idx="0">
                  <c:v>&lt;2 h
n=212</c:v>
                </c:pt>
                <c:pt idx="1">
                  <c:v>2–5 h
n=305</c:v>
                </c:pt>
                <c:pt idx="2">
                  <c:v>5–10 h
n=97</c:v>
                </c:pt>
                <c:pt idx="3">
                  <c:v>&gt;10 h
n=35</c:v>
                </c:pt>
              </c:strCache>
            </c:strRef>
          </c:cat>
          <c:val>
            <c:numRef>
              <c:f>'Chart Data'!$B$2:$B$5</c:f>
              <c:numCache>
                <c:formatCode>General</c:formatCode>
                <c:ptCount val="4"/>
                <c:pt idx="0">
                  <c:v>10.8443396226</c:v>
                </c:pt>
                <c:pt idx="1">
                  <c:v>12.0918032787</c:v>
                </c:pt>
                <c:pt idx="2">
                  <c:v>13.2268041237</c:v>
                </c:pt>
                <c:pt idx="3">
                  <c:v>13.0571428571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Weekly study-time category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pieChart>
        <c:ser>
          <c:idx val="0"/>
          <c:order val="0"/>
          <c:tx>
            <c:v>Records</c:v>
          </c:tx>
          <c:dPt>
            <c:idx val="0"/>
            <c:spPr>
              <a:solidFill xmlns:a="http://schemas.openxmlformats.org/drawingml/2006/main">
                <a:srgbClr val="EEEEEE"/>
              </a:solidFill>
              <a:ln xmlns:a="http://schemas.openxmlformats.org/drawingml/2006/main" w="9525">
                <a:solidFill>
                  <a:srgbClr val="000000"/>
                </a:solidFill>
                <a:prstDash val="solid"/>
              </a:ln>
            </c:spPr>
          </c:dPt>
          <c:dPt>
            <c:idx val="1"/>
            <c:spPr>
              <a:solidFill xmlns:a="http://schemas.openxmlformats.org/drawingml/2006/main">
                <a:srgbClr val="BBBBBB"/>
              </a:solidFill>
              <a:ln xmlns:a="http://schemas.openxmlformats.org/drawingml/2006/main" w="9525">
                <a:solidFill>
                  <a:srgbClr val="000000"/>
                </a:solidFill>
                <a:prstDash val="solid"/>
              </a:ln>
            </c:spPr>
          </c:dPt>
          <c:dPt>
            <c:idx val="2"/>
            <c:spPr>
              <a:solidFill xmlns:a="http://schemas.openxmlformats.org/drawingml/2006/main">
                <a:srgbClr val="888888"/>
              </a:solidFill>
              <a:ln xmlns:a="http://schemas.openxmlformats.org/drawingml/2006/main" w="9525">
                <a:solidFill>
                  <a:srgbClr val="000000"/>
                </a:solidFill>
                <a:prstDash val="solid"/>
              </a:ln>
            </c:spPr>
          </c:dPt>
          <c:cat>
            <c:strRef>
              <c:f>'Chart Data'!$A$2:$A$4</c:f>
              <c:strCache>
                <c:ptCount val="3"/>
                <c:pt idx="0">
                  <c:v>0–9</c:v>
                </c:pt>
                <c:pt idx="1">
                  <c:v>10–14</c:v>
                </c:pt>
                <c:pt idx="2">
                  <c:v>15–20</c:v>
                </c:pt>
              </c:strCache>
            </c:strRef>
          </c:cat>
          <c:val>
            <c:numRef>
              <c:f>'Chart Data'!$B$2:$B$4</c:f>
              <c:numCache>
                <c:formatCode>General</c:formatCode>
                <c:ptCount val="3"/>
                <c:pt idx="0">
                  <c:v>100</c:v>
                </c:pt>
                <c:pt idx="1">
                  <c:v>418</c:v>
                </c:pt>
                <c:pt idx="2">
                  <c:v>131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000000"/>
                  </a:solidFill>
                  <a:latin typeface="Arial"/>
                  <a:ea typeface="Arial"/>
                  <a:cs typeface="Arial"/>
                </a:defRPr>
              </a:pPr>
            </a:p>
          </c:txPr>
          <c:dLblPos val="bestFit"/>
          <c:showLegendKey val="0"/>
          <c:showVal val="0"/>
          <c:showCatName val="0"/>
          <c:showSerName val="0"/>
          <c:showPercent val="1"/>
          <c:showBubbleSize val="0"/>
          <c:showLeaderLines val="0"/>
        </c:dLbls>
      </c:pie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records</c:v>
          </c:tx>
          <c:spPr>
            <a:solidFill xmlns:a="http://schemas.openxmlformats.org/drawingml/2006/main">
              <a:srgbClr val="777777"/>
            </a:solidFill>
            <a:ln xmlns:a="http://schemas.openxmlformats.org/drawingml/2006/main" w="0">
              <a:noFill/>
            </a:ln>
          </c:spPr>
          <c:marker>
            <c:symbol val="circle"/>
            <c:size val="4"/>
            <c:spPr>
              <a:solidFill xmlns:a="http://schemas.openxmlformats.org/drawingml/2006/main">
                <a:srgbClr val="777777">
                  <a:alpha val="30000"/>
                </a:srgbClr>
              </a:solidFill>
            </c:spPr>
          </c:marker>
          <c:xVal>
            <c:numRef>
              <c:f>'Chart Data'!$A$2:$A$650</c:f>
              <c:numCache>
                <c:formatCode>General</c:formatCode>
                <c:ptCount val="649"/>
                <c:pt idx="0">
                  <c:v>11</c:v>
                </c:pt>
                <c:pt idx="1">
                  <c:v>11</c:v>
                </c:pt>
                <c:pt idx="2">
                  <c:v>13</c:v>
                </c:pt>
                <c:pt idx="3">
                  <c:v>14</c:v>
                </c:pt>
                <c:pt idx="4">
                  <c:v>13</c:v>
                </c:pt>
                <c:pt idx="5">
                  <c:v>12</c:v>
                </c:pt>
                <c:pt idx="6">
                  <c:v>12</c:v>
                </c:pt>
                <c:pt idx="7">
                  <c:v>13</c:v>
                </c:pt>
                <c:pt idx="8">
                  <c:v>16</c:v>
                </c:pt>
                <c:pt idx="9">
                  <c:v>12</c:v>
                </c:pt>
                <c:pt idx="10">
                  <c:v>14</c:v>
                </c:pt>
                <c:pt idx="11">
                  <c:v>12</c:v>
                </c:pt>
                <c:pt idx="12">
                  <c:v>13</c:v>
                </c:pt>
                <c:pt idx="13">
                  <c:v>12</c:v>
                </c:pt>
                <c:pt idx="14">
                  <c:v>14</c:v>
                </c:pt>
                <c:pt idx="15">
                  <c:v>17</c:v>
                </c:pt>
                <c:pt idx="16">
                  <c:v>13</c:v>
                </c:pt>
                <c:pt idx="17">
                  <c:v>14</c:v>
                </c:pt>
                <c:pt idx="18">
                  <c:v>8</c:v>
                </c:pt>
                <c:pt idx="19">
                  <c:v>12</c:v>
                </c:pt>
                <c:pt idx="20">
                  <c:v>13</c:v>
                </c:pt>
                <c:pt idx="21">
                  <c:v>12</c:v>
                </c:pt>
                <c:pt idx="22">
                  <c:v>13</c:v>
                </c:pt>
                <c:pt idx="23">
                  <c:v>10</c:v>
                </c:pt>
                <c:pt idx="24">
                  <c:v>11</c:v>
                </c:pt>
                <c:pt idx="25">
                  <c:v>11</c:v>
                </c:pt>
                <c:pt idx="26">
                  <c:v>12</c:v>
                </c:pt>
                <c:pt idx="27">
                  <c:v>11</c:v>
                </c:pt>
                <c:pt idx="28">
                  <c:v>12</c:v>
                </c:pt>
                <c:pt idx="29">
                  <c:v>11</c:v>
                </c:pt>
                <c:pt idx="30">
                  <c:v>11</c:v>
                </c:pt>
                <c:pt idx="31">
                  <c:v>15</c:v>
                </c:pt>
                <c:pt idx="32">
                  <c:v>14</c:v>
                </c:pt>
                <c:pt idx="33">
                  <c:v>12</c:v>
                </c:pt>
                <c:pt idx="34">
                  <c:v>12</c:v>
                </c:pt>
                <c:pt idx="35">
                  <c:v>11</c:v>
                </c:pt>
                <c:pt idx="36">
                  <c:v>14</c:v>
                </c:pt>
                <c:pt idx="37">
                  <c:v>13</c:v>
                </c:pt>
                <c:pt idx="38">
                  <c:v>12</c:v>
                </c:pt>
                <c:pt idx="39">
                  <c:v>13</c:v>
                </c:pt>
                <c:pt idx="40">
                  <c:v>11</c:v>
                </c:pt>
                <c:pt idx="41">
                  <c:v>11</c:v>
                </c:pt>
                <c:pt idx="42">
                  <c:v>15</c:v>
                </c:pt>
                <c:pt idx="43">
                  <c:v>10</c:v>
                </c:pt>
                <c:pt idx="44">
                  <c:v>11</c:v>
                </c:pt>
                <c:pt idx="45">
                  <c:v>11</c:v>
                </c:pt>
                <c:pt idx="46">
                  <c:v>12</c:v>
                </c:pt>
                <c:pt idx="47">
                  <c:v>17</c:v>
                </c:pt>
                <c:pt idx="48">
                  <c:v>12</c:v>
                </c:pt>
                <c:pt idx="49">
                  <c:v>12</c:v>
                </c:pt>
                <c:pt idx="50">
                  <c:v>13</c:v>
                </c:pt>
                <c:pt idx="51">
                  <c:v>14</c:v>
                </c:pt>
                <c:pt idx="52">
                  <c:v>9</c:v>
                </c:pt>
                <c:pt idx="53">
                  <c:v>12</c:v>
                </c:pt>
                <c:pt idx="54">
                  <c:v>12</c:v>
                </c:pt>
                <c:pt idx="55">
                  <c:v>13</c:v>
                </c:pt>
                <c:pt idx="56">
                  <c:v>14</c:v>
                </c:pt>
                <c:pt idx="57">
                  <c:v>15</c:v>
                </c:pt>
                <c:pt idx="58">
                  <c:v>13</c:v>
                </c:pt>
                <c:pt idx="59">
                  <c:v>15</c:v>
                </c:pt>
                <c:pt idx="60">
                  <c:v>16</c:v>
                </c:pt>
                <c:pt idx="61">
                  <c:v>10</c:v>
                </c:pt>
                <c:pt idx="62">
                  <c:v>13</c:v>
                </c:pt>
                <c:pt idx="63">
                  <c:v>13</c:v>
                </c:pt>
                <c:pt idx="64">
                  <c:v>12</c:v>
                </c:pt>
                <c:pt idx="65">
                  <c:v>15</c:v>
                </c:pt>
                <c:pt idx="66">
                  <c:v>12</c:v>
                </c:pt>
                <c:pt idx="67">
                  <c:v>9</c:v>
                </c:pt>
                <c:pt idx="68">
                  <c:v>10</c:v>
                </c:pt>
                <c:pt idx="69">
                  <c:v>15</c:v>
                </c:pt>
                <c:pt idx="70">
                  <c:v>11</c:v>
                </c:pt>
                <c:pt idx="71">
                  <c:v>9</c:v>
                </c:pt>
                <c:pt idx="72">
                  <c:v>11</c:v>
                </c:pt>
                <c:pt idx="73">
                  <c:v>13</c:v>
                </c:pt>
                <c:pt idx="74">
                  <c:v>11</c:v>
                </c:pt>
                <c:pt idx="75">
                  <c:v>11</c:v>
                </c:pt>
                <c:pt idx="76">
                  <c:v>11</c:v>
                </c:pt>
                <c:pt idx="77">
                  <c:v>13</c:v>
                </c:pt>
                <c:pt idx="78">
                  <c:v>9</c:v>
                </c:pt>
                <c:pt idx="79">
                  <c:v>11</c:v>
                </c:pt>
                <c:pt idx="80">
                  <c:v>11</c:v>
                </c:pt>
                <c:pt idx="81">
                  <c:v>9</c:v>
                </c:pt>
                <c:pt idx="82">
                  <c:v>11</c:v>
                </c:pt>
                <c:pt idx="83">
                  <c:v>12</c:v>
                </c:pt>
                <c:pt idx="84">
                  <c:v>12</c:v>
                </c:pt>
                <c:pt idx="85">
                  <c:v>11</c:v>
                </c:pt>
                <c:pt idx="86">
                  <c:v>11</c:v>
                </c:pt>
                <c:pt idx="87">
                  <c:v>15</c:v>
                </c:pt>
                <c:pt idx="88">
                  <c:v>10</c:v>
                </c:pt>
                <c:pt idx="89">
                  <c:v>9</c:v>
                </c:pt>
                <c:pt idx="90">
                  <c:v>11</c:v>
                </c:pt>
                <c:pt idx="91">
                  <c:v>13</c:v>
                </c:pt>
                <c:pt idx="92">
                  <c:v>13</c:v>
                </c:pt>
                <c:pt idx="93">
                  <c:v>14</c:v>
                </c:pt>
                <c:pt idx="94">
                  <c:v>12</c:v>
                </c:pt>
                <c:pt idx="95">
                  <c:v>13</c:v>
                </c:pt>
                <c:pt idx="96">
                  <c:v>11</c:v>
                </c:pt>
                <c:pt idx="97">
                  <c:v>12</c:v>
                </c:pt>
                <c:pt idx="98">
                  <c:v>13</c:v>
                </c:pt>
                <c:pt idx="99">
                  <c:v>13</c:v>
                </c:pt>
                <c:pt idx="100">
                  <c:v>9</c:v>
                </c:pt>
                <c:pt idx="101">
                  <c:v>16</c:v>
                </c:pt>
                <c:pt idx="102">
                  <c:v>13</c:v>
                </c:pt>
                <c:pt idx="103">
                  <c:v>10</c:v>
                </c:pt>
                <c:pt idx="104">
                  <c:v>16</c:v>
                </c:pt>
                <c:pt idx="105">
                  <c:v>10</c:v>
                </c:pt>
                <c:pt idx="106">
                  <c:v>10</c:v>
                </c:pt>
                <c:pt idx="107">
                  <c:v>14</c:v>
                </c:pt>
                <c:pt idx="108">
                  <c:v>10</c:v>
                </c:pt>
                <c:pt idx="109">
                  <c:v>15</c:v>
                </c:pt>
                <c:pt idx="110">
                  <c:v>14</c:v>
                </c:pt>
                <c:pt idx="111">
                  <c:v>11</c:v>
                </c:pt>
                <c:pt idx="112">
                  <c:v>10</c:v>
                </c:pt>
                <c:pt idx="113">
                  <c:v>17</c:v>
                </c:pt>
                <c:pt idx="114">
                  <c:v>9</c:v>
                </c:pt>
                <c:pt idx="115">
                  <c:v>14</c:v>
                </c:pt>
                <c:pt idx="116">
                  <c:v>15</c:v>
                </c:pt>
                <c:pt idx="117">
                  <c:v>14</c:v>
                </c:pt>
                <c:pt idx="118">
                  <c:v>11</c:v>
                </c:pt>
                <c:pt idx="119">
                  <c:v>13</c:v>
                </c:pt>
                <c:pt idx="120">
                  <c:v>14</c:v>
                </c:pt>
                <c:pt idx="121">
                  <c:v>13</c:v>
                </c:pt>
                <c:pt idx="122">
                  <c:v>12</c:v>
                </c:pt>
                <c:pt idx="123">
                  <c:v>13</c:v>
                </c:pt>
                <c:pt idx="124">
                  <c:v>11</c:v>
                </c:pt>
                <c:pt idx="125">
                  <c:v>9</c:v>
                </c:pt>
                <c:pt idx="126">
                  <c:v>11</c:v>
                </c:pt>
                <c:pt idx="127">
                  <c:v>10</c:v>
                </c:pt>
                <c:pt idx="128">
                  <c:v>14</c:v>
                </c:pt>
                <c:pt idx="129">
                  <c:v>12</c:v>
                </c:pt>
                <c:pt idx="130">
                  <c:v>11</c:v>
                </c:pt>
                <c:pt idx="131">
                  <c:v>9</c:v>
                </c:pt>
                <c:pt idx="132">
                  <c:v>10</c:v>
                </c:pt>
                <c:pt idx="133">
                  <c:v>12</c:v>
                </c:pt>
                <c:pt idx="134">
                  <c:v>12</c:v>
                </c:pt>
                <c:pt idx="135">
                  <c:v>13</c:v>
                </c:pt>
                <c:pt idx="136">
                  <c:v>9</c:v>
                </c:pt>
                <c:pt idx="137">
                  <c:v>11</c:v>
                </c:pt>
                <c:pt idx="138">
                  <c:v>11</c:v>
                </c:pt>
                <c:pt idx="139">
                  <c:v>14</c:v>
                </c:pt>
                <c:pt idx="140">
                  <c:v>9</c:v>
                </c:pt>
                <c:pt idx="141">
                  <c:v>13</c:v>
                </c:pt>
                <c:pt idx="142">
                  <c:v>11</c:v>
                </c:pt>
                <c:pt idx="143">
                  <c:v>11</c:v>
                </c:pt>
                <c:pt idx="144">
                  <c:v>11</c:v>
                </c:pt>
                <c:pt idx="145">
                  <c:v>9</c:v>
                </c:pt>
                <c:pt idx="146">
                  <c:v>10</c:v>
                </c:pt>
                <c:pt idx="147">
                  <c:v>14</c:v>
                </c:pt>
                <c:pt idx="148">
                  <c:v>9</c:v>
                </c:pt>
                <c:pt idx="149">
                  <c:v>11</c:v>
                </c:pt>
                <c:pt idx="150">
                  <c:v>8</c:v>
                </c:pt>
                <c:pt idx="151">
                  <c:v>13</c:v>
                </c:pt>
                <c:pt idx="152">
                  <c:v>11</c:v>
                </c:pt>
                <c:pt idx="153">
                  <c:v>13</c:v>
                </c:pt>
                <c:pt idx="154">
                  <c:v>11</c:v>
                </c:pt>
                <c:pt idx="155">
                  <c:v>7</c:v>
                </c:pt>
                <c:pt idx="156">
                  <c:v>12</c:v>
                </c:pt>
                <c:pt idx="157">
                  <c:v>10</c:v>
                </c:pt>
                <c:pt idx="158">
                  <c:v>11</c:v>
                </c:pt>
                <c:pt idx="159">
                  <c:v>12</c:v>
                </c:pt>
                <c:pt idx="160">
                  <c:v>11</c:v>
                </c:pt>
                <c:pt idx="161">
                  <c:v>9</c:v>
                </c:pt>
                <c:pt idx="162">
                  <c:v>11</c:v>
                </c:pt>
                <c:pt idx="163">
                  <c:v>9</c:v>
                </c:pt>
                <c:pt idx="164">
                  <c:v>10</c:v>
                </c:pt>
                <c:pt idx="165">
                  <c:v>13</c:v>
                </c:pt>
                <c:pt idx="166">
                  <c:v>9</c:v>
                </c:pt>
                <c:pt idx="167">
                  <c:v>13</c:v>
                </c:pt>
                <c:pt idx="168">
                  <c:v>8</c:v>
                </c:pt>
                <c:pt idx="169">
                  <c:v>8</c:v>
                </c:pt>
                <c:pt idx="170">
                  <c:v>10</c:v>
                </c:pt>
                <c:pt idx="171">
                  <c:v>10</c:v>
                </c:pt>
                <c:pt idx="172">
                  <c:v>10</c:v>
                </c:pt>
                <c:pt idx="173">
                  <c:v>8</c:v>
                </c:pt>
                <c:pt idx="174">
                  <c:v>8</c:v>
                </c:pt>
                <c:pt idx="175">
                  <c:v>6</c:v>
                </c:pt>
                <c:pt idx="176">
                  <c:v>9</c:v>
                </c:pt>
                <c:pt idx="177">
                  <c:v>8</c:v>
                </c:pt>
                <c:pt idx="178">
                  <c:v>8</c:v>
                </c:pt>
                <c:pt idx="179">
                  <c:v>7</c:v>
                </c:pt>
                <c:pt idx="180">
                  <c:v>10</c:v>
                </c:pt>
                <c:pt idx="181">
                  <c:v>17</c:v>
                </c:pt>
                <c:pt idx="182">
                  <c:v>12</c:v>
                </c:pt>
                <c:pt idx="183">
                  <c:v>16</c:v>
                </c:pt>
                <c:pt idx="184">
                  <c:v>9</c:v>
                </c:pt>
                <c:pt idx="185">
                  <c:v>17</c:v>
                </c:pt>
                <c:pt idx="186">
                  <c:v>9</c:v>
                </c:pt>
                <c:pt idx="187">
                  <c:v>13</c:v>
                </c:pt>
                <c:pt idx="188">
                  <c:v>14</c:v>
                </c:pt>
                <c:pt idx="189">
                  <c:v>11</c:v>
                </c:pt>
                <c:pt idx="190">
                  <c:v>12</c:v>
                </c:pt>
                <c:pt idx="191">
                  <c:v>9</c:v>
                </c:pt>
                <c:pt idx="192">
                  <c:v>9</c:v>
                </c:pt>
                <c:pt idx="193">
                  <c:v>11</c:v>
                </c:pt>
                <c:pt idx="194">
                  <c:v>10</c:v>
                </c:pt>
                <c:pt idx="195">
                  <c:v>12</c:v>
                </c:pt>
                <c:pt idx="196">
                  <c:v>18</c:v>
                </c:pt>
                <c:pt idx="197">
                  <c:v>13</c:v>
                </c:pt>
                <c:pt idx="198">
                  <c:v>15</c:v>
                </c:pt>
                <c:pt idx="199">
                  <c:v>13</c:v>
                </c:pt>
                <c:pt idx="200">
                  <c:v>9</c:v>
                </c:pt>
                <c:pt idx="201">
                  <c:v>14</c:v>
                </c:pt>
                <c:pt idx="202">
                  <c:v>13</c:v>
                </c:pt>
                <c:pt idx="203">
                  <c:v>9</c:v>
                </c:pt>
                <c:pt idx="204">
                  <c:v>12</c:v>
                </c:pt>
                <c:pt idx="205">
                  <c:v>11</c:v>
                </c:pt>
                <c:pt idx="206">
                  <c:v>11</c:v>
                </c:pt>
                <c:pt idx="207">
                  <c:v>10</c:v>
                </c:pt>
                <c:pt idx="208">
                  <c:v>12</c:v>
                </c:pt>
                <c:pt idx="209">
                  <c:v>15</c:v>
                </c:pt>
                <c:pt idx="210">
                  <c:v>13</c:v>
                </c:pt>
                <c:pt idx="211">
                  <c:v>11</c:v>
                </c:pt>
                <c:pt idx="212">
                  <c:v>15</c:v>
                </c:pt>
                <c:pt idx="213">
                  <c:v>10</c:v>
                </c:pt>
                <c:pt idx="214">
                  <c:v>14</c:v>
                </c:pt>
                <c:pt idx="215">
                  <c:v>12</c:v>
                </c:pt>
                <c:pt idx="216">
                  <c:v>15</c:v>
                </c:pt>
                <c:pt idx="217">
                  <c:v>13</c:v>
                </c:pt>
                <c:pt idx="218">
                  <c:v>13</c:v>
                </c:pt>
                <c:pt idx="219">
                  <c:v>9</c:v>
                </c:pt>
                <c:pt idx="220">
                  <c:v>11</c:v>
                </c:pt>
                <c:pt idx="221">
                  <c:v>15</c:v>
                </c:pt>
                <c:pt idx="222">
                  <c:v>13</c:v>
                </c:pt>
                <c:pt idx="223">
                  <c:v>12</c:v>
                </c:pt>
                <c:pt idx="224">
                  <c:v>12</c:v>
                </c:pt>
                <c:pt idx="225">
                  <c:v>12</c:v>
                </c:pt>
                <c:pt idx="226">
                  <c:v>13</c:v>
                </c:pt>
                <c:pt idx="227">
                  <c:v>11</c:v>
                </c:pt>
                <c:pt idx="228">
                  <c:v>11</c:v>
                </c:pt>
                <c:pt idx="229">
                  <c:v>16</c:v>
                </c:pt>
                <c:pt idx="230">
                  <c:v>9</c:v>
                </c:pt>
                <c:pt idx="231">
                  <c:v>10</c:v>
                </c:pt>
                <c:pt idx="232">
                  <c:v>13</c:v>
                </c:pt>
                <c:pt idx="233">
                  <c:v>12</c:v>
                </c:pt>
                <c:pt idx="234">
                  <c:v>10</c:v>
                </c:pt>
                <c:pt idx="235">
                  <c:v>12</c:v>
                </c:pt>
                <c:pt idx="236">
                  <c:v>13</c:v>
                </c:pt>
                <c:pt idx="237">
                  <c:v>9</c:v>
                </c:pt>
                <c:pt idx="238">
                  <c:v>16</c:v>
                </c:pt>
                <c:pt idx="239">
                  <c:v>8</c:v>
                </c:pt>
                <c:pt idx="240">
                  <c:v>18</c:v>
                </c:pt>
                <c:pt idx="241">
                  <c:v>11</c:v>
                </c:pt>
                <c:pt idx="242">
                  <c:v>10</c:v>
                </c:pt>
                <c:pt idx="243">
                  <c:v>15</c:v>
                </c:pt>
                <c:pt idx="244">
                  <c:v>12</c:v>
                </c:pt>
                <c:pt idx="245">
                  <c:v>13</c:v>
                </c:pt>
                <c:pt idx="246">
                  <c:v>13</c:v>
                </c:pt>
                <c:pt idx="247">
                  <c:v>13</c:v>
                </c:pt>
                <c:pt idx="248">
                  <c:v>9</c:v>
                </c:pt>
                <c:pt idx="249">
                  <c:v>12</c:v>
                </c:pt>
                <c:pt idx="250">
                  <c:v>16</c:v>
                </c:pt>
                <c:pt idx="251">
                  <c:v>10</c:v>
                </c:pt>
                <c:pt idx="252">
                  <c:v>13</c:v>
                </c:pt>
                <c:pt idx="253">
                  <c:v>10</c:v>
                </c:pt>
                <c:pt idx="254">
                  <c:v>8</c:v>
                </c:pt>
                <c:pt idx="255">
                  <c:v>7</c:v>
                </c:pt>
                <c:pt idx="256">
                  <c:v>8</c:v>
                </c:pt>
                <c:pt idx="257">
                  <c:v>8</c:v>
                </c:pt>
                <c:pt idx="258">
                  <c:v>14</c:v>
                </c:pt>
                <c:pt idx="259">
                  <c:v>10</c:v>
                </c:pt>
                <c:pt idx="260">
                  <c:v>11</c:v>
                </c:pt>
                <c:pt idx="261">
                  <c:v>13</c:v>
                </c:pt>
                <c:pt idx="262">
                  <c:v>9</c:v>
                </c:pt>
                <c:pt idx="263">
                  <c:v>7</c:v>
                </c:pt>
                <c:pt idx="264">
                  <c:v>9</c:v>
                </c:pt>
                <c:pt idx="265">
                  <c:v>14</c:v>
                </c:pt>
                <c:pt idx="266">
                  <c:v>14</c:v>
                </c:pt>
                <c:pt idx="267">
                  <c:v>15</c:v>
                </c:pt>
                <c:pt idx="268">
                  <c:v>12</c:v>
                </c:pt>
                <c:pt idx="269">
                  <c:v>14</c:v>
                </c:pt>
                <c:pt idx="270">
                  <c:v>15</c:v>
                </c:pt>
                <c:pt idx="271">
                  <c:v>11</c:v>
                </c:pt>
                <c:pt idx="272">
                  <c:v>14</c:v>
                </c:pt>
                <c:pt idx="273">
                  <c:v>11</c:v>
                </c:pt>
                <c:pt idx="274">
                  <c:v>9</c:v>
                </c:pt>
                <c:pt idx="275">
                  <c:v>10</c:v>
                </c:pt>
                <c:pt idx="276">
                  <c:v>16</c:v>
                </c:pt>
                <c:pt idx="277">
                  <c:v>10</c:v>
                </c:pt>
                <c:pt idx="278">
                  <c:v>12</c:v>
                </c:pt>
                <c:pt idx="279">
                  <c:v>8</c:v>
                </c:pt>
                <c:pt idx="280">
                  <c:v>9</c:v>
                </c:pt>
                <c:pt idx="281">
                  <c:v>12</c:v>
                </c:pt>
                <c:pt idx="282">
                  <c:v>8</c:v>
                </c:pt>
                <c:pt idx="283">
                  <c:v>11</c:v>
                </c:pt>
                <c:pt idx="284">
                  <c:v>8</c:v>
                </c:pt>
                <c:pt idx="285">
                  <c:v>13</c:v>
                </c:pt>
                <c:pt idx="286">
                  <c:v>12</c:v>
                </c:pt>
                <c:pt idx="287">
                  <c:v>10</c:v>
                </c:pt>
                <c:pt idx="288">
                  <c:v>12</c:v>
                </c:pt>
                <c:pt idx="289">
                  <c:v>15</c:v>
                </c:pt>
                <c:pt idx="290">
                  <c:v>10</c:v>
                </c:pt>
                <c:pt idx="291">
                  <c:v>10</c:v>
                </c:pt>
                <c:pt idx="292">
                  <c:v>12</c:v>
                </c:pt>
                <c:pt idx="293">
                  <c:v>12</c:v>
                </c:pt>
                <c:pt idx="294">
                  <c:v>11</c:v>
                </c:pt>
                <c:pt idx="295">
                  <c:v>13</c:v>
                </c:pt>
                <c:pt idx="296">
                  <c:v>16</c:v>
                </c:pt>
                <c:pt idx="297">
                  <c:v>10</c:v>
                </c:pt>
                <c:pt idx="298">
                  <c:v>11</c:v>
                </c:pt>
                <c:pt idx="299">
                  <c:v>12</c:v>
                </c:pt>
                <c:pt idx="300">
                  <c:v>15</c:v>
                </c:pt>
                <c:pt idx="301">
                  <c:v>10</c:v>
                </c:pt>
                <c:pt idx="302">
                  <c:v>11</c:v>
                </c:pt>
                <c:pt idx="303">
                  <c:v>12</c:v>
                </c:pt>
                <c:pt idx="304">
                  <c:v>12</c:v>
                </c:pt>
                <c:pt idx="305">
                  <c:v>8</c:v>
                </c:pt>
                <c:pt idx="306">
                  <c:v>16</c:v>
                </c:pt>
                <c:pt idx="307">
                  <c:v>11</c:v>
                </c:pt>
                <c:pt idx="308">
                  <c:v>11</c:v>
                </c:pt>
                <c:pt idx="309">
                  <c:v>12</c:v>
                </c:pt>
                <c:pt idx="310">
                  <c:v>9</c:v>
                </c:pt>
                <c:pt idx="311">
                  <c:v>12</c:v>
                </c:pt>
                <c:pt idx="312">
                  <c:v>16</c:v>
                </c:pt>
                <c:pt idx="313">
                  <c:v>13</c:v>
                </c:pt>
                <c:pt idx="314">
                  <c:v>17</c:v>
                </c:pt>
                <c:pt idx="315">
                  <c:v>14</c:v>
                </c:pt>
                <c:pt idx="316">
                  <c:v>16</c:v>
                </c:pt>
                <c:pt idx="317">
                  <c:v>12</c:v>
                </c:pt>
                <c:pt idx="318">
                  <c:v>9</c:v>
                </c:pt>
                <c:pt idx="319">
                  <c:v>12</c:v>
                </c:pt>
                <c:pt idx="320">
                  <c:v>12</c:v>
                </c:pt>
                <c:pt idx="321">
                  <c:v>15</c:v>
                </c:pt>
                <c:pt idx="322">
                  <c:v>8</c:v>
                </c:pt>
                <c:pt idx="323">
                  <c:v>10</c:v>
                </c:pt>
                <c:pt idx="324">
                  <c:v>10</c:v>
                </c:pt>
                <c:pt idx="325">
                  <c:v>11</c:v>
                </c:pt>
                <c:pt idx="326">
                  <c:v>13</c:v>
                </c:pt>
                <c:pt idx="327">
                  <c:v>17</c:v>
                </c:pt>
                <c:pt idx="328">
                  <c:v>13</c:v>
                </c:pt>
                <c:pt idx="329">
                  <c:v>12</c:v>
                </c:pt>
                <c:pt idx="330">
                  <c:v>13</c:v>
                </c:pt>
                <c:pt idx="331">
                  <c:v>12</c:v>
                </c:pt>
                <c:pt idx="332">
                  <c:v>18</c:v>
                </c:pt>
                <c:pt idx="333">
                  <c:v>13</c:v>
                </c:pt>
                <c:pt idx="334">
                  <c:v>15</c:v>
                </c:pt>
                <c:pt idx="335">
                  <c:v>17</c:v>
                </c:pt>
                <c:pt idx="336">
                  <c:v>16</c:v>
                </c:pt>
                <c:pt idx="337">
                  <c:v>18</c:v>
                </c:pt>
                <c:pt idx="338">
                  <c:v>19</c:v>
                </c:pt>
                <c:pt idx="339">
                  <c:v>15</c:v>
                </c:pt>
                <c:pt idx="340">
                  <c:v>15</c:v>
                </c:pt>
                <c:pt idx="341">
                  <c:v>13</c:v>
                </c:pt>
                <c:pt idx="342">
                  <c:v>14</c:v>
                </c:pt>
                <c:pt idx="343">
                  <c:v>17</c:v>
                </c:pt>
                <c:pt idx="344">
                  <c:v>18</c:v>
                </c:pt>
                <c:pt idx="345">
                  <c:v>15</c:v>
                </c:pt>
                <c:pt idx="346">
                  <c:v>13</c:v>
                </c:pt>
                <c:pt idx="347">
                  <c:v>7</c:v>
                </c:pt>
                <c:pt idx="348">
                  <c:v>16</c:v>
                </c:pt>
                <c:pt idx="349">
                  <c:v>18</c:v>
                </c:pt>
                <c:pt idx="350">
                  <c:v>10</c:v>
                </c:pt>
                <c:pt idx="351">
                  <c:v>15</c:v>
                </c:pt>
                <c:pt idx="352">
                  <c:v>10</c:v>
                </c:pt>
                <c:pt idx="353">
                  <c:v>10</c:v>
                </c:pt>
                <c:pt idx="354">
                  <c:v>12</c:v>
                </c:pt>
                <c:pt idx="355">
                  <c:v>12</c:v>
                </c:pt>
                <c:pt idx="356">
                  <c:v>16</c:v>
                </c:pt>
                <c:pt idx="357">
                  <c:v>15</c:v>
                </c:pt>
                <c:pt idx="358">
                  <c:v>12</c:v>
                </c:pt>
                <c:pt idx="359">
                  <c:v>15</c:v>
                </c:pt>
                <c:pt idx="360">
                  <c:v>12</c:v>
                </c:pt>
                <c:pt idx="361">
                  <c:v>10</c:v>
                </c:pt>
                <c:pt idx="362">
                  <c:v>11</c:v>
                </c:pt>
                <c:pt idx="363">
                  <c:v>12</c:v>
                </c:pt>
                <c:pt idx="364">
                  <c:v>15</c:v>
                </c:pt>
                <c:pt idx="365">
                  <c:v>14</c:v>
                </c:pt>
                <c:pt idx="366">
                  <c:v>12</c:v>
                </c:pt>
                <c:pt idx="367">
                  <c:v>12</c:v>
                </c:pt>
                <c:pt idx="368">
                  <c:v>9</c:v>
                </c:pt>
                <c:pt idx="369">
                  <c:v>10</c:v>
                </c:pt>
                <c:pt idx="370">
                  <c:v>8</c:v>
                </c:pt>
                <c:pt idx="371">
                  <c:v>10</c:v>
                </c:pt>
                <c:pt idx="372">
                  <c:v>13</c:v>
                </c:pt>
                <c:pt idx="373">
                  <c:v>11</c:v>
                </c:pt>
                <c:pt idx="374">
                  <c:v>18</c:v>
                </c:pt>
                <c:pt idx="375">
                  <c:v>14</c:v>
                </c:pt>
                <c:pt idx="376">
                  <c:v>14</c:v>
                </c:pt>
                <c:pt idx="377">
                  <c:v>14</c:v>
                </c:pt>
                <c:pt idx="378">
                  <c:v>18</c:v>
                </c:pt>
                <c:pt idx="379">
                  <c:v>10</c:v>
                </c:pt>
                <c:pt idx="380">
                  <c:v>12</c:v>
                </c:pt>
                <c:pt idx="381">
                  <c:v>14</c:v>
                </c:pt>
                <c:pt idx="382">
                  <c:v>12</c:v>
                </c:pt>
                <c:pt idx="383">
                  <c:v>11</c:v>
                </c:pt>
                <c:pt idx="384">
                  <c:v>10</c:v>
                </c:pt>
                <c:pt idx="385">
                  <c:v>9</c:v>
                </c:pt>
                <c:pt idx="386">
                  <c:v>15</c:v>
                </c:pt>
                <c:pt idx="387">
                  <c:v>14</c:v>
                </c:pt>
                <c:pt idx="388">
                  <c:v>11</c:v>
                </c:pt>
                <c:pt idx="389">
                  <c:v>9</c:v>
                </c:pt>
                <c:pt idx="390">
                  <c:v>13</c:v>
                </c:pt>
                <c:pt idx="391">
                  <c:v>13</c:v>
                </c:pt>
                <c:pt idx="392">
                  <c:v>13</c:v>
                </c:pt>
                <c:pt idx="393">
                  <c:v>14</c:v>
                </c:pt>
                <c:pt idx="394">
                  <c:v>14</c:v>
                </c:pt>
                <c:pt idx="395">
                  <c:v>12</c:v>
                </c:pt>
                <c:pt idx="396">
                  <c:v>16</c:v>
                </c:pt>
                <c:pt idx="397">
                  <c:v>12</c:v>
                </c:pt>
                <c:pt idx="398">
                  <c:v>12</c:v>
                </c:pt>
                <c:pt idx="399">
                  <c:v>16</c:v>
                </c:pt>
                <c:pt idx="400">
                  <c:v>14</c:v>
                </c:pt>
                <c:pt idx="401">
                  <c:v>13</c:v>
                </c:pt>
                <c:pt idx="402">
                  <c:v>12</c:v>
                </c:pt>
                <c:pt idx="403">
                  <c:v>15</c:v>
                </c:pt>
                <c:pt idx="404">
                  <c:v>16</c:v>
                </c:pt>
                <c:pt idx="405">
                  <c:v>11</c:v>
                </c:pt>
                <c:pt idx="406">
                  <c:v>13</c:v>
                </c:pt>
                <c:pt idx="407">
                  <c:v>12</c:v>
                </c:pt>
                <c:pt idx="408">
                  <c:v>11</c:v>
                </c:pt>
                <c:pt idx="409">
                  <c:v>14</c:v>
                </c:pt>
                <c:pt idx="410">
                  <c:v>17</c:v>
                </c:pt>
                <c:pt idx="411">
                  <c:v>15</c:v>
                </c:pt>
                <c:pt idx="412">
                  <c:v>17</c:v>
                </c:pt>
                <c:pt idx="413">
                  <c:v>10</c:v>
                </c:pt>
                <c:pt idx="414">
                  <c:v>15</c:v>
                </c:pt>
                <c:pt idx="415">
                  <c:v>10</c:v>
                </c:pt>
                <c:pt idx="416">
                  <c:v>18</c:v>
                </c:pt>
                <c:pt idx="417">
                  <c:v>17</c:v>
                </c:pt>
                <c:pt idx="418">
                  <c:v>14</c:v>
                </c:pt>
                <c:pt idx="419">
                  <c:v>11</c:v>
                </c:pt>
                <c:pt idx="420">
                  <c:v>17</c:v>
                </c:pt>
                <c:pt idx="421">
                  <c:v>10</c:v>
                </c:pt>
                <c:pt idx="422">
                  <c:v>13</c:v>
                </c:pt>
                <c:pt idx="423">
                  <c:v>11</c:v>
                </c:pt>
                <c:pt idx="424">
                  <c:v>12</c:v>
                </c:pt>
                <c:pt idx="425">
                  <c:v>10</c:v>
                </c:pt>
                <c:pt idx="426">
                  <c:v>10</c:v>
                </c:pt>
                <c:pt idx="427">
                  <c:v>17</c:v>
                </c:pt>
                <c:pt idx="428">
                  <c:v>8</c:v>
                </c:pt>
                <c:pt idx="429">
                  <c:v>11</c:v>
                </c:pt>
                <c:pt idx="430">
                  <c:v>11</c:v>
                </c:pt>
                <c:pt idx="431">
                  <c:v>10</c:v>
                </c:pt>
                <c:pt idx="432">
                  <c:v>6</c:v>
                </c:pt>
                <c:pt idx="433">
                  <c:v>14</c:v>
                </c:pt>
                <c:pt idx="434">
                  <c:v>9</c:v>
                </c:pt>
                <c:pt idx="435">
                  <c:v>10</c:v>
                </c:pt>
                <c:pt idx="436">
                  <c:v>7</c:v>
                </c:pt>
                <c:pt idx="437">
                  <c:v>11</c:v>
                </c:pt>
                <c:pt idx="438">
                  <c:v>11</c:v>
                </c:pt>
                <c:pt idx="439">
                  <c:v>16</c:v>
                </c:pt>
                <c:pt idx="440">
                  <c:v>0</c:v>
                </c:pt>
                <c:pt idx="441">
                  <c:v>9</c:v>
                </c:pt>
                <c:pt idx="442">
                  <c:v>13</c:v>
                </c:pt>
                <c:pt idx="443">
                  <c:v>9</c:v>
                </c:pt>
                <c:pt idx="444">
                  <c:v>10</c:v>
                </c:pt>
                <c:pt idx="445">
                  <c:v>9</c:v>
                </c:pt>
                <c:pt idx="446">
                  <c:v>11</c:v>
                </c:pt>
                <c:pt idx="447">
                  <c:v>10</c:v>
                </c:pt>
                <c:pt idx="448">
                  <c:v>16</c:v>
                </c:pt>
                <c:pt idx="449">
                  <c:v>13</c:v>
                </c:pt>
                <c:pt idx="450">
                  <c:v>15</c:v>
                </c:pt>
                <c:pt idx="451">
                  <c:v>11</c:v>
                </c:pt>
                <c:pt idx="452">
                  <c:v>10</c:v>
                </c:pt>
                <c:pt idx="453">
                  <c:v>8</c:v>
                </c:pt>
                <c:pt idx="454">
                  <c:v>8</c:v>
                </c:pt>
                <c:pt idx="455">
                  <c:v>10</c:v>
                </c:pt>
                <c:pt idx="456">
                  <c:v>14</c:v>
                </c:pt>
                <c:pt idx="457">
                  <c:v>11</c:v>
                </c:pt>
                <c:pt idx="458">
                  <c:v>10</c:v>
                </c:pt>
                <c:pt idx="459">
                  <c:v>9</c:v>
                </c:pt>
                <c:pt idx="460">
                  <c:v>10</c:v>
                </c:pt>
                <c:pt idx="461">
                  <c:v>12</c:v>
                </c:pt>
                <c:pt idx="462">
                  <c:v>14</c:v>
                </c:pt>
                <c:pt idx="463">
                  <c:v>11</c:v>
                </c:pt>
                <c:pt idx="464">
                  <c:v>11</c:v>
                </c:pt>
                <c:pt idx="465">
                  <c:v>8</c:v>
                </c:pt>
                <c:pt idx="466">
                  <c:v>9</c:v>
                </c:pt>
                <c:pt idx="467">
                  <c:v>13</c:v>
                </c:pt>
                <c:pt idx="468">
                  <c:v>12</c:v>
                </c:pt>
                <c:pt idx="469">
                  <c:v>12</c:v>
                </c:pt>
                <c:pt idx="470">
                  <c:v>12</c:v>
                </c:pt>
                <c:pt idx="471">
                  <c:v>11</c:v>
                </c:pt>
                <c:pt idx="472">
                  <c:v>14</c:v>
                </c:pt>
                <c:pt idx="473">
                  <c:v>8</c:v>
                </c:pt>
                <c:pt idx="474">
                  <c:v>11</c:v>
                </c:pt>
                <c:pt idx="475">
                  <c:v>13</c:v>
                </c:pt>
                <c:pt idx="476">
                  <c:v>8</c:v>
                </c:pt>
                <c:pt idx="477">
                  <c:v>10</c:v>
                </c:pt>
                <c:pt idx="478">
                  <c:v>7</c:v>
                </c:pt>
                <c:pt idx="479">
                  <c:v>9</c:v>
                </c:pt>
                <c:pt idx="480">
                  <c:v>9</c:v>
                </c:pt>
                <c:pt idx="481">
                  <c:v>10</c:v>
                </c:pt>
                <c:pt idx="482">
                  <c:v>10</c:v>
                </c:pt>
                <c:pt idx="483">
                  <c:v>10</c:v>
                </c:pt>
                <c:pt idx="484">
                  <c:v>7</c:v>
                </c:pt>
                <c:pt idx="485">
                  <c:v>10</c:v>
                </c:pt>
                <c:pt idx="486">
                  <c:v>10</c:v>
                </c:pt>
                <c:pt idx="487">
                  <c:v>9</c:v>
                </c:pt>
                <c:pt idx="488">
                  <c:v>9</c:v>
                </c:pt>
                <c:pt idx="489">
                  <c:v>9</c:v>
                </c:pt>
                <c:pt idx="490">
                  <c:v>11</c:v>
                </c:pt>
                <c:pt idx="491">
                  <c:v>8</c:v>
                </c:pt>
                <c:pt idx="492">
                  <c:v>10</c:v>
                </c:pt>
                <c:pt idx="493">
                  <c:v>9</c:v>
                </c:pt>
                <c:pt idx="494">
                  <c:v>9</c:v>
                </c:pt>
                <c:pt idx="495">
                  <c:v>13</c:v>
                </c:pt>
                <c:pt idx="496">
                  <c:v>14</c:v>
                </c:pt>
                <c:pt idx="497">
                  <c:v>11</c:v>
                </c:pt>
                <c:pt idx="498">
                  <c:v>13</c:v>
                </c:pt>
                <c:pt idx="499">
                  <c:v>16</c:v>
                </c:pt>
                <c:pt idx="500">
                  <c:v>7</c:v>
                </c:pt>
                <c:pt idx="501">
                  <c:v>12</c:v>
                </c:pt>
                <c:pt idx="502">
                  <c:v>8</c:v>
                </c:pt>
                <c:pt idx="503">
                  <c:v>14</c:v>
                </c:pt>
                <c:pt idx="504">
                  <c:v>13</c:v>
                </c:pt>
                <c:pt idx="505">
                  <c:v>11</c:v>
                </c:pt>
                <c:pt idx="506">
                  <c:v>9</c:v>
                </c:pt>
                <c:pt idx="507">
                  <c:v>11</c:v>
                </c:pt>
                <c:pt idx="508">
                  <c:v>9</c:v>
                </c:pt>
                <c:pt idx="509">
                  <c:v>17</c:v>
                </c:pt>
                <c:pt idx="510">
                  <c:v>17</c:v>
                </c:pt>
                <c:pt idx="511">
                  <c:v>9</c:v>
                </c:pt>
                <c:pt idx="512">
                  <c:v>7</c:v>
                </c:pt>
                <c:pt idx="513">
                  <c:v>6</c:v>
                </c:pt>
                <c:pt idx="514">
                  <c:v>6</c:v>
                </c:pt>
                <c:pt idx="515">
                  <c:v>8</c:v>
                </c:pt>
                <c:pt idx="516">
                  <c:v>16</c:v>
                </c:pt>
                <c:pt idx="517">
                  <c:v>14</c:v>
                </c:pt>
                <c:pt idx="518">
                  <c:v>5</c:v>
                </c:pt>
                <c:pt idx="519">
                  <c:v>7</c:v>
                </c:pt>
                <c:pt idx="520">
                  <c:v>8</c:v>
                </c:pt>
                <c:pt idx="521">
                  <c:v>10</c:v>
                </c:pt>
                <c:pt idx="522">
                  <c:v>8</c:v>
                </c:pt>
                <c:pt idx="523">
                  <c:v>6</c:v>
                </c:pt>
                <c:pt idx="524">
                  <c:v>9</c:v>
                </c:pt>
                <c:pt idx="525">
                  <c:v>14</c:v>
                </c:pt>
                <c:pt idx="526">
                  <c:v>14</c:v>
                </c:pt>
                <c:pt idx="527">
                  <c:v>9</c:v>
                </c:pt>
                <c:pt idx="528">
                  <c:v>9</c:v>
                </c:pt>
                <c:pt idx="529">
                  <c:v>11</c:v>
                </c:pt>
                <c:pt idx="530">
                  <c:v>10</c:v>
                </c:pt>
                <c:pt idx="531">
                  <c:v>10</c:v>
                </c:pt>
                <c:pt idx="532">
                  <c:v>7</c:v>
                </c:pt>
                <c:pt idx="533">
                  <c:v>15</c:v>
                </c:pt>
                <c:pt idx="534">
                  <c:v>12</c:v>
                </c:pt>
                <c:pt idx="535">
                  <c:v>11</c:v>
                </c:pt>
                <c:pt idx="536">
                  <c:v>14</c:v>
                </c:pt>
                <c:pt idx="537">
                  <c:v>13</c:v>
                </c:pt>
                <c:pt idx="538">
                  <c:v>11</c:v>
                </c:pt>
                <c:pt idx="539">
                  <c:v>10</c:v>
                </c:pt>
                <c:pt idx="540">
                  <c:v>11</c:v>
                </c:pt>
                <c:pt idx="541">
                  <c:v>9</c:v>
                </c:pt>
                <c:pt idx="542">
                  <c:v>11</c:v>
                </c:pt>
                <c:pt idx="543">
                  <c:v>9</c:v>
                </c:pt>
                <c:pt idx="544">
                  <c:v>11</c:v>
                </c:pt>
                <c:pt idx="545">
                  <c:v>9</c:v>
                </c:pt>
                <c:pt idx="546">
                  <c:v>15</c:v>
                </c:pt>
                <c:pt idx="547">
                  <c:v>11</c:v>
                </c:pt>
                <c:pt idx="548">
                  <c:v>10</c:v>
                </c:pt>
                <c:pt idx="549">
                  <c:v>18</c:v>
                </c:pt>
                <c:pt idx="550">
                  <c:v>13</c:v>
                </c:pt>
                <c:pt idx="551">
                  <c:v>14</c:v>
                </c:pt>
                <c:pt idx="552">
                  <c:v>9</c:v>
                </c:pt>
                <c:pt idx="553">
                  <c:v>11</c:v>
                </c:pt>
                <c:pt idx="554">
                  <c:v>11</c:v>
                </c:pt>
                <c:pt idx="555">
                  <c:v>14</c:v>
                </c:pt>
                <c:pt idx="556">
                  <c:v>10</c:v>
                </c:pt>
                <c:pt idx="557">
                  <c:v>9</c:v>
                </c:pt>
                <c:pt idx="558">
                  <c:v>13</c:v>
                </c:pt>
                <c:pt idx="559">
                  <c:v>12</c:v>
                </c:pt>
                <c:pt idx="560">
                  <c:v>9</c:v>
                </c:pt>
                <c:pt idx="561">
                  <c:v>9</c:v>
                </c:pt>
                <c:pt idx="562">
                  <c:v>13</c:v>
                </c:pt>
                <c:pt idx="563">
                  <c:v>0</c:v>
                </c:pt>
                <c:pt idx="564">
                  <c:v>9</c:v>
                </c:pt>
                <c:pt idx="565">
                  <c:v>10</c:v>
                </c:pt>
                <c:pt idx="566">
                  <c:v>7</c:v>
                </c:pt>
                <c:pt idx="567">
                  <c:v>0</c:v>
                </c:pt>
                <c:pt idx="568">
                  <c:v>11</c:v>
                </c:pt>
                <c:pt idx="569">
                  <c:v>8</c:v>
                </c:pt>
                <c:pt idx="570">
                  <c:v>8</c:v>
                </c:pt>
                <c:pt idx="571">
                  <c:v>9</c:v>
                </c:pt>
                <c:pt idx="572">
                  <c:v>5</c:v>
                </c:pt>
                <c:pt idx="573">
                  <c:v>9</c:v>
                </c:pt>
                <c:pt idx="574">
                  <c:v>11</c:v>
                </c:pt>
                <c:pt idx="575">
                  <c:v>11</c:v>
                </c:pt>
                <c:pt idx="576">
                  <c:v>10</c:v>
                </c:pt>
                <c:pt idx="577">
                  <c:v>9</c:v>
                </c:pt>
                <c:pt idx="578">
                  <c:v>9</c:v>
                </c:pt>
                <c:pt idx="579">
                  <c:v>10</c:v>
                </c:pt>
                <c:pt idx="580">
                  <c:v>9</c:v>
                </c:pt>
                <c:pt idx="581">
                  <c:v>8</c:v>
                </c:pt>
                <c:pt idx="582">
                  <c:v>8</c:v>
                </c:pt>
                <c:pt idx="583">
                  <c:v>6</c:v>
                </c:pt>
                <c:pt idx="584">
                  <c:v>11</c:v>
                </c:pt>
                <c:pt idx="585">
                  <c:v>7</c:v>
                </c:pt>
                <c:pt idx="586">
                  <c:v>8</c:v>
                </c:pt>
                <c:pt idx="587">
                  <c:v>6</c:v>
                </c:pt>
                <c:pt idx="588">
                  <c:v>10</c:v>
                </c:pt>
                <c:pt idx="589">
                  <c:v>10</c:v>
                </c:pt>
                <c:pt idx="590">
                  <c:v>8</c:v>
                </c:pt>
                <c:pt idx="591">
                  <c:v>13</c:v>
                </c:pt>
                <c:pt idx="592">
                  <c:v>12</c:v>
                </c:pt>
                <c:pt idx="593">
                  <c:v>13</c:v>
                </c:pt>
                <c:pt idx="594">
                  <c:v>18</c:v>
                </c:pt>
                <c:pt idx="595">
                  <c:v>17</c:v>
                </c:pt>
                <c:pt idx="596">
                  <c:v>18</c:v>
                </c:pt>
                <c:pt idx="597">
                  <c:v>0</c:v>
                </c:pt>
                <c:pt idx="598">
                  <c:v>11</c:v>
                </c:pt>
                <c:pt idx="599">
                  <c:v>13</c:v>
                </c:pt>
                <c:pt idx="600">
                  <c:v>13</c:v>
                </c:pt>
                <c:pt idx="601">
                  <c:v>8</c:v>
                </c:pt>
                <c:pt idx="602">
                  <c:v>12</c:v>
                </c:pt>
                <c:pt idx="603">
                  <c:v>0</c:v>
                </c:pt>
                <c:pt idx="604">
                  <c:v>10</c:v>
                </c:pt>
                <c:pt idx="605">
                  <c:v>0</c:v>
                </c:pt>
                <c:pt idx="606">
                  <c:v>18</c:v>
                </c:pt>
                <c:pt idx="607">
                  <c:v>11</c:v>
                </c:pt>
                <c:pt idx="608">
                  <c:v>10</c:v>
                </c:pt>
                <c:pt idx="609">
                  <c:v>11</c:v>
                </c:pt>
                <c:pt idx="610">
                  <c:v>0</c:v>
                </c:pt>
                <c:pt idx="611">
                  <c:v>14</c:v>
                </c:pt>
                <c:pt idx="612">
                  <c:v>11</c:v>
                </c:pt>
                <c:pt idx="613">
                  <c:v>10</c:v>
                </c:pt>
                <c:pt idx="614">
                  <c:v>12</c:v>
                </c:pt>
                <c:pt idx="615">
                  <c:v>14</c:v>
                </c:pt>
                <c:pt idx="616">
                  <c:v>13</c:v>
                </c:pt>
                <c:pt idx="617">
                  <c:v>17</c:v>
                </c:pt>
                <c:pt idx="618">
                  <c:v>15</c:v>
                </c:pt>
                <c:pt idx="619">
                  <c:v>12</c:v>
                </c:pt>
                <c:pt idx="620">
                  <c:v>14</c:v>
                </c:pt>
                <c:pt idx="621">
                  <c:v>13</c:v>
                </c:pt>
                <c:pt idx="622">
                  <c:v>10</c:v>
                </c:pt>
                <c:pt idx="623">
                  <c:v>16</c:v>
                </c:pt>
                <c:pt idx="624">
                  <c:v>8</c:v>
                </c:pt>
                <c:pt idx="625">
                  <c:v>10</c:v>
                </c:pt>
                <c:pt idx="626">
                  <c:v>5</c:v>
                </c:pt>
                <c:pt idx="627">
                  <c:v>10</c:v>
                </c:pt>
                <c:pt idx="628">
                  <c:v>11</c:v>
                </c:pt>
                <c:pt idx="629">
                  <c:v>8</c:v>
                </c:pt>
                <c:pt idx="630">
                  <c:v>17</c:v>
                </c:pt>
                <c:pt idx="631">
                  <c:v>11</c:v>
                </c:pt>
                <c:pt idx="632">
                  <c:v>8</c:v>
                </c:pt>
                <c:pt idx="633">
                  <c:v>14</c:v>
                </c:pt>
                <c:pt idx="634">
                  <c:v>16</c:v>
                </c:pt>
                <c:pt idx="635">
                  <c:v>9</c:v>
                </c:pt>
                <c:pt idx="636">
                  <c:v>18</c:v>
                </c:pt>
                <c:pt idx="637">
                  <c:v>7</c:v>
                </c:pt>
                <c:pt idx="638">
                  <c:v>15</c:v>
                </c:pt>
                <c:pt idx="639">
                  <c:v>8</c:v>
                </c:pt>
                <c:pt idx="640">
                  <c:v>7</c:v>
                </c:pt>
                <c:pt idx="641">
                  <c:v>17</c:v>
                </c:pt>
                <c:pt idx="642">
                  <c:v>9</c:v>
                </c:pt>
                <c:pt idx="643">
                  <c:v>9</c:v>
                </c:pt>
                <c:pt idx="644">
                  <c:v>11</c:v>
                </c:pt>
                <c:pt idx="645">
                  <c:v>15</c:v>
                </c:pt>
                <c:pt idx="646">
                  <c:v>12</c:v>
                </c:pt>
                <c:pt idx="647">
                  <c:v>10</c:v>
                </c:pt>
                <c:pt idx="648">
                  <c:v>11</c:v>
                </c:pt>
              </c:numCache>
            </c:numRef>
          </c:xVal>
          <c:yVal>
            <c:numRef>
              <c:f>'Chart Data'!$B$2:$B$650</c:f>
              <c:numCache>
                <c:formatCode>General</c:formatCode>
                <c:ptCount val="649"/>
                <c:pt idx="0">
                  <c:v>11</c:v>
                </c:pt>
                <c:pt idx="1">
                  <c:v>11</c:v>
                </c:pt>
                <c:pt idx="2">
                  <c:v>12</c:v>
                </c:pt>
                <c:pt idx="3">
                  <c:v>14</c:v>
                </c:pt>
                <c:pt idx="4">
                  <c:v>13</c:v>
                </c:pt>
                <c:pt idx="5">
                  <c:v>13</c:v>
                </c:pt>
                <c:pt idx="6">
                  <c:v>13</c:v>
                </c:pt>
                <c:pt idx="7">
                  <c:v>13</c:v>
                </c:pt>
                <c:pt idx="8">
                  <c:v>17</c:v>
                </c:pt>
                <c:pt idx="9">
                  <c:v>13</c:v>
                </c:pt>
                <c:pt idx="10">
                  <c:v>14</c:v>
                </c:pt>
                <c:pt idx="11">
                  <c:v>13</c:v>
                </c:pt>
                <c:pt idx="12">
                  <c:v>12</c:v>
                </c:pt>
                <c:pt idx="13">
                  <c:v>13</c:v>
                </c:pt>
                <c:pt idx="14">
                  <c:v>15</c:v>
                </c:pt>
                <c:pt idx="15">
                  <c:v>17</c:v>
                </c:pt>
                <c:pt idx="16">
                  <c:v>14</c:v>
                </c:pt>
                <c:pt idx="17">
                  <c:v>14</c:v>
                </c:pt>
                <c:pt idx="18">
                  <c:v>7</c:v>
                </c:pt>
                <c:pt idx="19">
                  <c:v>12</c:v>
                </c:pt>
                <c:pt idx="20">
                  <c:v>14</c:v>
                </c:pt>
                <c:pt idx="21">
                  <c:v>12</c:v>
                </c:pt>
                <c:pt idx="22">
                  <c:v>14</c:v>
                </c:pt>
                <c:pt idx="23">
                  <c:v>10</c:v>
                </c:pt>
                <c:pt idx="24">
                  <c:v>10</c:v>
                </c:pt>
                <c:pt idx="25">
                  <c:v>12</c:v>
                </c:pt>
                <c:pt idx="26">
                  <c:v>12</c:v>
                </c:pt>
                <c:pt idx="27">
                  <c:v>11</c:v>
                </c:pt>
                <c:pt idx="28">
                  <c:v>13</c:v>
                </c:pt>
                <c:pt idx="29">
                  <c:v>12</c:v>
                </c:pt>
                <c:pt idx="30">
                  <c:v>11</c:v>
                </c:pt>
                <c:pt idx="31">
                  <c:v>15</c:v>
                </c:pt>
                <c:pt idx="32">
                  <c:v>15</c:v>
                </c:pt>
                <c:pt idx="33">
                  <c:v>12</c:v>
                </c:pt>
                <c:pt idx="34">
                  <c:v>12</c:v>
                </c:pt>
                <c:pt idx="35">
                  <c:v>11</c:v>
                </c:pt>
                <c:pt idx="36">
                  <c:v>14</c:v>
                </c:pt>
                <c:pt idx="37">
                  <c:v>13</c:v>
                </c:pt>
                <c:pt idx="38">
                  <c:v>12</c:v>
                </c:pt>
                <c:pt idx="39">
                  <c:v>12</c:v>
                </c:pt>
                <c:pt idx="40">
                  <c:v>10</c:v>
                </c:pt>
                <c:pt idx="41">
                  <c:v>11</c:v>
                </c:pt>
                <c:pt idx="42">
                  <c:v>15</c:v>
                </c:pt>
                <c:pt idx="43">
                  <c:v>10</c:v>
                </c:pt>
                <c:pt idx="44">
                  <c:v>11</c:v>
                </c:pt>
                <c:pt idx="45">
                  <c:v>11</c:v>
                </c:pt>
                <c:pt idx="46">
                  <c:v>13</c:v>
                </c:pt>
                <c:pt idx="47">
                  <c:v>17</c:v>
                </c:pt>
                <c:pt idx="48">
                  <c:v>13</c:v>
                </c:pt>
                <c:pt idx="49">
                  <c:v>12</c:v>
                </c:pt>
                <c:pt idx="50">
                  <c:v>13</c:v>
                </c:pt>
                <c:pt idx="51">
                  <c:v>16</c:v>
                </c:pt>
                <c:pt idx="52">
                  <c:v>9</c:v>
                </c:pt>
                <c:pt idx="53">
                  <c:v>12</c:v>
                </c:pt>
                <c:pt idx="54">
                  <c:v>13</c:v>
                </c:pt>
                <c:pt idx="55">
                  <c:v>12</c:v>
                </c:pt>
                <c:pt idx="56">
                  <c:v>15</c:v>
                </c:pt>
                <c:pt idx="57">
                  <c:v>16</c:v>
                </c:pt>
                <c:pt idx="58">
                  <c:v>14</c:v>
                </c:pt>
                <c:pt idx="59">
                  <c:v>16</c:v>
                </c:pt>
                <c:pt idx="60">
                  <c:v>16</c:v>
                </c:pt>
                <c:pt idx="61">
                  <c:v>16</c:v>
                </c:pt>
                <c:pt idx="62">
                  <c:v>10</c:v>
                </c:pt>
                <c:pt idx="63">
                  <c:v>13</c:v>
                </c:pt>
                <c:pt idx="64">
                  <c:v>12</c:v>
                </c:pt>
                <c:pt idx="65">
                  <c:v>16</c:v>
                </c:pt>
                <c:pt idx="66">
                  <c:v>12</c:v>
                </c:pt>
                <c:pt idx="67">
                  <c:v>10</c:v>
                </c:pt>
                <c:pt idx="68">
                  <c:v>11</c:v>
                </c:pt>
                <c:pt idx="69">
                  <c:v>15</c:v>
                </c:pt>
                <c:pt idx="70">
                  <c:v>11</c:v>
                </c:pt>
                <c:pt idx="71">
                  <c:v>10</c:v>
                </c:pt>
                <c:pt idx="72">
                  <c:v>11</c:v>
                </c:pt>
                <c:pt idx="73">
                  <c:v>14</c:v>
                </c:pt>
                <c:pt idx="74">
                  <c:v>11</c:v>
                </c:pt>
                <c:pt idx="75">
                  <c:v>11</c:v>
                </c:pt>
                <c:pt idx="76">
                  <c:v>11</c:v>
                </c:pt>
                <c:pt idx="77">
                  <c:v>13</c:v>
                </c:pt>
                <c:pt idx="78">
                  <c:v>10</c:v>
                </c:pt>
                <c:pt idx="79">
                  <c:v>11</c:v>
                </c:pt>
                <c:pt idx="80">
                  <c:v>12</c:v>
                </c:pt>
                <c:pt idx="81">
                  <c:v>9</c:v>
                </c:pt>
                <c:pt idx="82">
                  <c:v>11</c:v>
                </c:pt>
                <c:pt idx="83">
                  <c:v>13</c:v>
                </c:pt>
                <c:pt idx="84">
                  <c:v>12</c:v>
                </c:pt>
                <c:pt idx="85">
                  <c:v>12</c:v>
                </c:pt>
                <c:pt idx="86">
                  <c:v>11</c:v>
                </c:pt>
                <c:pt idx="87">
                  <c:v>15</c:v>
                </c:pt>
                <c:pt idx="88">
                  <c:v>11</c:v>
                </c:pt>
                <c:pt idx="89">
                  <c:v>10</c:v>
                </c:pt>
                <c:pt idx="90">
                  <c:v>11</c:v>
                </c:pt>
                <c:pt idx="91">
                  <c:v>13</c:v>
                </c:pt>
                <c:pt idx="92">
                  <c:v>12</c:v>
                </c:pt>
                <c:pt idx="93">
                  <c:v>14</c:v>
                </c:pt>
                <c:pt idx="94">
                  <c:v>12</c:v>
                </c:pt>
                <c:pt idx="95">
                  <c:v>13</c:v>
                </c:pt>
                <c:pt idx="96">
                  <c:v>11</c:v>
                </c:pt>
                <c:pt idx="97">
                  <c:v>12</c:v>
                </c:pt>
                <c:pt idx="98">
                  <c:v>13</c:v>
                </c:pt>
                <c:pt idx="99">
                  <c:v>13</c:v>
                </c:pt>
                <c:pt idx="100">
                  <c:v>8</c:v>
                </c:pt>
                <c:pt idx="101">
                  <c:v>16</c:v>
                </c:pt>
                <c:pt idx="102">
                  <c:v>12</c:v>
                </c:pt>
                <c:pt idx="103">
                  <c:v>10</c:v>
                </c:pt>
                <c:pt idx="104">
                  <c:v>16</c:v>
                </c:pt>
                <c:pt idx="105">
                  <c:v>10</c:v>
                </c:pt>
                <c:pt idx="106">
                  <c:v>10</c:v>
                </c:pt>
                <c:pt idx="107">
                  <c:v>14</c:v>
                </c:pt>
                <c:pt idx="108">
                  <c:v>11</c:v>
                </c:pt>
                <c:pt idx="109">
                  <c:v>14</c:v>
                </c:pt>
                <c:pt idx="110">
                  <c:v>14</c:v>
                </c:pt>
                <c:pt idx="111">
                  <c:v>11</c:v>
                </c:pt>
                <c:pt idx="112">
                  <c:v>10</c:v>
                </c:pt>
                <c:pt idx="113">
                  <c:v>18</c:v>
                </c:pt>
                <c:pt idx="114">
                  <c:v>10</c:v>
                </c:pt>
                <c:pt idx="115">
                  <c:v>14</c:v>
                </c:pt>
                <c:pt idx="116">
                  <c:v>16</c:v>
                </c:pt>
                <c:pt idx="117">
                  <c:v>15</c:v>
                </c:pt>
                <c:pt idx="118">
                  <c:v>11</c:v>
                </c:pt>
                <c:pt idx="119">
                  <c:v>14</c:v>
                </c:pt>
                <c:pt idx="120">
                  <c:v>14</c:v>
                </c:pt>
                <c:pt idx="121">
                  <c:v>13</c:v>
                </c:pt>
                <c:pt idx="122">
                  <c:v>13</c:v>
                </c:pt>
                <c:pt idx="123">
                  <c:v>13</c:v>
                </c:pt>
                <c:pt idx="124">
                  <c:v>11</c:v>
                </c:pt>
                <c:pt idx="125">
                  <c:v>9</c:v>
                </c:pt>
                <c:pt idx="126">
                  <c:v>11</c:v>
                </c:pt>
                <c:pt idx="127">
                  <c:v>11</c:v>
                </c:pt>
                <c:pt idx="128">
                  <c:v>15</c:v>
                </c:pt>
                <c:pt idx="129">
                  <c:v>13</c:v>
                </c:pt>
                <c:pt idx="130">
                  <c:v>12</c:v>
                </c:pt>
                <c:pt idx="131">
                  <c:v>8</c:v>
                </c:pt>
                <c:pt idx="132">
                  <c:v>11</c:v>
                </c:pt>
                <c:pt idx="133">
                  <c:v>13</c:v>
                </c:pt>
                <c:pt idx="134">
                  <c:v>12</c:v>
                </c:pt>
                <c:pt idx="135">
                  <c:v>14</c:v>
                </c:pt>
                <c:pt idx="136">
                  <c:v>11</c:v>
                </c:pt>
                <c:pt idx="137">
                  <c:v>11</c:v>
                </c:pt>
                <c:pt idx="138">
                  <c:v>11</c:v>
                </c:pt>
                <c:pt idx="139">
                  <c:v>15</c:v>
                </c:pt>
                <c:pt idx="140">
                  <c:v>10</c:v>
                </c:pt>
                <c:pt idx="141">
                  <c:v>13</c:v>
                </c:pt>
                <c:pt idx="142">
                  <c:v>12</c:v>
                </c:pt>
                <c:pt idx="143">
                  <c:v>11</c:v>
                </c:pt>
                <c:pt idx="144">
                  <c:v>11</c:v>
                </c:pt>
                <c:pt idx="145">
                  <c:v>10</c:v>
                </c:pt>
                <c:pt idx="146">
                  <c:v>10</c:v>
                </c:pt>
                <c:pt idx="147">
                  <c:v>14</c:v>
                </c:pt>
                <c:pt idx="148">
                  <c:v>9</c:v>
                </c:pt>
                <c:pt idx="149">
                  <c:v>11</c:v>
                </c:pt>
                <c:pt idx="150">
                  <c:v>9</c:v>
                </c:pt>
                <c:pt idx="151">
                  <c:v>13</c:v>
                </c:pt>
                <c:pt idx="152">
                  <c:v>11</c:v>
                </c:pt>
                <c:pt idx="153">
                  <c:v>13</c:v>
                </c:pt>
                <c:pt idx="154">
                  <c:v>11</c:v>
                </c:pt>
                <c:pt idx="155">
                  <c:v>6</c:v>
                </c:pt>
                <c:pt idx="156">
                  <c:v>12</c:v>
                </c:pt>
                <c:pt idx="157">
                  <c:v>10</c:v>
                </c:pt>
                <c:pt idx="158">
                  <c:v>11</c:v>
                </c:pt>
                <c:pt idx="159">
                  <c:v>13</c:v>
                </c:pt>
                <c:pt idx="160">
                  <c:v>11</c:v>
                </c:pt>
                <c:pt idx="161">
                  <c:v>8</c:v>
                </c:pt>
                <c:pt idx="162">
                  <c:v>11</c:v>
                </c:pt>
                <c:pt idx="163">
                  <c:v>0</c:v>
                </c:pt>
                <c:pt idx="164">
                  <c:v>10</c:v>
                </c:pt>
                <c:pt idx="165">
                  <c:v>13</c:v>
                </c:pt>
                <c:pt idx="166">
                  <c:v>11</c:v>
                </c:pt>
                <c:pt idx="167">
                  <c:v>13</c:v>
                </c:pt>
                <c:pt idx="168">
                  <c:v>8</c:v>
                </c:pt>
                <c:pt idx="169">
                  <c:v>10</c:v>
                </c:pt>
                <c:pt idx="170">
                  <c:v>11</c:v>
                </c:pt>
                <c:pt idx="171">
                  <c:v>11</c:v>
                </c:pt>
                <c:pt idx="172">
                  <c:v>1</c:v>
                </c:pt>
                <c:pt idx="173">
                  <c:v>10</c:v>
                </c:pt>
                <c:pt idx="174">
                  <c:v>9</c:v>
                </c:pt>
                <c:pt idx="175">
                  <c:v>8</c:v>
                </c:pt>
                <c:pt idx="176">
                  <c:v>10</c:v>
                </c:pt>
                <c:pt idx="177">
                  <c:v>8</c:v>
                </c:pt>
                <c:pt idx="178">
                  <c:v>8</c:v>
                </c:pt>
                <c:pt idx="179">
                  <c:v>8</c:v>
                </c:pt>
                <c:pt idx="180">
                  <c:v>11</c:v>
                </c:pt>
                <c:pt idx="181">
                  <c:v>18</c:v>
                </c:pt>
                <c:pt idx="182">
                  <c:v>13</c:v>
                </c:pt>
                <c:pt idx="183">
                  <c:v>17</c:v>
                </c:pt>
                <c:pt idx="184">
                  <c:v>10</c:v>
                </c:pt>
                <c:pt idx="185">
                  <c:v>18</c:v>
                </c:pt>
                <c:pt idx="186">
                  <c:v>10</c:v>
                </c:pt>
                <c:pt idx="187">
                  <c:v>13</c:v>
                </c:pt>
                <c:pt idx="188">
                  <c:v>15</c:v>
                </c:pt>
                <c:pt idx="189">
                  <c:v>11</c:v>
                </c:pt>
                <c:pt idx="190">
                  <c:v>14</c:v>
                </c:pt>
                <c:pt idx="191">
                  <c:v>10</c:v>
                </c:pt>
                <c:pt idx="192">
                  <c:v>11</c:v>
                </c:pt>
                <c:pt idx="193">
                  <c:v>13</c:v>
                </c:pt>
                <c:pt idx="194">
                  <c:v>11</c:v>
                </c:pt>
                <c:pt idx="195">
                  <c:v>13</c:v>
                </c:pt>
                <c:pt idx="196">
                  <c:v>17</c:v>
                </c:pt>
                <c:pt idx="197">
                  <c:v>14</c:v>
                </c:pt>
                <c:pt idx="198">
                  <c:v>16</c:v>
                </c:pt>
                <c:pt idx="199">
                  <c:v>14</c:v>
                </c:pt>
                <c:pt idx="200">
                  <c:v>11</c:v>
                </c:pt>
                <c:pt idx="201">
                  <c:v>16</c:v>
                </c:pt>
                <c:pt idx="202">
                  <c:v>14</c:v>
                </c:pt>
                <c:pt idx="203">
                  <c:v>10</c:v>
                </c:pt>
                <c:pt idx="204">
                  <c:v>13</c:v>
                </c:pt>
                <c:pt idx="205">
                  <c:v>12</c:v>
                </c:pt>
                <c:pt idx="206">
                  <c:v>12</c:v>
                </c:pt>
                <c:pt idx="207">
                  <c:v>10</c:v>
                </c:pt>
                <c:pt idx="208">
                  <c:v>12</c:v>
                </c:pt>
                <c:pt idx="209">
                  <c:v>16</c:v>
                </c:pt>
                <c:pt idx="210">
                  <c:v>14</c:v>
                </c:pt>
                <c:pt idx="211">
                  <c:v>12</c:v>
                </c:pt>
                <c:pt idx="212">
                  <c:v>16</c:v>
                </c:pt>
                <c:pt idx="213">
                  <c:v>11</c:v>
                </c:pt>
                <c:pt idx="214">
                  <c:v>15</c:v>
                </c:pt>
                <c:pt idx="215">
                  <c:v>12</c:v>
                </c:pt>
                <c:pt idx="216">
                  <c:v>15</c:v>
                </c:pt>
                <c:pt idx="217">
                  <c:v>13</c:v>
                </c:pt>
                <c:pt idx="218">
                  <c:v>13</c:v>
                </c:pt>
                <c:pt idx="219">
                  <c:v>8</c:v>
                </c:pt>
                <c:pt idx="220">
                  <c:v>12</c:v>
                </c:pt>
                <c:pt idx="221">
                  <c:v>15</c:v>
                </c:pt>
                <c:pt idx="222">
                  <c:v>13</c:v>
                </c:pt>
                <c:pt idx="223">
                  <c:v>12</c:v>
                </c:pt>
                <c:pt idx="224">
                  <c:v>12</c:v>
                </c:pt>
                <c:pt idx="225">
                  <c:v>12</c:v>
                </c:pt>
                <c:pt idx="226">
                  <c:v>13</c:v>
                </c:pt>
                <c:pt idx="227">
                  <c:v>11</c:v>
                </c:pt>
                <c:pt idx="228">
                  <c:v>11</c:v>
                </c:pt>
                <c:pt idx="229">
                  <c:v>15</c:v>
                </c:pt>
                <c:pt idx="230">
                  <c:v>10</c:v>
                </c:pt>
                <c:pt idx="231">
                  <c:v>10</c:v>
                </c:pt>
                <c:pt idx="232">
                  <c:v>13</c:v>
                </c:pt>
                <c:pt idx="233">
                  <c:v>13</c:v>
                </c:pt>
                <c:pt idx="234">
                  <c:v>11</c:v>
                </c:pt>
                <c:pt idx="235">
                  <c:v>12</c:v>
                </c:pt>
                <c:pt idx="236">
                  <c:v>14</c:v>
                </c:pt>
                <c:pt idx="237">
                  <c:v>10</c:v>
                </c:pt>
                <c:pt idx="238">
                  <c:v>16</c:v>
                </c:pt>
                <c:pt idx="239">
                  <c:v>8</c:v>
                </c:pt>
                <c:pt idx="240">
                  <c:v>17</c:v>
                </c:pt>
                <c:pt idx="241">
                  <c:v>11</c:v>
                </c:pt>
                <c:pt idx="242">
                  <c:v>11</c:v>
                </c:pt>
                <c:pt idx="243">
                  <c:v>16</c:v>
                </c:pt>
                <c:pt idx="244">
                  <c:v>12</c:v>
                </c:pt>
                <c:pt idx="245">
                  <c:v>13</c:v>
                </c:pt>
                <c:pt idx="246">
                  <c:v>13</c:v>
                </c:pt>
                <c:pt idx="247">
                  <c:v>14</c:v>
                </c:pt>
                <c:pt idx="248">
                  <c:v>9</c:v>
                </c:pt>
                <c:pt idx="249">
                  <c:v>12</c:v>
                </c:pt>
                <c:pt idx="250">
                  <c:v>16</c:v>
                </c:pt>
                <c:pt idx="251">
                  <c:v>10</c:v>
                </c:pt>
                <c:pt idx="252">
                  <c:v>13</c:v>
                </c:pt>
                <c:pt idx="253">
                  <c:v>10</c:v>
                </c:pt>
                <c:pt idx="254">
                  <c:v>10</c:v>
                </c:pt>
                <c:pt idx="255">
                  <c:v>7</c:v>
                </c:pt>
                <c:pt idx="256">
                  <c:v>8</c:v>
                </c:pt>
                <c:pt idx="257">
                  <c:v>9</c:v>
                </c:pt>
                <c:pt idx="258">
                  <c:v>15</c:v>
                </c:pt>
                <c:pt idx="259">
                  <c:v>10</c:v>
                </c:pt>
                <c:pt idx="260">
                  <c:v>11</c:v>
                </c:pt>
                <c:pt idx="261">
                  <c:v>13</c:v>
                </c:pt>
                <c:pt idx="262">
                  <c:v>8</c:v>
                </c:pt>
                <c:pt idx="263">
                  <c:v>8</c:v>
                </c:pt>
                <c:pt idx="264">
                  <c:v>10</c:v>
                </c:pt>
                <c:pt idx="265">
                  <c:v>15</c:v>
                </c:pt>
                <c:pt idx="266">
                  <c:v>14</c:v>
                </c:pt>
                <c:pt idx="267">
                  <c:v>15</c:v>
                </c:pt>
                <c:pt idx="268">
                  <c:v>12</c:v>
                </c:pt>
                <c:pt idx="269">
                  <c:v>15</c:v>
                </c:pt>
                <c:pt idx="270">
                  <c:v>15</c:v>
                </c:pt>
                <c:pt idx="271">
                  <c:v>12</c:v>
                </c:pt>
                <c:pt idx="272">
                  <c:v>15</c:v>
                </c:pt>
                <c:pt idx="273">
                  <c:v>11</c:v>
                </c:pt>
                <c:pt idx="274">
                  <c:v>10</c:v>
                </c:pt>
                <c:pt idx="275">
                  <c:v>11</c:v>
                </c:pt>
                <c:pt idx="276">
                  <c:v>16</c:v>
                </c:pt>
                <c:pt idx="277">
                  <c:v>11</c:v>
                </c:pt>
                <c:pt idx="278">
                  <c:v>13</c:v>
                </c:pt>
                <c:pt idx="279">
                  <c:v>5</c:v>
                </c:pt>
                <c:pt idx="280">
                  <c:v>10</c:v>
                </c:pt>
                <c:pt idx="281">
                  <c:v>11</c:v>
                </c:pt>
                <c:pt idx="282">
                  <c:v>7</c:v>
                </c:pt>
                <c:pt idx="283">
                  <c:v>10</c:v>
                </c:pt>
                <c:pt idx="284">
                  <c:v>6</c:v>
                </c:pt>
                <c:pt idx="285">
                  <c:v>12</c:v>
                </c:pt>
                <c:pt idx="286">
                  <c:v>13</c:v>
                </c:pt>
                <c:pt idx="287">
                  <c:v>10</c:v>
                </c:pt>
                <c:pt idx="288">
                  <c:v>13</c:v>
                </c:pt>
                <c:pt idx="289">
                  <c:v>17</c:v>
                </c:pt>
                <c:pt idx="290">
                  <c:v>11</c:v>
                </c:pt>
                <c:pt idx="291">
                  <c:v>11</c:v>
                </c:pt>
                <c:pt idx="292">
                  <c:v>14</c:v>
                </c:pt>
                <c:pt idx="293">
                  <c:v>14</c:v>
                </c:pt>
                <c:pt idx="294">
                  <c:v>13</c:v>
                </c:pt>
                <c:pt idx="295">
                  <c:v>14</c:v>
                </c:pt>
                <c:pt idx="296">
                  <c:v>16</c:v>
                </c:pt>
                <c:pt idx="297">
                  <c:v>10</c:v>
                </c:pt>
                <c:pt idx="298">
                  <c:v>12</c:v>
                </c:pt>
                <c:pt idx="299">
                  <c:v>12</c:v>
                </c:pt>
                <c:pt idx="300">
                  <c:v>15</c:v>
                </c:pt>
                <c:pt idx="301">
                  <c:v>11</c:v>
                </c:pt>
                <c:pt idx="302">
                  <c:v>12</c:v>
                </c:pt>
                <c:pt idx="303">
                  <c:v>13</c:v>
                </c:pt>
                <c:pt idx="304">
                  <c:v>13</c:v>
                </c:pt>
                <c:pt idx="305">
                  <c:v>9</c:v>
                </c:pt>
                <c:pt idx="306">
                  <c:v>16</c:v>
                </c:pt>
                <c:pt idx="307">
                  <c:v>14</c:v>
                </c:pt>
                <c:pt idx="308">
                  <c:v>12</c:v>
                </c:pt>
                <c:pt idx="309">
                  <c:v>14</c:v>
                </c:pt>
                <c:pt idx="310">
                  <c:v>10</c:v>
                </c:pt>
                <c:pt idx="311">
                  <c:v>12</c:v>
                </c:pt>
                <c:pt idx="312">
                  <c:v>16</c:v>
                </c:pt>
                <c:pt idx="313">
                  <c:v>13</c:v>
                </c:pt>
                <c:pt idx="314">
                  <c:v>18</c:v>
                </c:pt>
                <c:pt idx="315">
                  <c:v>15</c:v>
                </c:pt>
                <c:pt idx="316">
                  <c:v>16</c:v>
                </c:pt>
                <c:pt idx="317">
                  <c:v>12</c:v>
                </c:pt>
                <c:pt idx="318">
                  <c:v>10</c:v>
                </c:pt>
                <c:pt idx="319">
                  <c:v>12</c:v>
                </c:pt>
                <c:pt idx="320">
                  <c:v>13</c:v>
                </c:pt>
                <c:pt idx="321">
                  <c:v>15</c:v>
                </c:pt>
                <c:pt idx="322">
                  <c:v>10</c:v>
                </c:pt>
                <c:pt idx="323">
                  <c:v>10</c:v>
                </c:pt>
                <c:pt idx="324">
                  <c:v>11</c:v>
                </c:pt>
                <c:pt idx="325">
                  <c:v>10</c:v>
                </c:pt>
                <c:pt idx="326">
                  <c:v>13</c:v>
                </c:pt>
                <c:pt idx="327">
                  <c:v>18</c:v>
                </c:pt>
                <c:pt idx="328">
                  <c:v>13</c:v>
                </c:pt>
                <c:pt idx="329">
                  <c:v>14</c:v>
                </c:pt>
                <c:pt idx="330">
                  <c:v>14</c:v>
                </c:pt>
                <c:pt idx="331">
                  <c:v>12</c:v>
                </c:pt>
                <c:pt idx="332">
                  <c:v>18</c:v>
                </c:pt>
                <c:pt idx="333">
                  <c:v>14</c:v>
                </c:pt>
                <c:pt idx="334">
                  <c:v>15</c:v>
                </c:pt>
                <c:pt idx="335">
                  <c:v>17</c:v>
                </c:pt>
                <c:pt idx="336">
                  <c:v>16</c:v>
                </c:pt>
                <c:pt idx="337">
                  <c:v>18</c:v>
                </c:pt>
                <c:pt idx="338">
                  <c:v>19</c:v>
                </c:pt>
                <c:pt idx="339">
                  <c:v>15</c:v>
                </c:pt>
                <c:pt idx="340">
                  <c:v>15</c:v>
                </c:pt>
                <c:pt idx="341">
                  <c:v>13</c:v>
                </c:pt>
                <c:pt idx="342">
                  <c:v>14</c:v>
                </c:pt>
                <c:pt idx="343">
                  <c:v>17</c:v>
                </c:pt>
                <c:pt idx="344">
                  <c:v>17</c:v>
                </c:pt>
                <c:pt idx="345">
                  <c:v>15</c:v>
                </c:pt>
                <c:pt idx="346">
                  <c:v>13</c:v>
                </c:pt>
                <c:pt idx="347">
                  <c:v>8</c:v>
                </c:pt>
                <c:pt idx="348">
                  <c:v>16</c:v>
                </c:pt>
                <c:pt idx="349">
                  <c:v>18</c:v>
                </c:pt>
                <c:pt idx="350">
                  <c:v>11</c:v>
                </c:pt>
                <c:pt idx="351">
                  <c:v>15</c:v>
                </c:pt>
                <c:pt idx="352">
                  <c:v>11</c:v>
                </c:pt>
                <c:pt idx="353">
                  <c:v>11</c:v>
                </c:pt>
                <c:pt idx="354">
                  <c:v>15</c:v>
                </c:pt>
                <c:pt idx="355">
                  <c:v>14</c:v>
                </c:pt>
                <c:pt idx="356">
                  <c:v>17</c:v>
                </c:pt>
                <c:pt idx="357">
                  <c:v>17</c:v>
                </c:pt>
                <c:pt idx="358">
                  <c:v>15</c:v>
                </c:pt>
                <c:pt idx="359">
                  <c:v>17</c:v>
                </c:pt>
                <c:pt idx="360">
                  <c:v>14</c:v>
                </c:pt>
                <c:pt idx="361">
                  <c:v>10</c:v>
                </c:pt>
                <c:pt idx="362">
                  <c:v>13</c:v>
                </c:pt>
                <c:pt idx="363">
                  <c:v>14</c:v>
                </c:pt>
                <c:pt idx="364">
                  <c:v>17</c:v>
                </c:pt>
                <c:pt idx="365">
                  <c:v>17</c:v>
                </c:pt>
                <c:pt idx="366">
                  <c:v>13</c:v>
                </c:pt>
                <c:pt idx="367">
                  <c:v>14</c:v>
                </c:pt>
                <c:pt idx="368">
                  <c:v>11</c:v>
                </c:pt>
                <c:pt idx="369">
                  <c:v>11</c:v>
                </c:pt>
                <c:pt idx="370">
                  <c:v>9</c:v>
                </c:pt>
                <c:pt idx="371">
                  <c:v>10</c:v>
                </c:pt>
                <c:pt idx="372">
                  <c:v>13</c:v>
                </c:pt>
                <c:pt idx="373">
                  <c:v>10</c:v>
                </c:pt>
                <c:pt idx="374">
                  <c:v>17</c:v>
                </c:pt>
                <c:pt idx="375">
                  <c:v>15</c:v>
                </c:pt>
                <c:pt idx="376">
                  <c:v>14</c:v>
                </c:pt>
                <c:pt idx="377">
                  <c:v>13</c:v>
                </c:pt>
                <c:pt idx="378">
                  <c:v>17</c:v>
                </c:pt>
                <c:pt idx="379">
                  <c:v>10</c:v>
                </c:pt>
                <c:pt idx="380">
                  <c:v>13</c:v>
                </c:pt>
                <c:pt idx="381">
                  <c:v>15</c:v>
                </c:pt>
                <c:pt idx="382">
                  <c:v>11</c:v>
                </c:pt>
                <c:pt idx="383">
                  <c:v>12</c:v>
                </c:pt>
                <c:pt idx="384">
                  <c:v>10</c:v>
                </c:pt>
                <c:pt idx="385">
                  <c:v>10</c:v>
                </c:pt>
                <c:pt idx="386">
                  <c:v>15</c:v>
                </c:pt>
                <c:pt idx="387">
                  <c:v>15</c:v>
                </c:pt>
                <c:pt idx="388">
                  <c:v>12</c:v>
                </c:pt>
                <c:pt idx="389">
                  <c:v>12</c:v>
                </c:pt>
                <c:pt idx="390">
                  <c:v>14</c:v>
                </c:pt>
                <c:pt idx="391">
                  <c:v>14</c:v>
                </c:pt>
                <c:pt idx="392">
                  <c:v>15</c:v>
                </c:pt>
                <c:pt idx="393">
                  <c:v>15</c:v>
                </c:pt>
                <c:pt idx="394">
                  <c:v>16</c:v>
                </c:pt>
                <c:pt idx="395">
                  <c:v>13</c:v>
                </c:pt>
                <c:pt idx="396">
                  <c:v>17</c:v>
                </c:pt>
                <c:pt idx="397">
                  <c:v>14</c:v>
                </c:pt>
                <c:pt idx="398">
                  <c:v>14</c:v>
                </c:pt>
                <c:pt idx="399">
                  <c:v>17</c:v>
                </c:pt>
                <c:pt idx="400">
                  <c:v>17</c:v>
                </c:pt>
                <c:pt idx="401">
                  <c:v>14</c:v>
                </c:pt>
                <c:pt idx="402">
                  <c:v>13</c:v>
                </c:pt>
                <c:pt idx="403">
                  <c:v>15</c:v>
                </c:pt>
                <c:pt idx="404">
                  <c:v>16</c:v>
                </c:pt>
                <c:pt idx="405">
                  <c:v>11</c:v>
                </c:pt>
                <c:pt idx="406">
                  <c:v>13</c:v>
                </c:pt>
                <c:pt idx="407">
                  <c:v>12</c:v>
                </c:pt>
                <c:pt idx="408">
                  <c:v>12</c:v>
                </c:pt>
                <c:pt idx="409">
                  <c:v>15</c:v>
                </c:pt>
                <c:pt idx="410">
                  <c:v>17</c:v>
                </c:pt>
                <c:pt idx="411">
                  <c:v>15</c:v>
                </c:pt>
                <c:pt idx="412">
                  <c:v>17</c:v>
                </c:pt>
                <c:pt idx="413">
                  <c:v>10</c:v>
                </c:pt>
                <c:pt idx="414">
                  <c:v>15</c:v>
                </c:pt>
                <c:pt idx="415">
                  <c:v>11</c:v>
                </c:pt>
                <c:pt idx="416">
                  <c:v>18</c:v>
                </c:pt>
                <c:pt idx="417">
                  <c:v>17</c:v>
                </c:pt>
                <c:pt idx="418">
                  <c:v>14</c:v>
                </c:pt>
                <c:pt idx="419">
                  <c:v>11</c:v>
                </c:pt>
                <c:pt idx="420">
                  <c:v>17</c:v>
                </c:pt>
                <c:pt idx="421">
                  <c:v>10</c:v>
                </c:pt>
                <c:pt idx="422">
                  <c:v>13</c:v>
                </c:pt>
                <c:pt idx="423">
                  <c:v>11</c:v>
                </c:pt>
                <c:pt idx="424">
                  <c:v>12</c:v>
                </c:pt>
                <c:pt idx="425">
                  <c:v>10</c:v>
                </c:pt>
                <c:pt idx="426">
                  <c:v>11</c:v>
                </c:pt>
                <c:pt idx="427">
                  <c:v>17</c:v>
                </c:pt>
                <c:pt idx="428">
                  <c:v>9</c:v>
                </c:pt>
                <c:pt idx="429">
                  <c:v>11</c:v>
                </c:pt>
                <c:pt idx="430">
                  <c:v>11</c:v>
                </c:pt>
                <c:pt idx="431">
                  <c:v>10</c:v>
                </c:pt>
                <c:pt idx="432">
                  <c:v>7</c:v>
                </c:pt>
                <c:pt idx="433">
                  <c:v>14</c:v>
                </c:pt>
                <c:pt idx="434">
                  <c:v>11</c:v>
                </c:pt>
                <c:pt idx="435">
                  <c:v>10</c:v>
                </c:pt>
                <c:pt idx="436">
                  <c:v>8</c:v>
                </c:pt>
                <c:pt idx="437">
                  <c:v>12</c:v>
                </c:pt>
                <c:pt idx="438">
                  <c:v>12</c:v>
                </c:pt>
                <c:pt idx="439">
                  <c:v>16</c:v>
                </c:pt>
                <c:pt idx="440">
                  <c:v>0</c:v>
                </c:pt>
                <c:pt idx="441">
                  <c:v>9</c:v>
                </c:pt>
                <c:pt idx="442">
                  <c:v>14</c:v>
                </c:pt>
                <c:pt idx="443">
                  <c:v>8</c:v>
                </c:pt>
                <c:pt idx="444">
                  <c:v>11</c:v>
                </c:pt>
                <c:pt idx="445">
                  <c:v>9</c:v>
                </c:pt>
                <c:pt idx="446">
                  <c:v>11</c:v>
                </c:pt>
                <c:pt idx="447">
                  <c:v>9</c:v>
                </c:pt>
                <c:pt idx="448">
                  <c:v>17</c:v>
                </c:pt>
                <c:pt idx="449">
                  <c:v>13</c:v>
                </c:pt>
                <c:pt idx="450">
                  <c:v>15</c:v>
                </c:pt>
                <c:pt idx="451">
                  <c:v>11</c:v>
                </c:pt>
                <c:pt idx="452">
                  <c:v>11</c:v>
                </c:pt>
                <c:pt idx="453">
                  <c:v>8</c:v>
                </c:pt>
                <c:pt idx="454">
                  <c:v>8</c:v>
                </c:pt>
                <c:pt idx="455">
                  <c:v>9</c:v>
                </c:pt>
                <c:pt idx="456">
                  <c:v>15</c:v>
                </c:pt>
                <c:pt idx="457">
                  <c:v>11</c:v>
                </c:pt>
                <c:pt idx="458">
                  <c:v>13</c:v>
                </c:pt>
                <c:pt idx="459">
                  <c:v>10</c:v>
                </c:pt>
                <c:pt idx="460">
                  <c:v>11</c:v>
                </c:pt>
                <c:pt idx="461">
                  <c:v>14</c:v>
                </c:pt>
                <c:pt idx="462">
                  <c:v>14</c:v>
                </c:pt>
                <c:pt idx="463">
                  <c:v>12</c:v>
                </c:pt>
                <c:pt idx="464">
                  <c:v>11</c:v>
                </c:pt>
                <c:pt idx="465">
                  <c:v>8</c:v>
                </c:pt>
                <c:pt idx="466">
                  <c:v>11</c:v>
                </c:pt>
                <c:pt idx="467">
                  <c:v>14</c:v>
                </c:pt>
                <c:pt idx="468">
                  <c:v>13</c:v>
                </c:pt>
                <c:pt idx="469">
                  <c:v>13</c:v>
                </c:pt>
                <c:pt idx="470">
                  <c:v>12</c:v>
                </c:pt>
                <c:pt idx="471">
                  <c:v>12</c:v>
                </c:pt>
                <c:pt idx="472">
                  <c:v>16</c:v>
                </c:pt>
                <c:pt idx="473">
                  <c:v>10</c:v>
                </c:pt>
                <c:pt idx="474">
                  <c:v>11</c:v>
                </c:pt>
                <c:pt idx="475">
                  <c:v>14</c:v>
                </c:pt>
                <c:pt idx="476">
                  <c:v>8</c:v>
                </c:pt>
                <c:pt idx="477">
                  <c:v>11</c:v>
                </c:pt>
                <c:pt idx="478">
                  <c:v>8</c:v>
                </c:pt>
                <c:pt idx="479">
                  <c:v>10</c:v>
                </c:pt>
                <c:pt idx="480">
                  <c:v>10</c:v>
                </c:pt>
                <c:pt idx="481">
                  <c:v>11</c:v>
                </c:pt>
                <c:pt idx="482">
                  <c:v>9</c:v>
                </c:pt>
                <c:pt idx="483">
                  <c:v>11</c:v>
                </c:pt>
                <c:pt idx="484">
                  <c:v>8</c:v>
                </c:pt>
                <c:pt idx="485">
                  <c:v>11</c:v>
                </c:pt>
                <c:pt idx="486">
                  <c:v>10</c:v>
                </c:pt>
                <c:pt idx="487">
                  <c:v>10</c:v>
                </c:pt>
                <c:pt idx="488">
                  <c:v>9</c:v>
                </c:pt>
                <c:pt idx="489">
                  <c:v>10</c:v>
                </c:pt>
                <c:pt idx="490">
                  <c:v>10</c:v>
                </c:pt>
                <c:pt idx="491">
                  <c:v>9</c:v>
                </c:pt>
                <c:pt idx="492">
                  <c:v>10</c:v>
                </c:pt>
                <c:pt idx="493">
                  <c:v>10</c:v>
                </c:pt>
                <c:pt idx="494">
                  <c:v>9</c:v>
                </c:pt>
                <c:pt idx="495">
                  <c:v>13</c:v>
                </c:pt>
                <c:pt idx="496">
                  <c:v>14</c:v>
                </c:pt>
                <c:pt idx="497">
                  <c:v>10</c:v>
                </c:pt>
                <c:pt idx="498">
                  <c:v>14</c:v>
                </c:pt>
                <c:pt idx="499">
                  <c:v>16</c:v>
                </c:pt>
                <c:pt idx="500">
                  <c:v>7</c:v>
                </c:pt>
                <c:pt idx="501">
                  <c:v>13</c:v>
                </c:pt>
                <c:pt idx="502">
                  <c:v>9</c:v>
                </c:pt>
                <c:pt idx="503">
                  <c:v>14</c:v>
                </c:pt>
                <c:pt idx="504">
                  <c:v>13</c:v>
                </c:pt>
                <c:pt idx="505">
                  <c:v>11</c:v>
                </c:pt>
                <c:pt idx="506">
                  <c:v>10</c:v>
                </c:pt>
                <c:pt idx="507">
                  <c:v>10</c:v>
                </c:pt>
                <c:pt idx="508">
                  <c:v>9</c:v>
                </c:pt>
                <c:pt idx="509">
                  <c:v>18</c:v>
                </c:pt>
                <c:pt idx="510">
                  <c:v>17</c:v>
                </c:pt>
                <c:pt idx="511">
                  <c:v>10</c:v>
                </c:pt>
                <c:pt idx="512">
                  <c:v>7</c:v>
                </c:pt>
                <c:pt idx="513">
                  <c:v>8</c:v>
                </c:pt>
                <c:pt idx="514">
                  <c:v>7</c:v>
                </c:pt>
                <c:pt idx="515">
                  <c:v>10</c:v>
                </c:pt>
                <c:pt idx="516">
                  <c:v>16</c:v>
                </c:pt>
                <c:pt idx="517">
                  <c:v>15</c:v>
                </c:pt>
                <c:pt idx="518">
                  <c:v>8</c:v>
                </c:pt>
                <c:pt idx="519">
                  <c:v>0</c:v>
                </c:pt>
                <c:pt idx="520">
                  <c:v>8</c:v>
                </c:pt>
                <c:pt idx="521">
                  <c:v>10</c:v>
                </c:pt>
                <c:pt idx="522">
                  <c:v>8</c:v>
                </c:pt>
                <c:pt idx="523">
                  <c:v>6</c:v>
                </c:pt>
                <c:pt idx="524">
                  <c:v>8</c:v>
                </c:pt>
                <c:pt idx="525">
                  <c:v>16</c:v>
                </c:pt>
                <c:pt idx="526">
                  <c:v>14</c:v>
                </c:pt>
                <c:pt idx="527">
                  <c:v>10</c:v>
                </c:pt>
                <c:pt idx="528">
                  <c:v>9</c:v>
                </c:pt>
                <c:pt idx="529">
                  <c:v>11</c:v>
                </c:pt>
                <c:pt idx="530">
                  <c:v>9</c:v>
                </c:pt>
                <c:pt idx="531">
                  <c:v>10</c:v>
                </c:pt>
                <c:pt idx="532">
                  <c:v>8</c:v>
                </c:pt>
                <c:pt idx="533">
                  <c:v>16</c:v>
                </c:pt>
                <c:pt idx="534">
                  <c:v>12</c:v>
                </c:pt>
                <c:pt idx="535">
                  <c:v>10</c:v>
                </c:pt>
                <c:pt idx="536">
                  <c:v>14</c:v>
                </c:pt>
                <c:pt idx="537">
                  <c:v>12</c:v>
                </c:pt>
                <c:pt idx="538">
                  <c:v>11</c:v>
                </c:pt>
                <c:pt idx="539">
                  <c:v>10</c:v>
                </c:pt>
                <c:pt idx="540">
                  <c:v>11</c:v>
                </c:pt>
                <c:pt idx="541">
                  <c:v>11</c:v>
                </c:pt>
                <c:pt idx="542">
                  <c:v>12</c:v>
                </c:pt>
                <c:pt idx="543">
                  <c:v>8</c:v>
                </c:pt>
                <c:pt idx="544">
                  <c:v>12</c:v>
                </c:pt>
                <c:pt idx="545">
                  <c:v>8</c:v>
                </c:pt>
                <c:pt idx="546">
                  <c:v>16</c:v>
                </c:pt>
                <c:pt idx="547">
                  <c:v>11</c:v>
                </c:pt>
                <c:pt idx="548">
                  <c:v>11</c:v>
                </c:pt>
                <c:pt idx="549">
                  <c:v>18</c:v>
                </c:pt>
                <c:pt idx="550">
                  <c:v>13</c:v>
                </c:pt>
                <c:pt idx="551">
                  <c:v>13</c:v>
                </c:pt>
                <c:pt idx="552">
                  <c:v>10</c:v>
                </c:pt>
                <c:pt idx="553">
                  <c:v>12</c:v>
                </c:pt>
                <c:pt idx="554">
                  <c:v>10</c:v>
                </c:pt>
                <c:pt idx="555">
                  <c:v>13</c:v>
                </c:pt>
                <c:pt idx="556">
                  <c:v>11</c:v>
                </c:pt>
                <c:pt idx="557">
                  <c:v>10</c:v>
                </c:pt>
                <c:pt idx="558">
                  <c:v>10</c:v>
                </c:pt>
                <c:pt idx="559">
                  <c:v>13</c:v>
                </c:pt>
                <c:pt idx="560">
                  <c:v>10</c:v>
                </c:pt>
                <c:pt idx="561">
                  <c:v>10</c:v>
                </c:pt>
                <c:pt idx="562">
                  <c:v>12</c:v>
                </c:pt>
                <c:pt idx="563">
                  <c:v>0</c:v>
                </c:pt>
                <c:pt idx="564">
                  <c:v>10</c:v>
                </c:pt>
                <c:pt idx="565">
                  <c:v>9</c:v>
                </c:pt>
                <c:pt idx="566">
                  <c:v>9</c:v>
                </c:pt>
                <c:pt idx="567">
                  <c:v>0</c:v>
                </c:pt>
                <c:pt idx="568">
                  <c:v>9</c:v>
                </c:pt>
                <c:pt idx="569">
                  <c:v>8</c:v>
                </c:pt>
                <c:pt idx="570">
                  <c:v>8</c:v>
                </c:pt>
                <c:pt idx="571">
                  <c:v>9</c:v>
                </c:pt>
                <c:pt idx="572">
                  <c:v>7</c:v>
                </c:pt>
                <c:pt idx="573">
                  <c:v>10</c:v>
                </c:pt>
                <c:pt idx="574">
                  <c:v>10</c:v>
                </c:pt>
                <c:pt idx="575">
                  <c:v>10</c:v>
                </c:pt>
                <c:pt idx="576">
                  <c:v>11</c:v>
                </c:pt>
                <c:pt idx="577">
                  <c:v>11</c:v>
                </c:pt>
                <c:pt idx="578">
                  <c:v>10</c:v>
                </c:pt>
                <c:pt idx="579">
                  <c:v>9</c:v>
                </c:pt>
                <c:pt idx="580">
                  <c:v>10</c:v>
                </c:pt>
                <c:pt idx="581">
                  <c:v>8</c:v>
                </c:pt>
                <c:pt idx="582">
                  <c:v>7</c:v>
                </c:pt>
                <c:pt idx="583">
                  <c:v>0</c:v>
                </c:pt>
                <c:pt idx="584">
                  <c:v>11</c:v>
                </c:pt>
                <c:pt idx="585">
                  <c:v>8</c:v>
                </c:pt>
                <c:pt idx="586">
                  <c:v>0</c:v>
                </c:pt>
                <c:pt idx="587">
                  <c:v>8</c:v>
                </c:pt>
                <c:pt idx="588">
                  <c:v>9</c:v>
                </c:pt>
                <c:pt idx="589">
                  <c:v>10</c:v>
                </c:pt>
                <c:pt idx="590">
                  <c:v>7</c:v>
                </c:pt>
                <c:pt idx="591">
                  <c:v>14</c:v>
                </c:pt>
                <c:pt idx="592">
                  <c:v>13</c:v>
                </c:pt>
                <c:pt idx="593">
                  <c:v>14</c:v>
                </c:pt>
                <c:pt idx="594">
                  <c:v>18</c:v>
                </c:pt>
                <c:pt idx="595">
                  <c:v>17</c:v>
                </c:pt>
                <c:pt idx="596">
                  <c:v>18</c:v>
                </c:pt>
                <c:pt idx="597">
                  <c:v>0</c:v>
                </c:pt>
                <c:pt idx="598">
                  <c:v>11</c:v>
                </c:pt>
                <c:pt idx="599">
                  <c:v>14</c:v>
                </c:pt>
                <c:pt idx="600">
                  <c:v>14</c:v>
                </c:pt>
                <c:pt idx="601">
                  <c:v>10</c:v>
                </c:pt>
                <c:pt idx="602">
                  <c:v>13</c:v>
                </c:pt>
                <c:pt idx="603">
                  <c:v>0</c:v>
                </c:pt>
                <c:pt idx="604">
                  <c:v>10</c:v>
                </c:pt>
                <c:pt idx="605">
                  <c:v>0</c:v>
                </c:pt>
                <c:pt idx="606">
                  <c:v>18</c:v>
                </c:pt>
                <c:pt idx="607">
                  <c:v>12</c:v>
                </c:pt>
                <c:pt idx="608">
                  <c:v>11</c:v>
                </c:pt>
                <c:pt idx="609">
                  <c:v>12</c:v>
                </c:pt>
                <c:pt idx="610">
                  <c:v>0</c:v>
                </c:pt>
                <c:pt idx="611">
                  <c:v>15</c:v>
                </c:pt>
                <c:pt idx="612">
                  <c:v>11</c:v>
                </c:pt>
                <c:pt idx="613">
                  <c:v>10</c:v>
                </c:pt>
                <c:pt idx="614">
                  <c:v>12</c:v>
                </c:pt>
                <c:pt idx="615">
                  <c:v>15</c:v>
                </c:pt>
                <c:pt idx="616">
                  <c:v>14</c:v>
                </c:pt>
                <c:pt idx="617">
                  <c:v>18</c:v>
                </c:pt>
                <c:pt idx="618">
                  <c:v>15</c:v>
                </c:pt>
                <c:pt idx="619">
                  <c:v>13</c:v>
                </c:pt>
                <c:pt idx="620">
                  <c:v>15</c:v>
                </c:pt>
                <c:pt idx="621">
                  <c:v>13</c:v>
                </c:pt>
                <c:pt idx="622">
                  <c:v>9</c:v>
                </c:pt>
                <c:pt idx="623">
                  <c:v>16</c:v>
                </c:pt>
                <c:pt idx="624">
                  <c:v>9</c:v>
                </c:pt>
                <c:pt idx="625">
                  <c:v>10</c:v>
                </c:pt>
                <c:pt idx="626">
                  <c:v>0</c:v>
                </c:pt>
                <c:pt idx="627">
                  <c:v>10</c:v>
                </c:pt>
                <c:pt idx="628">
                  <c:v>12</c:v>
                </c:pt>
                <c:pt idx="629">
                  <c:v>9</c:v>
                </c:pt>
                <c:pt idx="630">
                  <c:v>17</c:v>
                </c:pt>
                <c:pt idx="631">
                  <c:v>12</c:v>
                </c:pt>
                <c:pt idx="632">
                  <c:v>9</c:v>
                </c:pt>
                <c:pt idx="633">
                  <c:v>14</c:v>
                </c:pt>
                <c:pt idx="634">
                  <c:v>16</c:v>
                </c:pt>
                <c:pt idx="635">
                  <c:v>9</c:v>
                </c:pt>
                <c:pt idx="636">
                  <c:v>19</c:v>
                </c:pt>
                <c:pt idx="637">
                  <c:v>0</c:v>
                </c:pt>
                <c:pt idx="638">
                  <c:v>16</c:v>
                </c:pt>
                <c:pt idx="639">
                  <c:v>0</c:v>
                </c:pt>
                <c:pt idx="640">
                  <c:v>0</c:v>
                </c:pt>
                <c:pt idx="641">
                  <c:v>15</c:v>
                </c:pt>
                <c:pt idx="642">
                  <c:v>11</c:v>
                </c:pt>
                <c:pt idx="643">
                  <c:v>10</c:v>
                </c:pt>
                <c:pt idx="644">
                  <c:v>10</c:v>
                </c:pt>
                <c:pt idx="645">
                  <c:v>16</c:v>
                </c:pt>
                <c:pt idx="646">
                  <c:v>9</c:v>
                </c:pt>
                <c:pt idx="647">
                  <c:v>10</c:v>
                </c:pt>
                <c:pt idx="648">
                  <c:v>11</c:v>
                </c:pt>
              </c:numCache>
            </c:numRef>
          </c:yVal>
        </c:ser>
        <c:ser>
          <c:idx val="1"/>
          <c:order val="1"/>
          <c:tx>
            <c:v>Descriptive fitted line</c:v>
          </c:tx>
          <c:spPr>
            <a:noFill xmlns:a="http://schemas.openxmlformats.org/drawingml/2006/main"/>
            <a:ln xmlns:a="http://schemas.openxmlformats.org/drawingml/2006/main" w="19050">
              <a:solidFill>
                <a:srgbClr val="000000"/>
              </a:solidFill>
              <a:prstDash val="solid"/>
            </a:ln>
          </c:spPr>
          <c:marker>
            <c:symbol val="none"/>
          </c:marker>
          <c:xVal>
            <c:numRef>
              <c:f>'Chart Data'!$C$2:$C$101</c:f>
              <c:numCache>
                <c:formatCode>General</c:formatCode>
                <c:ptCount val="100"/>
                <c:pt idx="0">
                  <c:v>0</c:v>
                </c:pt>
                <c:pt idx="1">
                  <c:v>0.191919191919</c:v>
                </c:pt>
                <c:pt idx="2">
                  <c:v>0.383838383838</c:v>
                </c:pt>
                <c:pt idx="3">
                  <c:v>0.575757575758</c:v>
                </c:pt>
                <c:pt idx="4">
                  <c:v>0.767676767677</c:v>
                </c:pt>
                <c:pt idx="5">
                  <c:v>0.959595959596</c:v>
                </c:pt>
                <c:pt idx="6">
                  <c:v>1.15151515152</c:v>
                </c:pt>
                <c:pt idx="7">
                  <c:v>1.34343434343</c:v>
                </c:pt>
                <c:pt idx="8">
                  <c:v>1.53535353535</c:v>
                </c:pt>
                <c:pt idx="9">
                  <c:v>1.72727272727</c:v>
                </c:pt>
                <c:pt idx="10">
                  <c:v>1.91919191919</c:v>
                </c:pt>
                <c:pt idx="11">
                  <c:v>2.11111111111</c:v>
                </c:pt>
                <c:pt idx="12">
                  <c:v>2.30303030303</c:v>
                </c:pt>
                <c:pt idx="13">
                  <c:v>2.49494949495</c:v>
                </c:pt>
                <c:pt idx="14">
                  <c:v>2.68686868687</c:v>
                </c:pt>
                <c:pt idx="15">
                  <c:v>2.87878787879</c:v>
                </c:pt>
                <c:pt idx="16">
                  <c:v>3.07070707071</c:v>
                </c:pt>
                <c:pt idx="17">
                  <c:v>3.26262626263</c:v>
                </c:pt>
                <c:pt idx="18">
                  <c:v>3.45454545455</c:v>
                </c:pt>
                <c:pt idx="19">
                  <c:v>3.64646464646</c:v>
                </c:pt>
                <c:pt idx="20">
                  <c:v>3.83838383838</c:v>
                </c:pt>
                <c:pt idx="21">
                  <c:v>4.0303030303</c:v>
                </c:pt>
                <c:pt idx="22">
                  <c:v>4.22222222222</c:v>
                </c:pt>
                <c:pt idx="23">
                  <c:v>4.41414141414</c:v>
                </c:pt>
                <c:pt idx="24">
                  <c:v>4.60606060606</c:v>
                </c:pt>
                <c:pt idx="25">
                  <c:v>4.79797979798</c:v>
                </c:pt>
                <c:pt idx="26">
                  <c:v>4.9898989899</c:v>
                </c:pt>
                <c:pt idx="27">
                  <c:v>5.18181818182</c:v>
                </c:pt>
                <c:pt idx="28">
                  <c:v>5.37373737374</c:v>
                </c:pt>
                <c:pt idx="29">
                  <c:v>5.56565656566</c:v>
                </c:pt>
                <c:pt idx="30">
                  <c:v>5.75757575758</c:v>
                </c:pt>
                <c:pt idx="31">
                  <c:v>5.94949494949</c:v>
                </c:pt>
                <c:pt idx="32">
                  <c:v>6.14141414141</c:v>
                </c:pt>
                <c:pt idx="33">
                  <c:v>6.33333333333</c:v>
                </c:pt>
                <c:pt idx="34">
                  <c:v>6.52525252525</c:v>
                </c:pt>
                <c:pt idx="35">
                  <c:v>6.71717171717</c:v>
                </c:pt>
                <c:pt idx="36">
                  <c:v>6.90909090909</c:v>
                </c:pt>
                <c:pt idx="37">
                  <c:v>7.10101010101</c:v>
                </c:pt>
                <c:pt idx="38">
                  <c:v>7.29292929293</c:v>
                </c:pt>
                <c:pt idx="39">
                  <c:v>7.48484848485</c:v>
                </c:pt>
                <c:pt idx="40">
                  <c:v>7.67676767677</c:v>
                </c:pt>
                <c:pt idx="41">
                  <c:v>7.86868686869</c:v>
                </c:pt>
                <c:pt idx="42">
                  <c:v>8.06060606061</c:v>
                </c:pt>
                <c:pt idx="43">
                  <c:v>8.25252525253</c:v>
                </c:pt>
                <c:pt idx="44">
                  <c:v>8.44444444444</c:v>
                </c:pt>
                <c:pt idx="45">
                  <c:v>8.63636363636</c:v>
                </c:pt>
                <c:pt idx="46">
                  <c:v>8.82828282828</c:v>
                </c:pt>
                <c:pt idx="47">
                  <c:v>9.0202020202</c:v>
                </c:pt>
                <c:pt idx="48">
                  <c:v>9.21212121212</c:v>
                </c:pt>
                <c:pt idx="49">
                  <c:v>9.40404040404</c:v>
                </c:pt>
                <c:pt idx="50">
                  <c:v>9.59595959596</c:v>
                </c:pt>
                <c:pt idx="51">
                  <c:v>9.78787878788</c:v>
                </c:pt>
                <c:pt idx="52">
                  <c:v>9.9797979798</c:v>
                </c:pt>
                <c:pt idx="53">
                  <c:v>10.1717171717</c:v>
                </c:pt>
                <c:pt idx="54">
                  <c:v>10.3636363636</c:v>
                </c:pt>
                <c:pt idx="55">
                  <c:v>10.5555555556</c:v>
                </c:pt>
                <c:pt idx="56">
                  <c:v>10.7474747475</c:v>
                </c:pt>
                <c:pt idx="57">
                  <c:v>10.9393939394</c:v>
                </c:pt>
                <c:pt idx="58">
                  <c:v>11.1313131313</c:v>
                </c:pt>
                <c:pt idx="59">
                  <c:v>11.3232323232</c:v>
                </c:pt>
                <c:pt idx="60">
                  <c:v>11.5151515152</c:v>
                </c:pt>
                <c:pt idx="61">
                  <c:v>11.7070707071</c:v>
                </c:pt>
                <c:pt idx="62">
                  <c:v>11.898989899</c:v>
                </c:pt>
                <c:pt idx="63">
                  <c:v>12.0909090909</c:v>
                </c:pt>
                <c:pt idx="64">
                  <c:v>12.2828282828</c:v>
                </c:pt>
                <c:pt idx="65">
                  <c:v>12.4747474747</c:v>
                </c:pt>
                <c:pt idx="66">
                  <c:v>12.6666666667</c:v>
                </c:pt>
                <c:pt idx="67">
                  <c:v>12.8585858586</c:v>
                </c:pt>
                <c:pt idx="68">
                  <c:v>13.0505050505</c:v>
                </c:pt>
                <c:pt idx="69">
                  <c:v>13.2424242424</c:v>
                </c:pt>
                <c:pt idx="70">
                  <c:v>13.4343434343</c:v>
                </c:pt>
                <c:pt idx="71">
                  <c:v>13.6262626263</c:v>
                </c:pt>
                <c:pt idx="72">
                  <c:v>13.8181818182</c:v>
                </c:pt>
                <c:pt idx="73">
                  <c:v>14.0101010101</c:v>
                </c:pt>
                <c:pt idx="74">
                  <c:v>14.202020202</c:v>
                </c:pt>
                <c:pt idx="75">
                  <c:v>14.3939393939</c:v>
                </c:pt>
                <c:pt idx="76">
                  <c:v>14.5858585859</c:v>
                </c:pt>
                <c:pt idx="77">
                  <c:v>14.7777777778</c:v>
                </c:pt>
                <c:pt idx="78">
                  <c:v>14.9696969697</c:v>
                </c:pt>
                <c:pt idx="79">
                  <c:v>15.1616161616</c:v>
                </c:pt>
                <c:pt idx="80">
                  <c:v>15.3535353535</c:v>
                </c:pt>
                <c:pt idx="81">
                  <c:v>15.5454545455</c:v>
                </c:pt>
                <c:pt idx="82">
                  <c:v>15.7373737374</c:v>
                </c:pt>
                <c:pt idx="83">
                  <c:v>15.9292929293</c:v>
                </c:pt>
                <c:pt idx="84">
                  <c:v>16.1212121212</c:v>
                </c:pt>
                <c:pt idx="85">
                  <c:v>16.3131313131</c:v>
                </c:pt>
                <c:pt idx="86">
                  <c:v>16.5050505051</c:v>
                </c:pt>
                <c:pt idx="87">
                  <c:v>16.696969697</c:v>
                </c:pt>
                <c:pt idx="88">
                  <c:v>16.8888888889</c:v>
                </c:pt>
                <c:pt idx="89">
                  <c:v>17.0808080808</c:v>
                </c:pt>
                <c:pt idx="90">
                  <c:v>17.2727272727</c:v>
                </c:pt>
                <c:pt idx="91">
                  <c:v>17.4646464646</c:v>
                </c:pt>
                <c:pt idx="92">
                  <c:v>17.6565656566</c:v>
                </c:pt>
                <c:pt idx="93">
                  <c:v>17.8484848485</c:v>
                </c:pt>
                <c:pt idx="94">
                  <c:v>18.0404040404</c:v>
                </c:pt>
                <c:pt idx="95">
                  <c:v>18.2323232323</c:v>
                </c:pt>
                <c:pt idx="96">
                  <c:v>18.4242424242</c:v>
                </c:pt>
                <c:pt idx="97">
                  <c:v>18.6161616162</c:v>
                </c:pt>
                <c:pt idx="98">
                  <c:v>18.8080808081</c:v>
                </c:pt>
                <c:pt idx="99">
                  <c:v>19</c:v>
                </c:pt>
              </c:numCache>
            </c:numRef>
          </c:xVal>
          <c:yVal>
            <c:numRef>
              <c:f>'Chart Data'!$D$2:$D$101</c:f>
              <c:numCache>
                <c:formatCode>General</c:formatCode>
                <c:ptCount val="100"/>
                <c:pt idx="0">
                  <c:v>0.121966126154</c:v>
                </c:pt>
                <c:pt idx="1">
                  <c:v>0.317433969722</c:v>
                </c:pt>
                <c:pt idx="2">
                  <c:v>0.512901813291</c:v>
                </c:pt>
                <c:pt idx="3">
                  <c:v>0.70836965686</c:v>
                </c:pt>
                <c:pt idx="4">
                  <c:v>0.903837500428</c:v>
                </c:pt>
                <c:pt idx="5">
                  <c:v>1.099305344</c:v>
                </c:pt>
                <c:pt idx="6">
                  <c:v>1.29477318757</c:v>
                </c:pt>
                <c:pt idx="7">
                  <c:v>1.49024103113</c:v>
                </c:pt>
                <c:pt idx="8">
                  <c:v>1.6857088747</c:v>
                </c:pt>
                <c:pt idx="9">
                  <c:v>1.88117671827</c:v>
                </c:pt>
                <c:pt idx="10">
                  <c:v>2.07664456184</c:v>
                </c:pt>
                <c:pt idx="11">
                  <c:v>2.27211240541</c:v>
                </c:pt>
                <c:pt idx="12">
                  <c:v>2.46758024898</c:v>
                </c:pt>
                <c:pt idx="13">
                  <c:v>2.66304809255</c:v>
                </c:pt>
                <c:pt idx="14">
                  <c:v>2.85851593612</c:v>
                </c:pt>
                <c:pt idx="15">
                  <c:v>3.05398377968</c:v>
                </c:pt>
                <c:pt idx="16">
                  <c:v>3.24945162325</c:v>
                </c:pt>
                <c:pt idx="17">
                  <c:v>3.44491946682</c:v>
                </c:pt>
                <c:pt idx="18">
                  <c:v>3.64038731039</c:v>
                </c:pt>
                <c:pt idx="19">
                  <c:v>3.83585515396</c:v>
                </c:pt>
                <c:pt idx="20">
                  <c:v>4.03132299753</c:v>
                </c:pt>
                <c:pt idx="21">
                  <c:v>4.2267908411</c:v>
                </c:pt>
                <c:pt idx="22">
                  <c:v>4.42225868467</c:v>
                </c:pt>
                <c:pt idx="23">
                  <c:v>4.61772652823</c:v>
                </c:pt>
                <c:pt idx="24">
                  <c:v>4.8131943718</c:v>
                </c:pt>
                <c:pt idx="25">
                  <c:v>5.00866221537</c:v>
                </c:pt>
                <c:pt idx="26">
                  <c:v>5.20413005894</c:v>
                </c:pt>
                <c:pt idx="27">
                  <c:v>5.39959790251</c:v>
                </c:pt>
                <c:pt idx="28">
                  <c:v>5.59506574608</c:v>
                </c:pt>
                <c:pt idx="29">
                  <c:v>5.79053358965</c:v>
                </c:pt>
                <c:pt idx="30">
                  <c:v>5.98600143322</c:v>
                </c:pt>
                <c:pt idx="31">
                  <c:v>6.18146927678</c:v>
                </c:pt>
                <c:pt idx="32">
                  <c:v>6.37693712035</c:v>
                </c:pt>
                <c:pt idx="33">
                  <c:v>6.57240496392</c:v>
                </c:pt>
                <c:pt idx="34">
                  <c:v>6.76787280749</c:v>
                </c:pt>
                <c:pt idx="35">
                  <c:v>6.96334065106</c:v>
                </c:pt>
                <c:pt idx="36">
                  <c:v>7.15880849463</c:v>
                </c:pt>
                <c:pt idx="37">
                  <c:v>7.3542763382</c:v>
                </c:pt>
                <c:pt idx="38">
                  <c:v>7.54974418177</c:v>
                </c:pt>
                <c:pt idx="39">
                  <c:v>7.74521202533</c:v>
                </c:pt>
                <c:pt idx="40">
                  <c:v>7.9406798689</c:v>
                </c:pt>
                <c:pt idx="41">
                  <c:v>8.13614771247</c:v>
                </c:pt>
                <c:pt idx="42">
                  <c:v>8.33161555604</c:v>
                </c:pt>
                <c:pt idx="43">
                  <c:v>8.52708339961</c:v>
                </c:pt>
                <c:pt idx="44">
                  <c:v>8.72255124318</c:v>
                </c:pt>
                <c:pt idx="45">
                  <c:v>8.91801908675</c:v>
                </c:pt>
                <c:pt idx="46">
                  <c:v>9.11348693032</c:v>
                </c:pt>
                <c:pt idx="47">
                  <c:v>9.30895477388</c:v>
                </c:pt>
                <c:pt idx="48">
                  <c:v>9.50442261745</c:v>
                </c:pt>
                <c:pt idx="49">
                  <c:v>9.69989046102</c:v>
                </c:pt>
                <c:pt idx="50">
                  <c:v>9.89535830459</c:v>
                </c:pt>
                <c:pt idx="51">
                  <c:v>10.0908261482</c:v>
                </c:pt>
                <c:pt idx="52">
                  <c:v>10.2862939917</c:v>
                </c:pt>
                <c:pt idx="53">
                  <c:v>10.4817618353</c:v>
                </c:pt>
                <c:pt idx="54">
                  <c:v>10.6772296789</c:v>
                </c:pt>
                <c:pt idx="55">
                  <c:v>10.8726975224</c:v>
                </c:pt>
                <c:pt idx="56">
                  <c:v>11.068165366</c:v>
                </c:pt>
                <c:pt idx="57">
                  <c:v>11.2636332096</c:v>
                </c:pt>
                <c:pt idx="58">
                  <c:v>11.4591010531</c:v>
                </c:pt>
                <c:pt idx="59">
                  <c:v>11.6545688967</c:v>
                </c:pt>
                <c:pt idx="60">
                  <c:v>11.8500367403</c:v>
                </c:pt>
                <c:pt idx="61">
                  <c:v>12.0455045838</c:v>
                </c:pt>
                <c:pt idx="62">
                  <c:v>12.2409724274</c:v>
                </c:pt>
                <c:pt idx="63">
                  <c:v>12.436440271</c:v>
                </c:pt>
                <c:pt idx="64">
                  <c:v>12.6319081146</c:v>
                </c:pt>
                <c:pt idx="65">
                  <c:v>12.8273759581</c:v>
                </c:pt>
                <c:pt idx="66">
                  <c:v>13.0228438017</c:v>
                </c:pt>
                <c:pt idx="67">
                  <c:v>13.2183116453</c:v>
                </c:pt>
                <c:pt idx="68">
                  <c:v>13.4137794888</c:v>
                </c:pt>
                <c:pt idx="69">
                  <c:v>13.6092473324</c:v>
                </c:pt>
                <c:pt idx="70">
                  <c:v>13.804715176</c:v>
                </c:pt>
                <c:pt idx="71">
                  <c:v>14.0001830195</c:v>
                </c:pt>
                <c:pt idx="72">
                  <c:v>14.1956508631</c:v>
                </c:pt>
                <c:pt idx="73">
                  <c:v>14.3911187067</c:v>
                </c:pt>
                <c:pt idx="74">
                  <c:v>14.5865865502</c:v>
                </c:pt>
                <c:pt idx="75">
                  <c:v>14.7820543938</c:v>
                </c:pt>
                <c:pt idx="76">
                  <c:v>14.9775222374</c:v>
                </c:pt>
                <c:pt idx="77">
                  <c:v>15.1729900809</c:v>
                </c:pt>
                <c:pt idx="78">
                  <c:v>15.3684579245</c:v>
                </c:pt>
                <c:pt idx="79">
                  <c:v>15.5639257681</c:v>
                </c:pt>
                <c:pt idx="80">
                  <c:v>15.7593936117</c:v>
                </c:pt>
                <c:pt idx="81">
                  <c:v>15.9548614552</c:v>
                </c:pt>
                <c:pt idx="82">
                  <c:v>16.1503292988</c:v>
                </c:pt>
                <c:pt idx="83">
                  <c:v>16.3457971424</c:v>
                </c:pt>
                <c:pt idx="84">
                  <c:v>16.5412649859</c:v>
                </c:pt>
                <c:pt idx="85">
                  <c:v>16.7367328295</c:v>
                </c:pt>
                <c:pt idx="86">
                  <c:v>16.9322006731</c:v>
                </c:pt>
                <c:pt idx="87">
                  <c:v>17.1276685166</c:v>
                </c:pt>
                <c:pt idx="88">
                  <c:v>17.3231363602</c:v>
                </c:pt>
                <c:pt idx="89">
                  <c:v>17.5186042038</c:v>
                </c:pt>
                <c:pt idx="90">
                  <c:v>17.7140720473</c:v>
                </c:pt>
                <c:pt idx="91">
                  <c:v>17.9095398909</c:v>
                </c:pt>
                <c:pt idx="92">
                  <c:v>18.1050077345</c:v>
                </c:pt>
                <c:pt idx="93">
                  <c:v>18.300475578</c:v>
                </c:pt>
                <c:pt idx="94">
                  <c:v>18.4959434216</c:v>
                </c:pt>
                <c:pt idx="95">
                  <c:v>18.6914112652</c:v>
                </c:pt>
                <c:pt idx="96">
                  <c:v>18.8868791088</c:v>
                </c:pt>
                <c:pt idx="97">
                  <c:v>19.0823469523</c:v>
                </c:pt>
                <c:pt idx="98">
                  <c:v>19.2778147959</c:v>
                </c:pt>
                <c:pt idx="99">
                  <c:v>19.4732826395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majorUnit val="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Earlier-grade mean</c:v>
          </c:tx>
          <c:spPr>
            <a:solidFill xmlns:a="http://schemas.openxmlformats.org/drawingml/2006/main">
              <a:srgbClr val="DDDDDD"/>
            </a:solidFill>
            <a:ln xmlns:a="http://schemas.openxmlformats.org/drawingml/2006/main" w="9525">
              <a:solidFill>
                <a:srgbClr val="000000"/>
              </a:solidFill>
              <a:prstDash val="solid"/>
            </a:ln>
          </c:spPr>
          <c:invertIfNegative val="0"/>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5.5</c:v>
                </c:pt>
                <c:pt idx="1">
                  <c:v>10</c:v>
                </c:pt>
                <c:pt idx="2">
                  <c:v>12.5</c:v>
                </c:pt>
                <c:pt idx="3">
                  <c:v>14</c:v>
                </c:pt>
                <c:pt idx="4">
                  <c:v>12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Source row number (one-based)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of G1 and 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06DE189-EC6E-4CB9-A521-64F6A649CF5C}"/>
              </a:ext>
            </a:extLst>
          </p:cNvPr>
          <p:cNvPicPr>
            <a:picLocks xmlns:a="http://schemas.openxmlformats.org/drawingml/2006/main" noChangeAspect="1"/>
          </p:cNvPicPr>
          <p:nvPr/>
        </p:nvPicPr>
        <p:blipFill>
          <a:blip xmlns:r="http://schemas.openxmlformats.org/officeDocument/2006/relationships" xmlns:a="http://schemas.openxmlformats.org/drawingml/2006/main" r:embed="R8724b3cb9a0947a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79D840E-7B91-4440-8583-5E41C138D63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E824FE21-9887-4FE2-AE7B-18DD9EDA899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DA29A614-FE2C-4E18-88CF-48FD1E9728B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Student Performance">
            <a:extLst xmlns:a="http://schemas.openxmlformats.org/drawingml/2006/main">
              <a:ext uri="{FF2B5EF4-FFF2-40B4-BE49-F238E27FC236}">
                <a16:creationId xmlns:a16="http://schemas.microsoft.com/office/drawing/2014/main" id="{0B7DB5A3-FAA4-4EC4-8A3E-53FC4388D215}"/>
              </a:ext>
            </a:extLst>
          </p:cNvPr>
          <p:cNvSpPr>
            <a:spLocks xmlns:a="http://schemas.openxmlformats.org/drawingml/2006/main" noGrp="1"/>
          </p:cNvSpPr>
          <p:nvPr/>
        </p:nvSpPr>
        <p:spPr>
          <a:xfrm xmlns:a="http://schemas.openxmlformats.org/drawingml/2006/main">
            <a:off x="762000" y="1714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Student Performance</a:t>
            </a:r>
          </a:p>
        </p:txBody>
      </p:sp>
      <p:sp>
        <p:nvSpPr>
          <p:cNvPr id="6" name="Preprocessing, Statistics and Visualization">
            <a:extLst xmlns:a="http://schemas.openxmlformats.org/drawingml/2006/main">
              <a:ext uri="{FF2B5EF4-FFF2-40B4-BE49-F238E27FC236}">
                <a16:creationId xmlns:a16="http://schemas.microsoft.com/office/drawing/2014/main" id="{ACBA03BE-55FE-4A1C-8E96-5B6D58A5E97F}"/>
              </a:ext>
            </a:extLst>
          </p:cNvPr>
          <p:cNvSpPr>
            <a:spLocks xmlns:a="http://schemas.openxmlformats.org/drawingml/2006/main" noGrp="1"/>
          </p:cNvSpPr>
          <p:nvPr/>
        </p:nvSpPr>
        <p:spPr>
          <a:xfrm xmlns:a="http://schemas.openxmlformats.org/drawingml/2006/main">
            <a:off x="762000" y="2724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rial"/>
                <a:ea typeface="Arial"/>
                <a:cs typeface="Arial"/>
              </a:defRPr>
            </a:defPPr>
          </a:lstStyle>
          <a:p xmlns:a="http://schemas.openxmlformats.org/drawingml/2006/main">
            <a:pPr algn="l">
              <a:defRPr sz="2700" b="0">
                <a:solidFill>
                  <a:srgbClr val="000000"/>
                </a:solidFill>
                <a:latin typeface="Arial"/>
                <a:ea typeface="Arial"/>
                <a:cs typeface="Arial"/>
              </a:defRPr>
            </a:pPr>
            <a:r>
              <a:rPr sz="2700" b="0">
                <a:solidFill>
                  <a:srgbClr val="000000"/>
                </a:solidFill>
                <a:latin typeface="Arial"/>
                <a:ea typeface="Arial"/>
                <a:cs typeface="Arial"/>
              </a:rPr>
              <a:t>Preprocessing, Statistics and Visualization</a:t>
            </a:r>
          </a:p>
        </p:txBody>
      </p:sp>
      <p:sp>
        <p:nvSpPr>
          <p:cNvPr id="7" name="ENDTERM REPORT">
            <a:extLst xmlns:a="http://schemas.openxmlformats.org/drawingml/2006/main">
              <a:ext uri="{FF2B5EF4-FFF2-40B4-BE49-F238E27FC236}">
                <a16:creationId xmlns:a16="http://schemas.microsoft.com/office/drawing/2014/main" id="{5E5E3E47-573D-41ED-A9C9-CD23F5C4D7F0}"/>
              </a:ext>
            </a:extLst>
          </p:cNvPr>
          <p:cNvSpPr>
            <a:spLocks xmlns:a="http://schemas.openxmlformats.org/drawingml/2006/main" noGrp="1"/>
          </p:cNvSpPr>
          <p:nvPr/>
        </p:nvSpPr>
        <p:spPr>
          <a:xfrm xmlns:a="http://schemas.openxmlformats.org/drawingml/2006/main">
            <a:off x="762000" y="34766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ENDTERM REPORT</a:t>
            </a:r>
          </a:p>
        </p:txBody>
      </p:sp>
      <p:sp>
        <p:nvSpPr>
          <p:cNvPr id="8" name="NGO LAM TIEN  524H0195&#10;NGUYEN CONG THANH  524H0191&#10;NGUY">
            <a:extLst xmlns:a="http://schemas.openxmlformats.org/drawingml/2006/main">
              <a:ext uri="{FF2B5EF4-FFF2-40B4-BE49-F238E27FC236}">
                <a16:creationId xmlns:a16="http://schemas.microsoft.com/office/drawing/2014/main" id="{54E6135F-D6CC-43C2-B0FA-ED7ED7C2BAE8}"/>
              </a:ext>
            </a:extLst>
          </p:cNvPr>
          <p:cNvSpPr>
            <a:spLocks xmlns:a="http://schemas.openxmlformats.org/drawingml/2006/main" noGrp="1"/>
          </p:cNvSpPr>
          <p:nvPr/>
        </p:nvSpPr>
        <p:spPr>
          <a:xfrm xmlns:a="http://schemas.openxmlformats.org/drawingml/2006/main">
            <a:off x="762000" y="4095750"/>
            <a:ext cx="647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9" name="VibeCoding_Expert&#10;Advised by&#10;Ho Thi Linh, Ph.D.">
            <a:extLst xmlns:a="http://schemas.openxmlformats.org/drawingml/2006/main">
              <a:ext uri="{FF2B5EF4-FFF2-40B4-BE49-F238E27FC236}">
                <a16:creationId xmlns:a16="http://schemas.microsoft.com/office/drawing/2014/main" id="{EAC08D91-581B-4249-B872-99D24C32A2B1}"/>
              </a:ext>
            </a:extLst>
          </p:cNvPr>
          <p:cNvSpPr>
            <a:spLocks xmlns:a="http://schemas.openxmlformats.org/drawingml/2006/main" noGrp="1"/>
          </p:cNvSpPr>
          <p:nvPr/>
        </p:nvSpPr>
        <p:spPr>
          <a:xfrm xmlns:a="http://schemas.openxmlformats.org/drawingml/2006/main">
            <a:off x="7810500" y="42386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VibeCoding_Expert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Advised by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 Thi Linh, Ph.D.</a:t>
            </a:r>
          </a:p>
        </p:txBody>
      </p:sp>
      <p:sp>
        <p:nvSpPr>
          <p:cNvPr id="10" name="20 October 2026">
            <a:extLst xmlns:a="http://schemas.openxmlformats.org/drawingml/2006/main">
              <a:ext uri="{FF2B5EF4-FFF2-40B4-BE49-F238E27FC236}">
                <a16:creationId xmlns:a16="http://schemas.microsoft.com/office/drawing/2014/main" id="{31884D02-CD8E-4C1E-844E-0565F0CCE28A}"/>
              </a:ext>
            </a:extLst>
          </p:cNvPr>
          <p:cNvSpPr>
            <a:spLocks xmlns:a="http://schemas.openxmlformats.org/drawingml/2006/main" noGrp="1"/>
          </p:cNvSpPr>
          <p:nvPr/>
        </p:nvSpPr>
        <p:spPr>
          <a:xfrm xmlns:a="http://schemas.openxmlformats.org/drawingml/2006/main">
            <a:off x="762000" y="6172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Arial"/>
                <a:ea typeface="Arial"/>
                <a:cs typeface="Arial"/>
              </a:defRPr>
            </a:defPPr>
          </a:lstStyle>
          <a:p xmlns:a="http://schemas.openxmlformats.org/drawingml/2006/main">
            <a:pPr algn="l">
              <a:defRPr sz="1700" b="0">
                <a:solidFill>
                  <a:srgbClr val="000000"/>
                </a:solidFill>
                <a:latin typeface="Arial"/>
                <a:ea typeface="Arial"/>
                <a:cs typeface="Arial"/>
              </a:defRPr>
            </a:pPr>
            <a:r>
              <a:rPr sz="1700" b="0">
                <a:solidFill>
                  <a:srgbClr val="000000"/>
                </a:solidFill>
                <a:latin typeface="Arial"/>
                <a:ea typeface="Arial"/>
                <a:cs typeface="Arial"/>
              </a:rPr>
              <a:t>20 October 2026</a:t>
            </a:r>
          </a:p>
        </p:txBody>
      </p:sp>
    </p:spTree>
    <p:extLst>
      <p:ext uri="{BB962C8B-B14F-4D97-AF65-F5344CB8AC3E}">
        <p14:creationId xmlns:p14="http://schemas.microsoft.com/office/powerpoint/2010/main" val="18702151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B849539-2C25-4D06-837E-EDB1204B6CD6}"/>
              </a:ext>
            </a:extLst>
          </p:cNvPr>
          <p:cNvPicPr>
            <a:picLocks xmlns:a="http://schemas.openxmlformats.org/drawingml/2006/main" noChangeAspect="1"/>
          </p:cNvPicPr>
          <p:nvPr/>
        </p:nvPicPr>
        <p:blipFill>
          <a:blip xmlns:r="http://schemas.openxmlformats.org/officeDocument/2006/relationships" xmlns:a="http://schemas.openxmlformats.org/drawingml/2006/main" r:embed="Rfe34d211c7b54d1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E7CC6CD-0E48-4615-95CF-110F745EB8A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Objectives and analytical questions</a:t>
            </a:r>
          </a:p>
        </p:txBody>
      </p:sp>
      <p:sp>
        <p:nvSpPr>
          <p:cNvPr id="3" name="Thin monochrome rule">
            <a:extLst xmlns:a="http://schemas.openxmlformats.org/drawingml/2006/main">
              <a:ext uri="{FF2B5EF4-FFF2-40B4-BE49-F238E27FC236}">
                <a16:creationId xmlns:a16="http://schemas.microsoft.com/office/drawing/2014/main" id="{DB0B9F80-A579-4053-96AF-0D625AC24E0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AEE34B5C-CC3E-49CD-97E7-2C31CE8CB35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01">
            <a:extLst xmlns:a="http://schemas.openxmlformats.org/drawingml/2006/main">
              <a:ext uri="{FF2B5EF4-FFF2-40B4-BE49-F238E27FC236}">
                <a16:creationId xmlns:a16="http://schemas.microsoft.com/office/drawing/2014/main" id="{E67CEB46-86DF-4CEC-82AB-30117AE2DD9B}"/>
              </a:ext>
            </a:extLst>
          </p:cNvPr>
          <p:cNvSpPr>
            <a:spLocks xmlns:a="http://schemas.openxmlformats.org/drawingml/2006/main" noGrp="1"/>
          </p:cNvSpPr>
          <p:nvPr/>
        </p:nvSpPr>
        <p:spPr>
          <a:xfrm xmlns:a="http://schemas.openxmlformats.org/drawingml/2006/main">
            <a:off x="762000" y="1666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How are final grades distributed?">
            <a:extLst xmlns:a="http://schemas.openxmlformats.org/drawingml/2006/main">
              <a:ext uri="{FF2B5EF4-FFF2-40B4-BE49-F238E27FC236}">
                <a16:creationId xmlns:a16="http://schemas.microsoft.com/office/drawing/2014/main" id="{0AB88F4E-F322-4C1F-A9E3-14365C9C59DA}"/>
              </a:ext>
            </a:extLst>
          </p:cNvPr>
          <p:cNvSpPr>
            <a:spLocks xmlns:a="http://schemas.openxmlformats.org/drawingml/2006/main" noGrp="1"/>
          </p:cNvSpPr>
          <p:nvPr/>
        </p:nvSpPr>
        <p:spPr>
          <a:xfrm xmlns:a="http://schemas.openxmlformats.org/drawingml/2006/main">
            <a:off x="1571625" y="16668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are final grades distributed?</a:t>
            </a:r>
          </a:p>
        </p:txBody>
      </p:sp>
      <p:sp>
        <p:nvSpPr>
          <p:cNvPr id="7" name="02">
            <a:extLst xmlns:a="http://schemas.openxmlformats.org/drawingml/2006/main">
              <a:ext uri="{FF2B5EF4-FFF2-40B4-BE49-F238E27FC236}">
                <a16:creationId xmlns:a16="http://schemas.microsoft.com/office/drawing/2014/main" id="{E072C264-0EE3-43C0-9B53-8DDA2B411097}"/>
              </a:ext>
            </a:extLst>
          </p:cNvPr>
          <p:cNvSpPr>
            <a:spLocks xmlns:a="http://schemas.openxmlformats.org/drawingml/2006/main" noGrp="1"/>
          </p:cNvSpPr>
          <p:nvPr/>
        </p:nvSpPr>
        <p:spPr>
          <a:xfrm xmlns:a="http://schemas.openxmlformats.org/drawingml/2006/main">
            <a:off x="762000" y="2733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What changes when missing values are imputed or removed">
            <a:extLst xmlns:a="http://schemas.openxmlformats.org/drawingml/2006/main">
              <a:ext uri="{FF2B5EF4-FFF2-40B4-BE49-F238E27FC236}">
                <a16:creationId xmlns:a16="http://schemas.microsoft.com/office/drawing/2014/main" id="{90C2C846-F6BF-4F6E-A9EA-D45FD5786821}"/>
              </a:ext>
            </a:extLst>
          </p:cNvPr>
          <p:cNvSpPr>
            <a:spLocks xmlns:a="http://schemas.openxmlformats.org/drawingml/2006/main" noGrp="1"/>
          </p:cNvSpPr>
          <p:nvPr/>
        </p:nvSpPr>
        <p:spPr>
          <a:xfrm xmlns:a="http://schemas.openxmlformats.org/drawingml/2006/main">
            <a:off x="1571625" y="27336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What changes when missing values are imputed or removed?</a:t>
            </a:r>
          </a:p>
        </p:txBody>
      </p:sp>
      <p:sp>
        <p:nvSpPr>
          <p:cNvPr id="9" name="03">
            <a:extLst xmlns:a="http://schemas.openxmlformats.org/drawingml/2006/main">
              <a:ext uri="{FF2B5EF4-FFF2-40B4-BE49-F238E27FC236}">
                <a16:creationId xmlns:a16="http://schemas.microsoft.com/office/drawing/2014/main" id="{810B0180-BC3E-4F88-82AC-8DFD3B092B13}"/>
              </a:ext>
            </a:extLst>
          </p:cNvPr>
          <p:cNvSpPr>
            <a:spLocks xmlns:a="http://schemas.openxmlformats.org/drawingml/2006/main" noGrp="1"/>
          </p:cNvSpPr>
          <p:nvPr/>
        </p:nvSpPr>
        <p:spPr>
          <a:xfrm xmlns:a="http://schemas.openxmlformats.org/drawingml/2006/main">
            <a:off x="762000" y="3800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Which original factors have the strongest observed asso">
            <a:extLst xmlns:a="http://schemas.openxmlformats.org/drawingml/2006/main">
              <a:ext uri="{FF2B5EF4-FFF2-40B4-BE49-F238E27FC236}">
                <a16:creationId xmlns:a16="http://schemas.microsoft.com/office/drawing/2014/main" id="{0AC04461-83CC-44DA-AB1C-19EEF35B2E63}"/>
              </a:ext>
            </a:extLst>
          </p:cNvPr>
          <p:cNvSpPr>
            <a:spLocks xmlns:a="http://schemas.openxmlformats.org/drawingml/2006/main" noGrp="1"/>
          </p:cNvSpPr>
          <p:nvPr/>
        </p:nvSpPr>
        <p:spPr>
          <a:xfrm xmlns:a="http://schemas.openxmlformats.org/drawingml/2006/main">
            <a:off x="1571625" y="38004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Which original factors have the strongest observed association with G3?</a:t>
            </a:r>
          </a:p>
        </p:txBody>
      </p:sp>
      <p:sp>
        <p:nvSpPr>
          <p:cNvPr id="11" name="04">
            <a:extLst xmlns:a="http://schemas.openxmlformats.org/drawingml/2006/main">
              <a:ext uri="{FF2B5EF4-FFF2-40B4-BE49-F238E27FC236}">
                <a16:creationId xmlns:a16="http://schemas.microsoft.com/office/drawing/2014/main" id="{8A0AF746-F993-4788-B44A-3BDC2E577D1D}"/>
              </a:ext>
            </a:extLst>
          </p:cNvPr>
          <p:cNvSpPr>
            <a:spLocks xmlns:a="http://schemas.openxmlformats.org/drawingml/2006/main" noGrp="1"/>
          </p:cNvSpPr>
          <p:nvPr/>
        </p:nvSpPr>
        <p:spPr>
          <a:xfrm xmlns:a="http://schemas.openxmlformats.org/drawingml/2006/main">
            <a:off x="762000" y="4867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How do group comparisons and visualizations qualify the">
            <a:extLst xmlns:a="http://schemas.openxmlformats.org/drawingml/2006/main">
              <a:ext uri="{FF2B5EF4-FFF2-40B4-BE49-F238E27FC236}">
                <a16:creationId xmlns:a16="http://schemas.microsoft.com/office/drawing/2014/main" id="{6B0EFA0F-01B6-4F31-8ABF-925A04BE9CD3}"/>
              </a:ext>
            </a:extLst>
          </p:cNvPr>
          <p:cNvSpPr>
            <a:spLocks xmlns:a="http://schemas.openxmlformats.org/drawingml/2006/main" noGrp="1"/>
          </p:cNvSpPr>
          <p:nvPr/>
        </p:nvSpPr>
        <p:spPr>
          <a:xfrm xmlns:a="http://schemas.openxmlformats.org/drawingml/2006/main">
            <a:off x="1571625" y="48672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do group comparisons and visualizations qualify the findings?</a:t>
            </a:r>
          </a:p>
        </p:txBody>
      </p:sp>
    </p:spTree>
    <p:extLst>
      <p:ext uri="{BB962C8B-B14F-4D97-AF65-F5344CB8AC3E}">
        <p14:creationId xmlns:p14="http://schemas.microsoft.com/office/powerpoint/2010/main" val="5902214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05A5662-2019-4A7A-AB36-E89DB5E1D6C4}"/>
              </a:ext>
            </a:extLst>
          </p:cNvPr>
          <p:cNvPicPr>
            <a:picLocks xmlns:a="http://schemas.openxmlformats.org/drawingml/2006/main" noChangeAspect="1"/>
          </p:cNvPicPr>
          <p:nvPr/>
        </p:nvPicPr>
        <p:blipFill>
          <a:blip xmlns:r="http://schemas.openxmlformats.org/officeDocument/2006/relationships" xmlns:a="http://schemas.openxmlformats.org/drawingml/2006/main" r:embed="R139639ec4656414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412C90A-400C-4C37-81ED-48525F6704B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provenance</a:t>
            </a:r>
          </a:p>
        </p:txBody>
      </p:sp>
      <p:sp>
        <p:nvSpPr>
          <p:cNvPr id="3" name="Thin monochrome rule">
            <a:extLst xmlns:a="http://schemas.openxmlformats.org/drawingml/2006/main">
              <a:ext uri="{FF2B5EF4-FFF2-40B4-BE49-F238E27FC236}">
                <a16:creationId xmlns:a16="http://schemas.microsoft.com/office/drawing/2014/main" id="{D74520A9-0CD5-403F-B139-C556874541F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5897977E-A674-4F7E-9B5D-7927228BC48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0DF1CF14-C5D4-461D-B9CD-B3B1797C479E}"/>
              </a:ext>
            </a:extLst>
          </p:cNvPr>
          <p:cNvGraphicFramePr/>
          <p:nvPr/>
        </p:nvGraphicFramePr>
        <p:xfrm>
          <a:off xmlns:a="http://schemas.openxmlformats.org/drawingml/2006/main" x="762000" y="1666875"/>
          <a:ext xmlns:a="http://schemas.openxmlformats.org/drawingml/2006/main" cx="10668000" cy="3714750"/>
        </p:xfrm>
        <a:graphic xmlns:a="http://schemas.openxmlformats.org/drawingml/2006/main">
          <a:graphicData uri="http://schemas.openxmlformats.org/drawingml/2006/table">
            <a:tbl>
              <a:tblPr firstRow="0" bandRow="0"/>
              <a:tblGrid>
                <a:gridCol w="3048000"/>
                <a:gridCol w="7620000"/>
              </a:tblGrid>
              <a:tr h="530679">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Selected data</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30679">
                <a:tc>
                  <a:txBody>
                    <a:bodyPr wrap="square" lIns="85725" tIns="85725" rIns="85725" bIns="85725">
                      <a:noAutofit/>
                    </a:bodyPr>
                    <a:lstStyle/>
                    <a:p>
                      <a:pPr algn="l"/>
                      <a:r>
                        <a:rPr sz="2100" b="0">
                          <a:solidFill>
                            <a:srgbClr val="000000"/>
                          </a:solidFill>
                          <a:latin typeface="Arial"/>
                          <a:ea typeface="Arial"/>
                          <a:cs typeface="Arial"/>
                        </a:rPr>
                        <a:t>Subject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Portuguese language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Records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 / 33</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Schools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GP: 423 · MS: 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Original missing cells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Outcome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G3, final grade on a 0–20 scale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wo Portuguese schools; findings do not directly repres">
            <a:extLst xmlns:a="http://schemas.openxmlformats.org/drawingml/2006/main">
              <a:ext uri="{FF2B5EF4-FFF2-40B4-BE49-F238E27FC236}">
                <a16:creationId xmlns:a16="http://schemas.microsoft.com/office/drawing/2014/main" id="{835664D5-55FB-4227-B2BD-C2039C2EDFA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Two Portuguese schools; findings do not directly represent TDTU students.</a:t>
            </a:r>
          </a:p>
        </p:txBody>
      </p:sp>
    </p:spTree>
    <p:extLst>
      <p:ext uri="{BB962C8B-B14F-4D97-AF65-F5344CB8AC3E}">
        <p14:creationId xmlns:p14="http://schemas.microsoft.com/office/powerpoint/2010/main" val="13796785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EFCE3EC-EAEE-4E1D-B564-9D33CA6B9161}"/>
              </a:ext>
            </a:extLst>
          </p:cNvPr>
          <p:cNvPicPr>
            <a:picLocks xmlns:a="http://schemas.openxmlformats.org/drawingml/2006/main" noChangeAspect="1"/>
          </p:cNvPicPr>
          <p:nvPr/>
        </p:nvPicPr>
        <p:blipFill>
          <a:blip xmlns:r="http://schemas.openxmlformats.org/officeDocument/2006/relationships" xmlns:a="http://schemas.openxmlformats.org/drawingml/2006/main" r:embed="Re935d213ff16404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7784441-FE7B-4F8B-807A-5E2425A5762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Inspect before transforming</a:t>
            </a:r>
          </a:p>
        </p:txBody>
      </p:sp>
      <p:sp>
        <p:nvSpPr>
          <p:cNvPr id="3" name="Thin monochrome rule">
            <a:extLst xmlns:a="http://schemas.openxmlformats.org/drawingml/2006/main">
              <a:ext uri="{FF2B5EF4-FFF2-40B4-BE49-F238E27FC236}">
                <a16:creationId xmlns:a16="http://schemas.microsoft.com/office/drawing/2014/main" id="{80EB38B0-B54F-4C3B-BA69-AE5F95B03D7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95F580A4-966B-478B-8616-E9DF087ACB8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raw = pd.read_csv(path, sep=';')&#10;raw.head(5)&#10;raw.tail(5">
            <a:extLst xmlns:a="http://schemas.openxmlformats.org/drawingml/2006/main">
              <a:ext uri="{FF2B5EF4-FFF2-40B4-BE49-F238E27FC236}">
                <a16:creationId xmlns:a16="http://schemas.microsoft.com/office/drawing/2014/main" id="{82F36C07-84BC-4880-9B0B-297988A7E196}"/>
              </a:ext>
            </a:extLst>
          </p:cNvPr>
          <p:cNvSpPr>
            <a:spLocks xmlns:a="http://schemas.openxmlformats.org/drawingml/2006/main" noGrp="1"/>
          </p:cNvSpPr>
          <p:nvPr/>
        </p:nvSpPr>
        <p:spPr>
          <a:xfrm xmlns:a="http://schemas.openxmlformats.org/drawingml/2006/main">
            <a:off x="762000" y="1809750"/>
            <a:ext cx="7239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 = pd.read_csv(path, sep=';')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raw.head(5)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raw.tail(5)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raw.shape</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raw.dtypes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raw.info()</a:t>
            </a:r>
          </a:p>
        </p:txBody>
      </p:sp>
      <p:sp>
        <p:nvSpPr>
          <p:cNvPr id="6" name="649 × 33">
            <a:extLst xmlns:a="http://schemas.openxmlformats.org/drawingml/2006/main">
              <a:ext uri="{FF2B5EF4-FFF2-40B4-BE49-F238E27FC236}">
                <a16:creationId xmlns:a16="http://schemas.microsoft.com/office/drawing/2014/main" id="{A4B5AA73-764D-48D8-8189-FF05096F652A}"/>
              </a:ext>
            </a:extLst>
          </p:cNvPr>
          <p:cNvSpPr>
            <a:spLocks xmlns:a="http://schemas.openxmlformats.org/drawingml/2006/main" noGrp="1"/>
          </p:cNvSpPr>
          <p:nvPr/>
        </p:nvSpPr>
        <p:spPr>
          <a:xfrm xmlns:a="http://schemas.openxmlformats.org/drawingml/2006/main">
            <a:off x="8953500" y="20478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00" b="1">
                <a:solidFill>
                  <a:srgbClr val="000000"/>
                </a:solidFill>
                <a:latin typeface="Arial"/>
                <a:ea typeface="Arial"/>
                <a:cs typeface="Arial"/>
              </a:defRPr>
            </a:defPPr>
          </a:lstStyle>
          <a:p xmlns:a="http://schemas.openxmlformats.org/drawingml/2006/main">
            <a:pPr algn="l">
              <a:defRPr sz="3500" b="1">
                <a:solidFill>
                  <a:srgbClr val="000000"/>
                </a:solidFill>
                <a:latin typeface="Arial"/>
                <a:ea typeface="Arial"/>
                <a:cs typeface="Arial"/>
              </a:defRPr>
            </a:pPr>
            <a:r>
              <a:rPr sz="3500" b="1">
                <a:solidFill>
                  <a:srgbClr val="000000"/>
                </a:solidFill>
                <a:latin typeface="Arial"/>
                <a:ea typeface="Arial"/>
                <a:cs typeface="Arial"/>
              </a:rPr>
              <a:t>649 × 33</a:t>
            </a:r>
          </a:p>
        </p:txBody>
      </p:sp>
      <p:sp>
        <p:nvSpPr>
          <p:cNvPr id="7" name="Numeric, ordinal and categorical fields&#10;&#10;Preserve raw d">
            <a:extLst xmlns:a="http://schemas.openxmlformats.org/drawingml/2006/main">
              <a:ext uri="{FF2B5EF4-FFF2-40B4-BE49-F238E27FC236}">
                <a16:creationId xmlns:a16="http://schemas.microsoft.com/office/drawing/2014/main" id="{15BBAC50-E43E-4857-A5A3-788148E56431}"/>
              </a:ext>
            </a:extLst>
          </p:cNvPr>
          <p:cNvSpPr>
            <a:spLocks xmlns:a="http://schemas.openxmlformats.org/drawingml/2006/main" noGrp="1"/>
          </p:cNvSpPr>
          <p:nvPr/>
        </p:nvSpPr>
        <p:spPr>
          <a:xfrm xmlns:a="http://schemas.openxmlformats.org/drawingml/2006/main">
            <a:off x="8953500" y="314325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Numeric, ordinal and categorical fields</a:t>
            </a:r>
          </a:p>
          <a:p xmlns:a="http://schemas.openxmlformats.org/drawingml/2006/main">
            <a:r>
              <a:t/>
            </a:r>
          </a:p>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Preserve raw data</a:t>
            </a:r>
          </a:p>
        </p:txBody>
      </p:sp>
      <p:sp>
        <p:nvSpPr>
          <p:cNvPr id="8" name="Recorded zero grades remain observations; they are not ">
            <a:extLst xmlns:a="http://schemas.openxmlformats.org/drawingml/2006/main">
              <a:ext uri="{FF2B5EF4-FFF2-40B4-BE49-F238E27FC236}">
                <a16:creationId xmlns:a16="http://schemas.microsoft.com/office/drawing/2014/main" id="{B42A04A0-F30E-4149-B0EA-E779A590FDA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Recorded zero grades remain observations; they are not reclassified as missing.</a:t>
            </a:r>
          </a:p>
        </p:txBody>
      </p:sp>
    </p:spTree>
    <p:extLst>
      <p:ext uri="{BB962C8B-B14F-4D97-AF65-F5344CB8AC3E}">
        <p14:creationId xmlns:p14="http://schemas.microsoft.com/office/powerpoint/2010/main" val="3915222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C74E05D-E00A-4982-A2C3-6618B96AB75B}"/>
              </a:ext>
            </a:extLst>
          </p:cNvPr>
          <p:cNvPicPr>
            <a:picLocks xmlns:a="http://schemas.openxmlformats.org/drawingml/2006/main" noChangeAspect="1"/>
          </p:cNvPicPr>
          <p:nvPr/>
        </p:nvPicPr>
        <p:blipFill>
          <a:blip xmlns:r="http://schemas.openxmlformats.org/officeDocument/2006/relationships" xmlns:a="http://schemas.openxmlformats.org/drawingml/2006/main" r:embed="R78ceb5e026ee474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81B5343-6CFC-416B-8C9E-56897B91E55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 controlled missingness experiment</a:t>
            </a:r>
          </a:p>
        </p:txBody>
      </p:sp>
      <p:sp>
        <p:nvSpPr>
          <p:cNvPr id="3" name="Thin monochrome rule">
            <a:extLst xmlns:a="http://schemas.openxmlformats.org/drawingml/2006/main">
              <a:ext uri="{FF2B5EF4-FFF2-40B4-BE49-F238E27FC236}">
                <a16:creationId xmlns:a16="http://schemas.microsoft.com/office/drawing/2014/main" id="{98578C6B-E4F0-4DE4-86C2-9D9ADCE9813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678375F5-8574-4EAA-966B-BD8FBBA851A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sp>
        <p:nvSpPr>
          <p:cNvPr id="5" name="649">
            <a:extLst xmlns:a="http://schemas.openxmlformats.org/drawingml/2006/main">
              <a:ext uri="{FF2B5EF4-FFF2-40B4-BE49-F238E27FC236}">
                <a16:creationId xmlns:a16="http://schemas.microsoft.com/office/drawing/2014/main" id="{41D75849-9396-4FA0-A0D9-42238B260DA7}"/>
              </a:ext>
            </a:extLst>
          </p:cNvPr>
          <p:cNvSpPr>
            <a:spLocks xmlns:a="http://schemas.openxmlformats.org/drawingml/2006/main" noGrp="1"/>
          </p:cNvSpPr>
          <p:nvPr/>
        </p:nvSpPr>
        <p:spPr>
          <a:xfrm xmlns:a="http://schemas.openxmlformats.org/drawingml/2006/main">
            <a:off x="762000" y="1809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649</a:t>
            </a:r>
          </a:p>
        </p:txBody>
      </p:sp>
      <p:sp>
        <p:nvSpPr>
          <p:cNvPr id="6" name="complete original records">
            <a:extLst xmlns:a="http://schemas.openxmlformats.org/drawingml/2006/main">
              <a:ext uri="{FF2B5EF4-FFF2-40B4-BE49-F238E27FC236}">
                <a16:creationId xmlns:a16="http://schemas.microsoft.com/office/drawing/2014/main" id="{2670F2F4-A6C7-4E1C-AB1B-ED9258ECB81F}"/>
              </a:ext>
            </a:extLst>
          </p:cNvPr>
          <p:cNvSpPr>
            <a:spLocks xmlns:a="http://schemas.openxmlformats.org/drawingml/2006/main" noGrp="1"/>
          </p:cNvSpPr>
          <p:nvPr/>
        </p:nvSpPr>
        <p:spPr>
          <a:xfrm xmlns:a="http://schemas.openxmlformats.org/drawingml/2006/main">
            <a:off x="762000" y="2857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complete original records</a:t>
            </a:r>
          </a:p>
        </p:txBody>
      </p:sp>
      <p:sp>
        <p:nvSpPr>
          <p:cNvPr id="7" name="Thin monochrome rule">
            <a:extLst xmlns:a="http://schemas.openxmlformats.org/drawingml/2006/main">
              <a:ext uri="{FF2B5EF4-FFF2-40B4-BE49-F238E27FC236}">
                <a16:creationId xmlns:a16="http://schemas.microsoft.com/office/drawing/2014/main" id="{7B2AD4DB-06A7-4965-8CB7-E3311C8D49B6}"/>
              </a:ext>
            </a:extLst>
          </p:cNvPr>
          <p:cNvSpPr>
            <a:spLocks xmlns:a="http://schemas.openxmlformats.org/drawingml/2006/main" noGrp="1"/>
          </p:cNvSpPr>
          <p:nvPr/>
        </p:nvSpPr>
        <p:spPr>
          <a:xfrm xmlns:a="http://schemas.openxmlformats.org/drawingml/2006/main">
            <a:off x="41910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32">
            <a:extLst xmlns:a="http://schemas.openxmlformats.org/drawingml/2006/main">
              <a:ext uri="{FF2B5EF4-FFF2-40B4-BE49-F238E27FC236}">
                <a16:creationId xmlns:a16="http://schemas.microsoft.com/office/drawing/2014/main" id="{F79DC726-8664-4535-8863-256161D628DE}"/>
              </a:ext>
            </a:extLst>
          </p:cNvPr>
          <p:cNvSpPr>
            <a:spLocks xmlns:a="http://schemas.openxmlformats.org/drawingml/2006/main" noGrp="1"/>
          </p:cNvSpPr>
          <p:nvPr/>
        </p:nvSpPr>
        <p:spPr>
          <a:xfrm xmlns:a="http://schemas.openxmlformats.org/drawingml/2006/main">
            <a:off x="4667250"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32</a:t>
            </a:r>
          </a:p>
        </p:txBody>
      </p:sp>
      <p:sp>
        <p:nvSpPr>
          <p:cNvPr id="9" name="masked absences values&#10;4.93% of records&#10;Seed 42">
            <a:extLst xmlns:a="http://schemas.openxmlformats.org/drawingml/2006/main">
              <a:ext uri="{FF2B5EF4-FFF2-40B4-BE49-F238E27FC236}">
                <a16:creationId xmlns:a16="http://schemas.microsoft.com/office/drawing/2014/main" id="{95110147-8395-46E7-9A33-2AE08F0ACDD4}"/>
              </a:ext>
            </a:extLst>
          </p:cNvPr>
          <p:cNvSpPr>
            <a:spLocks xmlns:a="http://schemas.openxmlformats.org/drawingml/2006/main" noGrp="1"/>
          </p:cNvSpPr>
          <p:nvPr/>
        </p:nvSpPr>
        <p:spPr>
          <a:xfrm xmlns:a="http://schemas.openxmlformats.org/drawingml/2006/main">
            <a:off x="4667250" y="285750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masked absences values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4.93% of records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Seed 42</a:t>
            </a:r>
          </a:p>
        </p:txBody>
      </p:sp>
      <p:sp>
        <p:nvSpPr>
          <p:cNvPr id="10" name="Thin monochrome rule">
            <a:extLst xmlns:a="http://schemas.openxmlformats.org/drawingml/2006/main">
              <a:ext uri="{FF2B5EF4-FFF2-40B4-BE49-F238E27FC236}">
                <a16:creationId xmlns:a16="http://schemas.microsoft.com/office/drawing/2014/main" id="{AFF30EC4-343D-49DE-94E7-E7018AE381A2}"/>
              </a:ext>
            </a:extLst>
          </p:cNvPr>
          <p:cNvSpPr>
            <a:spLocks xmlns:a="http://schemas.openxmlformats.org/drawingml/2006/main" noGrp="1"/>
          </p:cNvSpPr>
          <p:nvPr/>
        </p:nvSpPr>
        <p:spPr>
          <a:xfrm xmlns:a="http://schemas.openxmlformats.org/drawingml/2006/main">
            <a:off x="81915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1" name="Two treatments">
            <a:extLst xmlns:a="http://schemas.openxmlformats.org/drawingml/2006/main">
              <a:ext uri="{FF2B5EF4-FFF2-40B4-BE49-F238E27FC236}">
                <a16:creationId xmlns:a16="http://schemas.microsoft.com/office/drawing/2014/main" id="{514D0021-494F-4162-9672-AE3502940BD9}"/>
              </a:ext>
            </a:extLst>
          </p:cNvPr>
          <p:cNvSpPr>
            <a:spLocks xmlns:a="http://schemas.openxmlformats.org/drawingml/2006/main" noGrp="1"/>
          </p:cNvSpPr>
          <p:nvPr/>
        </p:nvSpPr>
        <p:spPr>
          <a:xfrm xmlns:a="http://schemas.openxmlformats.org/drawingml/2006/main">
            <a:off x="8667750" y="185737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Two treatments</a:t>
            </a:r>
          </a:p>
        </p:txBody>
      </p:sp>
      <p:sp>
        <p:nvSpPr>
          <p:cNvPr id="12" name="Mean imputation&#10;&#10;Drop missing rows">
            <a:extLst xmlns:a="http://schemas.openxmlformats.org/drawingml/2006/main">
              <a:ext uri="{FF2B5EF4-FFF2-40B4-BE49-F238E27FC236}">
                <a16:creationId xmlns:a16="http://schemas.microsoft.com/office/drawing/2014/main" id="{D3FF3215-9D43-4E52-8F73-A0388E1C1338}"/>
              </a:ext>
            </a:extLst>
          </p:cNvPr>
          <p:cNvSpPr>
            <a:spLocks xmlns:a="http://schemas.openxmlformats.org/drawingml/2006/main" noGrp="1"/>
          </p:cNvSpPr>
          <p:nvPr/>
        </p:nvSpPr>
        <p:spPr>
          <a:xfrm xmlns:a="http://schemas.openxmlformats.org/drawingml/2006/main">
            <a:off x="8667750" y="3000375"/>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Mean imputation</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Drop missing rows</a:t>
            </a:r>
          </a:p>
        </p:txBody>
      </p:sp>
      <p:sp>
        <p:nvSpPr>
          <p:cNvPr id="13" name="The missingness exercise is separate from the primary a">
            <a:extLst xmlns:a="http://schemas.openxmlformats.org/drawingml/2006/main">
              <a:ext uri="{FF2B5EF4-FFF2-40B4-BE49-F238E27FC236}">
                <a16:creationId xmlns:a16="http://schemas.microsoft.com/office/drawing/2014/main" id="{FC23C534-30E4-47A7-9E29-9AEAC2F36D1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missingness exercise is separate from the primary analysis of original measurements.</a:t>
            </a:r>
          </a:p>
        </p:txBody>
      </p:sp>
    </p:spTree>
    <p:extLst>
      <p:ext uri="{BB962C8B-B14F-4D97-AF65-F5344CB8AC3E}">
        <p14:creationId xmlns:p14="http://schemas.microsoft.com/office/powerpoint/2010/main" val="11816565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F793238-DBFA-4151-BF86-B27E9341E454}"/>
              </a:ext>
            </a:extLst>
          </p:cNvPr>
          <p:cNvPicPr>
            <a:picLocks xmlns:a="http://schemas.openxmlformats.org/drawingml/2006/main" noChangeAspect="1"/>
          </p:cNvPicPr>
          <p:nvPr/>
        </p:nvPicPr>
        <p:blipFill>
          <a:blip xmlns:r="http://schemas.openxmlformats.org/officeDocument/2006/relationships" xmlns:a="http://schemas.openxmlformats.org/drawingml/2006/main" r:embed="Rd73e457f3d794af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F96CF47-0A37-4683-9E4B-10069D9A15D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Imputation and deletion change the data</a:t>
            </a:r>
          </a:p>
        </p:txBody>
      </p:sp>
      <p:sp>
        <p:nvSpPr>
          <p:cNvPr id="3" name="Thin monochrome rule">
            <a:extLst xmlns:a="http://schemas.openxmlformats.org/drawingml/2006/main">
              <a:ext uri="{FF2B5EF4-FFF2-40B4-BE49-F238E27FC236}">
                <a16:creationId xmlns:a16="http://schemas.microsoft.com/office/drawing/2014/main" id="{D497D668-2D47-4D8E-B3E1-B788F93D3D0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6D42A92E-AD5E-4AEA-8C8C-D2FECA9BD73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7EA696B6-36FE-4D54-A861-21D6D82DE21E}"/>
              </a:ext>
            </a:extLst>
          </p:cNvPr>
          <p:cNvGraphicFramePr/>
          <p:nvPr/>
        </p:nvGraphicFramePr>
        <p:xfrm>
          <a:off xmlns:a="http://schemas.openxmlformats.org/drawingml/2006/main" x="666750" y="1809750"/>
          <a:ext xmlns:a="http://schemas.openxmlformats.org/drawingml/2006/main" cx="10858500" cy="2952750"/>
        </p:xfrm>
        <a:graphic xmlns:a="http://schemas.openxmlformats.org/drawingml/2006/main">
          <a:graphicData uri="http://schemas.openxmlformats.org/drawingml/2006/table">
            <a:tbl>
              <a:tblPr firstRow="0" bandRow="0"/>
              <a:tblGrid>
                <a:gridCol w="3619500"/>
                <a:gridCol w="1316182"/>
                <a:gridCol w="1480705"/>
                <a:gridCol w="2303318"/>
                <a:gridCol w="2138795"/>
              </a:tblGrid>
              <a:tr h="590550">
                <a:tc>
                  <a:txBody>
                    <a:bodyPr wrap="square" lIns="85725" tIns="85725" rIns="85725" bIns="85725">
                      <a:noAutofit/>
                    </a:bodyPr>
                    <a:lstStyle/>
                    <a:p>
                      <a:pPr algn="l"/>
                      <a:r>
                        <a:rPr sz="20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Rows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Missing</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Mean absences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Sample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0550">
                <a:tc>
                  <a:txBody>
                    <a:bodyPr wrap="square" lIns="85725" tIns="85725" rIns="85725" bIns="85725">
                      <a:noAutofit/>
                    </a:bodyPr>
                    <a:lstStyle/>
                    <a:p>
                      <a:pPr algn="l"/>
                      <a:r>
                        <a:rPr sz="20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3.6595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Simulated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Imputation preserves rows and concentrates replacement ">
            <a:extLst xmlns:a="http://schemas.openxmlformats.org/drawingml/2006/main">
              <a:ext uri="{FF2B5EF4-FFF2-40B4-BE49-F238E27FC236}">
                <a16:creationId xmlns:a16="http://schemas.microsoft.com/office/drawing/2014/main" id="{50B223DD-392A-43D3-83B1-3B4069AF7DB6}"/>
              </a:ext>
            </a:extLst>
          </p:cNvPr>
          <p:cNvSpPr>
            <a:spLocks xmlns:a="http://schemas.openxmlformats.org/drawingml/2006/main" noGrp="1"/>
          </p:cNvSpPr>
          <p:nvPr/>
        </p:nvSpPr>
        <p:spPr>
          <a:xfrm xmlns:a="http://schemas.openxmlformats.org/drawingml/2006/main">
            <a:off x="7620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Imputation preserves rows and concentrates replacement values at the mean.</a:t>
            </a:r>
          </a:p>
        </p:txBody>
      </p:sp>
      <p:sp>
        <p:nvSpPr>
          <p:cNvPr id="7" name="A single seeded simulation does not establish a univers">
            <a:extLst xmlns:a="http://schemas.openxmlformats.org/drawingml/2006/main">
              <a:ext uri="{FF2B5EF4-FFF2-40B4-BE49-F238E27FC236}">
                <a16:creationId xmlns:a16="http://schemas.microsoft.com/office/drawing/2014/main" id="{F0A6D73B-95DE-4FEB-9412-5FB9CB3841D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single seeded simulation does not establish a universally best treatment.</a:t>
            </a:r>
          </a:p>
        </p:txBody>
      </p:sp>
    </p:spTree>
    <p:extLst>
      <p:ext uri="{BB962C8B-B14F-4D97-AF65-F5344CB8AC3E}">
        <p14:creationId xmlns:p14="http://schemas.microsoft.com/office/powerpoint/2010/main" val="7305464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1B04F26-92D6-488D-83CC-F05BAAD9E984}"/>
              </a:ext>
            </a:extLst>
          </p:cNvPr>
          <p:cNvPicPr>
            <a:picLocks xmlns:a="http://schemas.openxmlformats.org/drawingml/2006/main" noChangeAspect="1"/>
          </p:cNvPicPr>
          <p:nvPr/>
        </p:nvPicPr>
        <p:blipFill>
          <a:blip xmlns:r="http://schemas.openxmlformats.org/officeDocument/2006/relationships" xmlns:a="http://schemas.openxmlformats.org/drawingml/2006/main" r:embed="R47b5db0264d4475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A94F165-6082-4BE4-82FB-A9BC41B1020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Python structures and regex</a:t>
            </a:r>
          </a:p>
        </p:txBody>
      </p:sp>
      <p:sp>
        <p:nvSpPr>
          <p:cNvPr id="3" name="Thin monochrome rule">
            <a:extLst xmlns:a="http://schemas.openxmlformats.org/drawingml/2006/main">
              <a:ext uri="{FF2B5EF4-FFF2-40B4-BE49-F238E27FC236}">
                <a16:creationId xmlns:a16="http://schemas.microsoft.com/office/drawing/2014/main" id="{96CD9C93-C913-44D7-8D3B-48E9E9FDFA2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026F4CA6-0B6E-4A7F-8706-1370515B9DA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sp>
        <p:nvSpPr>
          <p:cNvPr id="5" name="grades = raw['G3'].tolist()&#10;selected = [g for g in grad">
            <a:extLst xmlns:a="http://schemas.openxmlformats.org/drawingml/2006/main">
              <a:ext uri="{FF2B5EF4-FFF2-40B4-BE49-F238E27FC236}">
                <a16:creationId xmlns:a16="http://schemas.microsoft.com/office/drawing/2014/main" id="{7FDEA00A-22BF-4054-9BD5-D0AC2CAD91E3}"/>
              </a:ext>
            </a:extLst>
          </p:cNvPr>
          <p:cNvSpPr>
            <a:spLocks xmlns:a="http://schemas.openxmlformats.org/drawingml/2006/main" noGrp="1"/>
          </p:cNvSpPr>
          <p:nvPr/>
        </p:nvSpPr>
        <p:spPr>
          <a:xfrm xmlns:a="http://schemas.openxmlformats.org/drawingml/2006/main">
            <a:off x="762000" y="180975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grades = raw['G3'].tolist()</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selected = [g for g in grades if g &gt;= 10]</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grade_cols = [c for c in raw.columns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if re.fullmatch(r'G[123]', c)]</a:t>
            </a:r>
          </a:p>
        </p:txBody>
      </p:sp>
      <p:sp>
        <p:nvSpPr>
          <p:cNvPr id="6" name="Filtered list: 549 grades">
            <a:extLst xmlns:a="http://schemas.openxmlformats.org/drawingml/2006/main">
              <a:ext uri="{FF2B5EF4-FFF2-40B4-BE49-F238E27FC236}">
                <a16:creationId xmlns:a16="http://schemas.microsoft.com/office/drawing/2014/main" id="{08FC9B7C-A3C7-48A2-A18F-FF41E6A9CAA0}"/>
              </a:ext>
            </a:extLst>
          </p:cNvPr>
          <p:cNvSpPr>
            <a:spLocks xmlns:a="http://schemas.openxmlformats.org/drawingml/2006/main" noGrp="1"/>
          </p:cNvSpPr>
          <p:nvPr/>
        </p:nvSpPr>
        <p:spPr>
          <a:xfrm xmlns:a="http://schemas.openxmlformats.org/drawingml/2006/main">
            <a:off x="762000" y="4667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Filtered list: 549 grades</a:t>
            </a:r>
          </a:p>
        </p:txBody>
      </p:sp>
      <p:sp>
        <p:nvSpPr>
          <p:cNvPr id="7" name="Full matching validates actual schema names without inv">
            <a:extLst xmlns:a="http://schemas.openxmlformats.org/drawingml/2006/main">
              <a:ext uri="{FF2B5EF4-FFF2-40B4-BE49-F238E27FC236}">
                <a16:creationId xmlns:a16="http://schemas.microsoft.com/office/drawing/2014/main" id="{B697BA3A-0A53-41D9-8D5B-5B426974F70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Full matching validates actual schema names without inventing personal identifiers.</a:t>
            </a:r>
          </a:p>
        </p:txBody>
      </p:sp>
    </p:spTree>
    <p:extLst>
      <p:ext uri="{BB962C8B-B14F-4D97-AF65-F5344CB8AC3E}">
        <p14:creationId xmlns:p14="http://schemas.microsoft.com/office/powerpoint/2010/main" val="19103357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9D5AC02-F216-45F7-8E20-FC6BAC106180}"/>
              </a:ext>
            </a:extLst>
          </p:cNvPr>
          <p:cNvPicPr>
            <a:picLocks xmlns:a="http://schemas.openxmlformats.org/drawingml/2006/main" noChangeAspect="1"/>
          </p:cNvPicPr>
          <p:nvPr/>
        </p:nvPicPr>
        <p:blipFill>
          <a:blip xmlns:r="http://schemas.openxmlformats.org/officeDocument/2006/relationships" xmlns:a="http://schemas.openxmlformats.org/drawingml/2006/main" r:embed="Ra3d082963f2b476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BEA0E1B-74C1-49D2-A669-11BEE1FE3A2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Indexing and a two-condition filter</a:t>
            </a:r>
          </a:p>
        </p:txBody>
      </p:sp>
      <p:sp>
        <p:nvSpPr>
          <p:cNvPr id="3" name="Thin monochrome rule">
            <a:extLst xmlns:a="http://schemas.openxmlformats.org/drawingml/2006/main">
              <a:ext uri="{FF2B5EF4-FFF2-40B4-BE49-F238E27FC236}">
                <a16:creationId xmlns:a16="http://schemas.microsoft.com/office/drawing/2014/main" id="{2FE1D535-93A8-4F38-B186-3A098788957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87E2EAD2-4F24-4515-90AC-B01694AC980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sp>
        <p:nvSpPr>
          <p:cNvPr id="5" name="df.loc[:9]&#10;df.iloc[:, selected_positions]&#10;&#10;df.loc[(df.s">
            <a:extLst xmlns:a="http://schemas.openxmlformats.org/drawingml/2006/main">
              <a:ext uri="{FF2B5EF4-FFF2-40B4-BE49-F238E27FC236}">
                <a16:creationId xmlns:a16="http://schemas.microsoft.com/office/drawing/2014/main" id="{5CA451E7-52CD-4054-83FB-1D115753C84C}"/>
              </a:ext>
            </a:extLst>
          </p:cNvPr>
          <p:cNvSpPr>
            <a:spLocks xmlns:a="http://schemas.openxmlformats.org/drawingml/2006/main" noGrp="1"/>
          </p:cNvSpPr>
          <p:nvPr/>
        </p:nvSpPr>
        <p:spPr>
          <a:xfrm xmlns:a="http://schemas.openxmlformats.org/drawingml/2006/main">
            <a:off x="762000" y="1809750"/>
            <a:ext cx="7572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df.loc[:9]</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df.iloc[:, selected_positions]</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df.loc[(df.studytime &gt;= 2) &amp;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(df.absences &lt;= 5)]</a:t>
            </a:r>
          </a:p>
        </p:txBody>
      </p:sp>
      <p:sp>
        <p:nvSpPr>
          <p:cNvPr id="6" name="334">
            <a:extLst xmlns:a="http://schemas.openxmlformats.org/drawingml/2006/main">
              <a:ext uri="{FF2B5EF4-FFF2-40B4-BE49-F238E27FC236}">
                <a16:creationId xmlns:a16="http://schemas.microsoft.com/office/drawing/2014/main" id="{87131F87-EB19-4C05-AB42-8A2B785CD310}"/>
              </a:ext>
            </a:extLst>
          </p:cNvPr>
          <p:cNvSpPr>
            <a:spLocks xmlns:a="http://schemas.openxmlformats.org/drawingml/2006/main" noGrp="1"/>
          </p:cNvSpPr>
          <p:nvPr/>
        </p:nvSpPr>
        <p:spPr>
          <a:xfrm xmlns:a="http://schemas.openxmlformats.org/drawingml/2006/main">
            <a:off x="8953500" y="20478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334</a:t>
            </a:r>
          </a:p>
        </p:txBody>
      </p:sp>
      <p:sp>
        <p:nvSpPr>
          <p:cNvPr id="7" name="51.46% of records&#10;&#10;Both conditions hold">
            <a:extLst xmlns:a="http://schemas.openxmlformats.org/drawingml/2006/main">
              <a:ext uri="{FF2B5EF4-FFF2-40B4-BE49-F238E27FC236}">
                <a16:creationId xmlns:a16="http://schemas.microsoft.com/office/drawing/2014/main" id="{05F08230-F051-4778-9993-B7411F9E3FB2}"/>
              </a:ext>
            </a:extLst>
          </p:cNvPr>
          <p:cNvSpPr>
            <a:spLocks xmlns:a="http://schemas.openxmlformats.org/drawingml/2006/main" noGrp="1"/>
          </p:cNvSpPr>
          <p:nvPr/>
        </p:nvSpPr>
        <p:spPr>
          <a:xfrm xmlns:a="http://schemas.openxmlformats.org/drawingml/2006/main">
            <a:off x="8953500" y="3143250"/>
            <a:ext cx="266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51.46% of records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Both conditions hold</a:t>
            </a:r>
          </a:p>
        </p:txBody>
      </p:sp>
      <p:sp>
        <p:nvSpPr>
          <p:cNvPr id="8" name="The study-time variable is an ordered interval code, no">
            <a:extLst xmlns:a="http://schemas.openxmlformats.org/drawingml/2006/main">
              <a:ext uri="{FF2B5EF4-FFF2-40B4-BE49-F238E27FC236}">
                <a16:creationId xmlns:a16="http://schemas.microsoft.com/office/drawing/2014/main" id="{446CB665-4E31-45A8-9E3A-AA83D5EC1A6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study-time variable is an ordered interval code, not a continuous hour count.</a:t>
            </a:r>
          </a:p>
        </p:txBody>
      </p:sp>
    </p:spTree>
    <p:extLst>
      <p:ext uri="{BB962C8B-B14F-4D97-AF65-F5344CB8AC3E}">
        <p14:creationId xmlns:p14="http://schemas.microsoft.com/office/powerpoint/2010/main" val="940468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FB9B5F5-A417-449B-84FE-A729C59B074F}"/>
              </a:ext>
            </a:extLst>
          </p:cNvPr>
          <p:cNvPicPr>
            <a:picLocks xmlns:a="http://schemas.openxmlformats.org/drawingml/2006/main" noChangeAspect="1"/>
          </p:cNvPicPr>
          <p:nvPr/>
        </p:nvPicPr>
        <p:blipFill>
          <a:blip xmlns:r="http://schemas.openxmlformats.org/officeDocument/2006/relationships" xmlns:a="http://schemas.openxmlformats.org/drawingml/2006/main" r:embed="Rdc881d8f55584cc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BD1BC2B-358C-4837-901A-67FCB4A5E4A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engineered features</a:t>
            </a:r>
          </a:p>
        </p:txBody>
      </p:sp>
      <p:sp>
        <p:nvSpPr>
          <p:cNvPr id="3" name="Thin monochrome rule">
            <a:extLst xmlns:a="http://schemas.openxmlformats.org/drawingml/2006/main">
              <a:ext uri="{FF2B5EF4-FFF2-40B4-BE49-F238E27FC236}">
                <a16:creationId xmlns:a16="http://schemas.microsoft.com/office/drawing/2014/main" id="{9F853542-B61D-4CFC-AC68-F0A563118D1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5B6D6C7F-6310-40EA-A274-C94D65CBBE4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A1AFCAE2-42CE-4603-ACBA-FAA3683BFDC0}"/>
              </a:ext>
            </a:extLst>
          </p:cNvPr>
          <p:cNvGraphicFramePr/>
          <p:nvPr/>
        </p:nvGraphicFramePr>
        <p:xfrm>
          <a:off xmlns:a="http://schemas.openxmlformats.org/drawingml/2006/main" x="666750" y="1857375"/>
          <a:ext xmlns:a="http://schemas.openxmlformats.org/drawingml/2006/main" cx="10858500" cy="2667000"/>
        </p:xfrm>
        <a:graphic xmlns:a="http://schemas.openxmlformats.org/drawingml/2006/main">
          <a:graphicData uri="http://schemas.openxmlformats.org/drawingml/2006/table">
            <a:tbl>
              <a:tblPr firstRow="0" bandRow="0"/>
              <a:tblGrid>
                <a:gridCol w="3701761"/>
                <a:gridCol w="3454977"/>
                <a:gridCol w="3701761"/>
              </a:tblGrid>
              <a:tr h="666750">
                <a:tc>
                  <a:txBody>
                    <a:bodyPr wrap="square" lIns="85725" tIns="85725" rIns="85725" bIns="85725">
                      <a:noAutofit/>
                    </a:bodyPr>
                    <a:lstStyle/>
                    <a:p>
                      <a:pPr algn="l"/>
                      <a:r>
                        <a:rPr sz="2000" b="1">
                          <a:solidFill>
                            <a:srgbClr val="000000"/>
                          </a:solidFill>
                          <a:latin typeface="Arial"/>
                          <a:ea typeface="Arial"/>
                          <a:cs typeface="Arial"/>
                        </a:rPr>
                        <a:t>Feature</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Definition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Purpose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000" b="0">
                          <a:solidFill>
                            <a:srgbClr val="000000"/>
                          </a:solidFill>
                          <a:latin typeface="Arial"/>
                          <a:ea typeface="Arial"/>
                          <a:cs typeface="Arial"/>
                        </a:rPr>
                        <a:t>prior_grade_mean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(G1 + G2) / 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Earlier-grade summary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grade_progress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G2 − G1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Assessment difference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performance_band</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0–9; 10–14; 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Outcome description</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DataFrame.insert() places prior_grade_mean immediately ">
            <a:extLst xmlns:a="http://schemas.openxmlformats.org/drawingml/2006/main">
              <a:ext uri="{FF2B5EF4-FFF2-40B4-BE49-F238E27FC236}">
                <a16:creationId xmlns:a16="http://schemas.microsoft.com/office/drawing/2014/main" id="{9EA9A76E-CADB-41C2-B4A3-2E6DBEFA9459}"/>
              </a:ext>
            </a:extLst>
          </p:cNvPr>
          <p:cNvSpPr>
            <a:spLocks xmlns:a="http://schemas.openxmlformats.org/drawingml/2006/main" noGrp="1"/>
          </p:cNvSpPr>
          <p:nvPr/>
        </p:nvSpPr>
        <p:spPr>
          <a:xfrm xmlns:a="http://schemas.openxmlformats.org/drawingml/2006/main">
            <a:off x="762000" y="5000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DataFrame.insert() places prior_grade_mean immediately before G3.</a:t>
            </a:r>
          </a:p>
        </p:txBody>
      </p:sp>
      <p:sp>
        <p:nvSpPr>
          <p:cNvPr id="7" name="All derived features are excluded from the original-fac">
            <a:extLst xmlns:a="http://schemas.openxmlformats.org/drawingml/2006/main">
              <a:ext uri="{FF2B5EF4-FFF2-40B4-BE49-F238E27FC236}">
                <a16:creationId xmlns:a16="http://schemas.microsoft.com/office/drawing/2014/main" id="{FF4A8E0A-D379-4FCD-9CB9-92D4EA21F55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All derived features are excluded from the original-factor association ranking.</a:t>
            </a:r>
          </a:p>
        </p:txBody>
      </p:sp>
    </p:spTree>
    <p:extLst>
      <p:ext uri="{BB962C8B-B14F-4D97-AF65-F5344CB8AC3E}">
        <p14:creationId xmlns:p14="http://schemas.microsoft.com/office/powerpoint/2010/main" val="14127416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B13AC37-0F5E-464D-97C2-B878CFCDA385}"/>
              </a:ext>
            </a:extLst>
          </p:cNvPr>
          <p:cNvPicPr>
            <a:picLocks xmlns:a="http://schemas.openxmlformats.org/drawingml/2006/main" noChangeAspect="1"/>
          </p:cNvPicPr>
          <p:nvPr/>
        </p:nvPicPr>
        <p:blipFill>
          <a:blip xmlns:r="http://schemas.openxmlformats.org/officeDocument/2006/relationships" xmlns:a="http://schemas.openxmlformats.org/drawingml/2006/main" r:embed="Rd9ce5e0bcd22438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0B7D102-24B9-4F9E-88DC-276AF8DDDE8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Grouped statistics and transformation</a:t>
            </a:r>
          </a:p>
        </p:txBody>
      </p:sp>
      <p:sp>
        <p:nvSpPr>
          <p:cNvPr id="3" name="Thin monochrome rule">
            <a:extLst xmlns:a="http://schemas.openxmlformats.org/drawingml/2006/main">
              <a:ext uri="{FF2B5EF4-FFF2-40B4-BE49-F238E27FC236}">
                <a16:creationId xmlns:a16="http://schemas.microsoft.com/office/drawing/2014/main" id="{D874DC2A-1462-49BD-86C5-31CADD821A3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4382314B-87E6-4D41-90C0-3418FD3A2A1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D9CAEB99-51A7-452E-88B3-37FD97E6B1A4}"/>
              </a:ext>
            </a:extLst>
          </p:cNvPr>
          <p:cNvGraphicFramePr/>
          <p:nvPr/>
        </p:nvGraphicFramePr>
        <p:xfrm>
          <a:off xmlns:a="http://schemas.openxmlformats.org/drawingml/2006/main" x="666750" y="1762125"/>
          <a:ext xmlns:a="http://schemas.openxmlformats.org/drawingml/2006/main" cx="10858500" cy="2000250"/>
        </p:xfrm>
        <a:graphic xmlns:a="http://schemas.openxmlformats.org/drawingml/2006/main">
          <a:graphicData uri="http://schemas.openxmlformats.org/drawingml/2006/table">
            <a:tbl>
              <a:tblPr firstRow="0" bandRow="0"/>
              <a:tblGrid>
                <a:gridCol w="1751371"/>
                <a:gridCol w="1751371"/>
                <a:gridCol w="2451919"/>
                <a:gridCol w="2451919"/>
                <a:gridCol w="2451919"/>
              </a:tblGrid>
              <a:tr h="666750">
                <a:tc>
                  <a:txBody>
                    <a:bodyPr wrap="square" lIns="85725" tIns="85725" rIns="85725" bIns="85725">
                      <a:noAutofit/>
                    </a:bodyPr>
                    <a:lstStyle/>
                    <a:p>
                      <a:pPr algn="l"/>
                      <a:r>
                        <a:rPr sz="2300" b="1">
                          <a:solidFill>
                            <a:srgbClr val="000000"/>
                          </a:solidFill>
                          <a:latin typeface="Arial"/>
                          <a:ea typeface="Arial"/>
                          <a:cs typeface="Arial"/>
                        </a:rPr>
                        <a:t>School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median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GP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423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12.577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2.626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MS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10.650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3.834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Within-school score">
            <a:extLst xmlns:a="http://schemas.openxmlformats.org/drawingml/2006/main">
              <a:ext uri="{FF2B5EF4-FFF2-40B4-BE49-F238E27FC236}">
                <a16:creationId xmlns:a16="http://schemas.microsoft.com/office/drawing/2014/main" id="{802E90F8-D988-4EBA-9B79-BCC1A94BAA09}"/>
              </a:ext>
            </a:extLst>
          </p:cNvPr>
          <p:cNvSpPr>
            <a:spLocks xmlns:a="http://schemas.openxmlformats.org/drawingml/2006/main" noGrp="1"/>
          </p:cNvSpPr>
          <p:nvPr/>
        </p:nvSpPr>
        <p:spPr>
          <a:xfrm xmlns:a="http://schemas.openxmlformats.org/drawingml/2006/main">
            <a:off x="762000" y="4191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Within-school score</a:t>
            </a:r>
          </a:p>
        </p:txBody>
      </p:sp>
      <p:sp>
        <p:nvSpPr>
          <p:cNvPr id="7" name="(G3 − school minimum) / (school maximum − school minimu">
            <a:extLst xmlns:a="http://schemas.openxmlformats.org/drawingml/2006/main">
              <a:ext uri="{FF2B5EF4-FFF2-40B4-BE49-F238E27FC236}">
                <a16:creationId xmlns:a16="http://schemas.microsoft.com/office/drawing/2014/main" id="{554B4CD9-AEBA-4096-9B91-4F86D3DD3E4F}"/>
              </a:ext>
            </a:extLst>
          </p:cNvPr>
          <p:cNvSpPr>
            <a:spLocks xmlns:a="http://schemas.openxmlformats.org/drawingml/2006/main" noGrp="1"/>
          </p:cNvSpPr>
          <p:nvPr/>
        </p:nvSpPr>
        <p:spPr>
          <a:xfrm xmlns:a="http://schemas.openxmlformats.org/drawingml/2006/main">
            <a:off x="762000" y="4810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(G3 − school minimum) / (school maximum − school minimum)</a:t>
            </a:r>
          </a:p>
        </p:txBody>
      </p:sp>
      <p:sp>
        <p:nvSpPr>
          <p:cNvPr id="8" name="Constant groups receive 0; the scale describes relative">
            <a:extLst xmlns:a="http://schemas.openxmlformats.org/drawingml/2006/main">
              <a:ext uri="{FF2B5EF4-FFF2-40B4-BE49-F238E27FC236}">
                <a16:creationId xmlns:a16="http://schemas.microsoft.com/office/drawing/2014/main" id="{C1443C6B-4220-4748-9FF0-AF395BE96D9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Constant groups receive 0; the scale describes relative position within each school.</a:t>
            </a:r>
          </a:p>
        </p:txBody>
      </p:sp>
    </p:spTree>
    <p:extLst>
      <p:ext uri="{BB962C8B-B14F-4D97-AF65-F5344CB8AC3E}">
        <p14:creationId xmlns:p14="http://schemas.microsoft.com/office/powerpoint/2010/main" val="15397238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7ADAEDE-ED07-4FC2-A15E-59454D8EA087}"/>
              </a:ext>
            </a:extLst>
          </p:cNvPr>
          <p:cNvPicPr>
            <a:picLocks xmlns:a="http://schemas.openxmlformats.org/drawingml/2006/main" noChangeAspect="1"/>
          </p:cNvPicPr>
          <p:nvPr/>
        </p:nvPicPr>
        <p:blipFill>
          <a:blip xmlns:r="http://schemas.openxmlformats.org/officeDocument/2006/relationships" xmlns:a="http://schemas.openxmlformats.org/drawingml/2006/main" r:embed="Rca7b023c03c14ab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0C356DA-80CD-4FF8-929D-D47F6AAA2C0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Association ranking: two distinct families</a:t>
            </a:r>
          </a:p>
        </p:txBody>
      </p:sp>
      <p:sp>
        <p:nvSpPr>
          <p:cNvPr id="3" name="Thin monochrome rule">
            <a:extLst xmlns:a="http://schemas.openxmlformats.org/drawingml/2006/main">
              <a:ext uri="{FF2B5EF4-FFF2-40B4-BE49-F238E27FC236}">
                <a16:creationId xmlns:a16="http://schemas.microsoft.com/office/drawing/2014/main" id="{2474584A-8D54-4E52-A796-92BE73A7F48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A4D2598B-D39C-4346-836D-DB3418ABA3C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Prior grade: G2, Spearman ρ = 0.9445">
            <a:extLst xmlns:a="http://schemas.openxmlformats.org/drawingml/2006/main">
              <a:ext uri="{FF2B5EF4-FFF2-40B4-BE49-F238E27FC236}">
                <a16:creationId xmlns:a16="http://schemas.microsoft.com/office/drawing/2014/main" id="{2AFEEB72-9325-4F55-B97B-C9D29688CB25}"/>
              </a:ext>
            </a:extLst>
          </p:cNvPr>
          <p:cNvSpPr>
            <a:spLocks xmlns:a="http://schemas.openxmlformats.org/drawingml/2006/main" noGrp="1"/>
          </p:cNvSpPr>
          <p:nvPr/>
        </p:nvSpPr>
        <p:spPr>
          <a:xfrm xmlns:a="http://schemas.openxmlformats.org/drawingml/2006/main">
            <a:off x="762000" y="161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Prior grade: G2, Spearman ρ = 0.9445</a:t>
            </a:r>
          </a:p>
        </p:txBody>
      </p:sp>
      <p:graphicFrame>
        <p:nvGraphicFramePr>
          <p:cNvPr id="6" name="">
            <a:extLst xmlns:a="http://schemas.openxmlformats.org/drawingml/2006/main">
              <a:ext uri="{FF2B5EF4-FFF2-40B4-BE49-F238E27FC236}">
                <a16:creationId xmlns:a16="http://schemas.microsoft.com/office/drawing/2014/main" id="{AD291D8A-E1CB-46AB-B441-9494A3A94D9B}"/>
              </a:ext>
            </a:extLst>
          </p:cNvPr>
          <p:cNvGraphicFramePr/>
          <p:nvPr/>
        </p:nvGraphicFramePr>
        <p:xfrm>
          <a:off xmlns:a="http://schemas.openxmlformats.org/drawingml/2006/main" x="762000" y="2381250"/>
          <a:ext xmlns:a="http://schemas.openxmlformats.org/drawingml/2006/main" cx="10668000" cy="2857500"/>
        </p:xfrm>
        <a:graphic xmlns:a="http://schemas.openxmlformats.org/drawingml/2006/main">
          <a:graphicData uri="http://schemas.openxmlformats.org/drawingml/2006/table">
            <a:tbl>
              <a:tblPr firstRow="0" bandRow="0"/>
              <a:tblGrid>
                <a:gridCol w="6096000"/>
                <a:gridCol w="2540000"/>
                <a:gridCol w="2032000"/>
              </a:tblGrid>
              <a:tr h="476250">
                <a:tc>
                  <a:txBody>
                    <a:bodyPr wrap="square" lIns="85725" tIns="85725" rIns="85725" bIns="85725">
                      <a:noAutofit/>
                    </a:bodyPr>
                    <a:lstStyle/>
                    <a:p>
                      <a:pPr algn="l"/>
                      <a:r>
                        <a:rPr sz="2100" b="1">
                          <a:solidFill>
                            <a:srgbClr val="000000"/>
                          </a:solidFill>
                          <a:latin typeface="Arial"/>
                          <a:ea typeface="Arial"/>
                          <a:cs typeface="Arial"/>
                        </a:rPr>
                        <a:t>Contextual numerical/ordinal factor</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Spearman ρ</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476250">
                <a:tc>
                  <a:txBody>
                    <a:bodyPr wrap="square" lIns="85725" tIns="85725" rIns="85725" bIns="85725">
                      <a:noAutofit/>
                    </a:bodyPr>
                    <a:lstStyle/>
                    <a:p>
                      <a:pPr algn="l"/>
                      <a:r>
                        <a:rPr sz="2100" b="0">
                          <a:solidFill>
                            <a:srgbClr val="000000"/>
                          </a:solidFill>
                          <a:latin typeface="Arial"/>
                          <a:ea typeface="Arial"/>
                          <a:cs typeface="Arial"/>
                        </a:rPr>
                        <a:t>failures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-0.4484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Medu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0.2839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studytime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0.2747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Fedu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0.2346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Dalc</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-0.2084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The ranking is unadjusted association among examined or">
            <a:extLst xmlns:a="http://schemas.openxmlformats.org/drawingml/2006/main">
              <a:ext uri="{FF2B5EF4-FFF2-40B4-BE49-F238E27FC236}">
                <a16:creationId xmlns:a16="http://schemas.microsoft.com/office/drawing/2014/main" id="{1F530D7A-2356-45E6-88C4-FF9F3D2C141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ranking is unadjusted association among examined original numerical/ordinal factors.</a:t>
            </a:r>
          </a:p>
        </p:txBody>
      </p:sp>
    </p:spTree>
    <p:extLst>
      <p:ext uri="{BB962C8B-B14F-4D97-AF65-F5344CB8AC3E}">
        <p14:creationId xmlns:p14="http://schemas.microsoft.com/office/powerpoint/2010/main" val="15920667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C0ECE3A-EF44-413E-AD8F-F194D73E0F04}"/>
              </a:ext>
            </a:extLst>
          </p:cNvPr>
          <p:cNvPicPr>
            <a:picLocks xmlns:a="http://schemas.openxmlformats.org/drawingml/2006/main" noChangeAspect="1"/>
          </p:cNvPicPr>
          <p:nvPr/>
        </p:nvPicPr>
        <p:blipFill>
          <a:blip xmlns:r="http://schemas.openxmlformats.org/officeDocument/2006/relationships" xmlns:a="http://schemas.openxmlformats.org/drawingml/2006/main" r:embed="R5fe73376385943b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2CAE38C-4E09-4AD5-91AC-6F5638F7977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Final-grade distribution</a:t>
            </a:r>
          </a:p>
        </p:txBody>
      </p:sp>
      <p:sp>
        <p:nvSpPr>
          <p:cNvPr id="3" name="Thin monochrome rule">
            <a:extLst xmlns:a="http://schemas.openxmlformats.org/drawingml/2006/main">
              <a:ext uri="{FF2B5EF4-FFF2-40B4-BE49-F238E27FC236}">
                <a16:creationId xmlns:a16="http://schemas.microsoft.com/office/drawing/2014/main" id="{62591B7C-FB41-4BC5-A5D2-AE869905AE0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543D4896-C0D0-4633-8A09-08C5211E3A3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00ADC5C0-5251-42F7-B903-98AC8C578237}"/>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df4ac1fe756e4e81"/>
          </a:graphicData>
        </a:graphic>
      </p:graphicFrame>
      <p:sp>
        <p:nvSpPr>
          <p:cNvPr id="6" name="Mean 11.91">
            <a:extLst xmlns:a="http://schemas.openxmlformats.org/drawingml/2006/main">
              <a:ext uri="{FF2B5EF4-FFF2-40B4-BE49-F238E27FC236}">
                <a16:creationId xmlns:a16="http://schemas.microsoft.com/office/drawing/2014/main" id="{3DB5361D-64CD-4077-AE64-0C915B8522C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Mean 11.91</a:t>
            </a:r>
          </a:p>
        </p:txBody>
      </p:sp>
      <p:sp>
        <p:nvSpPr>
          <p:cNvPr id="7" name="Median 12&#10;Sample SD 3.23&#10;&#10;n = 649">
            <a:extLst xmlns:a="http://schemas.openxmlformats.org/drawingml/2006/main">
              <a:ext uri="{FF2B5EF4-FFF2-40B4-BE49-F238E27FC236}">
                <a16:creationId xmlns:a16="http://schemas.microsoft.com/office/drawing/2014/main" id="{D6AD8554-B5BC-464F-9F5B-E3B69FAC9F5E}"/>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12</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Sample SD 3.23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 = 649</a:t>
            </a:r>
          </a:p>
        </p:txBody>
      </p:sp>
      <p:sp>
        <p:nvSpPr>
          <p:cNvPr id="8" name="One-point-wide bins retain the integer-score distributi">
            <a:extLst xmlns:a="http://schemas.openxmlformats.org/drawingml/2006/main">
              <a:ext uri="{FF2B5EF4-FFF2-40B4-BE49-F238E27FC236}">
                <a16:creationId xmlns:a16="http://schemas.microsoft.com/office/drawing/2014/main" id="{A0EA5CA8-AB23-4A62-AF91-5F3A67C19B1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One-point-wide bins retain the integer-score distribution.</a:t>
            </a:r>
          </a:p>
        </p:txBody>
      </p:sp>
    </p:spTree>
    <p:extLst>
      <p:ext uri="{BB962C8B-B14F-4D97-AF65-F5344CB8AC3E}">
        <p14:creationId xmlns:p14="http://schemas.microsoft.com/office/powerpoint/2010/main" val="84800830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4E53ACAA-2590-42F9-9C2C-E8ACF299CE63}"/>
              </a:ext>
            </a:extLst>
          </p:cNvPr>
          <p:cNvPicPr>
            <a:picLocks xmlns:a="http://schemas.openxmlformats.org/drawingml/2006/main" noChangeAspect="1"/>
          </p:cNvPicPr>
          <p:nvPr/>
        </p:nvPicPr>
        <p:blipFill>
          <a:blip xmlns:r="http://schemas.openxmlformats.org/officeDocument/2006/relationships" xmlns:a="http://schemas.openxmlformats.org/drawingml/2006/main" r:embed="R7252f3b22b0d472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4A57E78-EEEA-4D6E-AE16-676FE1E88AB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grades by school</a:t>
            </a:r>
          </a:p>
        </p:txBody>
      </p:sp>
      <p:sp>
        <p:nvSpPr>
          <p:cNvPr id="3" name="Thin monochrome rule">
            <a:extLst xmlns:a="http://schemas.openxmlformats.org/drawingml/2006/main">
              <a:ext uri="{FF2B5EF4-FFF2-40B4-BE49-F238E27FC236}">
                <a16:creationId xmlns:a16="http://schemas.microsoft.com/office/drawing/2014/main" id="{817866FD-4921-4DF0-A26B-646FA8BDCDE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0A6305E9-B0EA-4414-8C99-C747DD12EBF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Thin monochrome rule">
            <a:extLst xmlns:a="http://schemas.openxmlformats.org/drawingml/2006/main">
              <a:ext uri="{FF2B5EF4-FFF2-40B4-BE49-F238E27FC236}">
                <a16:creationId xmlns:a16="http://schemas.microsoft.com/office/drawing/2014/main" id="{24E80723-9E29-4516-BBB8-F8B45D5159A8}"/>
              </a:ext>
            </a:extLst>
          </p:cNvPr>
          <p:cNvSpPr>
            <a:spLocks xmlns:a="http://schemas.openxmlformats.org/drawingml/2006/main" noGrp="1"/>
          </p:cNvSpPr>
          <p:nvPr/>
        </p:nvSpPr>
        <p:spPr>
          <a:xfrm xmlns:a="http://schemas.openxmlformats.org/drawingml/2006/main">
            <a:off x="1333500" y="519112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0">
            <a:extLst xmlns:a="http://schemas.openxmlformats.org/drawingml/2006/main">
              <a:ext uri="{FF2B5EF4-FFF2-40B4-BE49-F238E27FC236}">
                <a16:creationId xmlns:a16="http://schemas.microsoft.com/office/drawing/2014/main" id="{DF30DF18-0886-45EB-A065-D559BA7B801D}"/>
              </a:ext>
            </a:extLst>
          </p:cNvPr>
          <p:cNvSpPr>
            <a:spLocks xmlns:a="http://schemas.openxmlformats.org/drawingml/2006/main" noGrp="1"/>
          </p:cNvSpPr>
          <p:nvPr/>
        </p:nvSpPr>
        <p:spPr>
          <a:xfrm xmlns:a="http://schemas.openxmlformats.org/drawingml/2006/main">
            <a:off x="762000" y="5048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0</a:t>
            </a:r>
          </a:p>
        </p:txBody>
      </p:sp>
      <p:sp>
        <p:nvSpPr>
          <p:cNvPr id="7" name="Thin monochrome rule">
            <a:extLst xmlns:a="http://schemas.openxmlformats.org/drawingml/2006/main">
              <a:ext uri="{FF2B5EF4-FFF2-40B4-BE49-F238E27FC236}">
                <a16:creationId xmlns:a16="http://schemas.microsoft.com/office/drawing/2014/main" id="{A62AC3D4-D046-4DF0-8ED1-8FAE0F3687CC}"/>
              </a:ext>
            </a:extLst>
          </p:cNvPr>
          <p:cNvSpPr>
            <a:spLocks xmlns:a="http://schemas.openxmlformats.org/drawingml/2006/main" noGrp="1"/>
          </p:cNvSpPr>
          <p:nvPr/>
        </p:nvSpPr>
        <p:spPr>
          <a:xfrm xmlns:a="http://schemas.openxmlformats.org/drawingml/2006/main">
            <a:off x="1333500" y="4357688"/>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5">
            <a:extLst xmlns:a="http://schemas.openxmlformats.org/drawingml/2006/main">
              <a:ext uri="{FF2B5EF4-FFF2-40B4-BE49-F238E27FC236}">
                <a16:creationId xmlns:a16="http://schemas.microsoft.com/office/drawing/2014/main" id="{35D35B6A-010D-4E98-BCF2-F7474FCAF533}"/>
              </a:ext>
            </a:extLst>
          </p:cNvPr>
          <p:cNvSpPr>
            <a:spLocks xmlns:a="http://schemas.openxmlformats.org/drawingml/2006/main" noGrp="1"/>
          </p:cNvSpPr>
          <p:nvPr/>
        </p:nvSpPr>
        <p:spPr>
          <a:xfrm xmlns:a="http://schemas.openxmlformats.org/drawingml/2006/main">
            <a:off x="762000" y="4214813"/>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5</a:t>
            </a:r>
          </a:p>
        </p:txBody>
      </p:sp>
      <p:sp>
        <p:nvSpPr>
          <p:cNvPr id="9" name="Thin monochrome rule">
            <a:extLst xmlns:a="http://schemas.openxmlformats.org/drawingml/2006/main">
              <a:ext uri="{FF2B5EF4-FFF2-40B4-BE49-F238E27FC236}">
                <a16:creationId xmlns:a16="http://schemas.microsoft.com/office/drawing/2014/main" id="{3F2E8183-191C-4405-8EEE-D157F5275E61}"/>
              </a:ext>
            </a:extLst>
          </p:cNvPr>
          <p:cNvSpPr>
            <a:spLocks xmlns:a="http://schemas.openxmlformats.org/drawingml/2006/main" noGrp="1"/>
          </p:cNvSpPr>
          <p:nvPr/>
        </p:nvSpPr>
        <p:spPr>
          <a:xfrm xmlns:a="http://schemas.openxmlformats.org/drawingml/2006/main">
            <a:off x="1333500" y="3524250"/>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10">
            <a:extLst xmlns:a="http://schemas.openxmlformats.org/drawingml/2006/main">
              <a:ext uri="{FF2B5EF4-FFF2-40B4-BE49-F238E27FC236}">
                <a16:creationId xmlns:a16="http://schemas.microsoft.com/office/drawing/2014/main" id="{446A03CD-9AAC-4170-A7D2-7AB991E67533}"/>
              </a:ext>
            </a:extLst>
          </p:cNvPr>
          <p:cNvSpPr>
            <a:spLocks xmlns:a="http://schemas.openxmlformats.org/drawingml/2006/main" noGrp="1"/>
          </p:cNvSpPr>
          <p:nvPr/>
        </p:nvSpPr>
        <p:spPr>
          <a:xfrm xmlns:a="http://schemas.openxmlformats.org/drawingml/2006/main">
            <a:off x="762000" y="3381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10</a:t>
            </a:r>
          </a:p>
        </p:txBody>
      </p:sp>
      <p:sp>
        <p:nvSpPr>
          <p:cNvPr id="11" name="Thin monochrome rule">
            <a:extLst xmlns:a="http://schemas.openxmlformats.org/drawingml/2006/main">
              <a:ext uri="{FF2B5EF4-FFF2-40B4-BE49-F238E27FC236}">
                <a16:creationId xmlns:a16="http://schemas.microsoft.com/office/drawing/2014/main" id="{EFBCD2DA-E615-4E86-9091-1D3BE5F3CC37}"/>
              </a:ext>
            </a:extLst>
          </p:cNvPr>
          <p:cNvSpPr>
            <a:spLocks xmlns:a="http://schemas.openxmlformats.org/drawingml/2006/main" noGrp="1"/>
          </p:cNvSpPr>
          <p:nvPr/>
        </p:nvSpPr>
        <p:spPr>
          <a:xfrm xmlns:a="http://schemas.openxmlformats.org/drawingml/2006/main">
            <a:off x="1333500" y="2690813"/>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2" name="15">
            <a:extLst xmlns:a="http://schemas.openxmlformats.org/drawingml/2006/main">
              <a:ext uri="{FF2B5EF4-FFF2-40B4-BE49-F238E27FC236}">
                <a16:creationId xmlns:a16="http://schemas.microsoft.com/office/drawing/2014/main" id="{5CC6BB6C-CF39-439D-AE98-2832375F8F98}"/>
              </a:ext>
            </a:extLst>
          </p:cNvPr>
          <p:cNvSpPr>
            <a:spLocks xmlns:a="http://schemas.openxmlformats.org/drawingml/2006/main" noGrp="1"/>
          </p:cNvSpPr>
          <p:nvPr/>
        </p:nvSpPr>
        <p:spPr>
          <a:xfrm xmlns:a="http://schemas.openxmlformats.org/drawingml/2006/main">
            <a:off x="762000" y="2547938"/>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15</a:t>
            </a:r>
          </a:p>
        </p:txBody>
      </p:sp>
      <p:sp>
        <p:nvSpPr>
          <p:cNvPr id="13" name="Thin monochrome rule">
            <a:extLst xmlns:a="http://schemas.openxmlformats.org/drawingml/2006/main">
              <a:ext uri="{FF2B5EF4-FFF2-40B4-BE49-F238E27FC236}">
                <a16:creationId xmlns:a16="http://schemas.microsoft.com/office/drawing/2014/main" id="{4FF5565B-0E59-4D9F-B401-5062317200D3}"/>
              </a:ext>
            </a:extLst>
          </p:cNvPr>
          <p:cNvSpPr>
            <a:spLocks xmlns:a="http://schemas.openxmlformats.org/drawingml/2006/main" noGrp="1"/>
          </p:cNvSpPr>
          <p:nvPr/>
        </p:nvSpPr>
        <p:spPr>
          <a:xfrm xmlns:a="http://schemas.openxmlformats.org/drawingml/2006/main">
            <a:off x="1333500" y="185737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4" name="20">
            <a:extLst xmlns:a="http://schemas.openxmlformats.org/drawingml/2006/main">
              <a:ext uri="{FF2B5EF4-FFF2-40B4-BE49-F238E27FC236}">
                <a16:creationId xmlns:a16="http://schemas.microsoft.com/office/drawing/2014/main" id="{6B941FC1-7A21-41DF-ABD7-913D53FC23C8}"/>
              </a:ext>
            </a:extLst>
          </p:cNvPr>
          <p:cNvSpPr>
            <a:spLocks xmlns:a="http://schemas.openxmlformats.org/drawingml/2006/main" noGrp="1"/>
          </p:cNvSpPr>
          <p:nvPr/>
        </p:nvSpPr>
        <p:spPr>
          <a:xfrm xmlns:a="http://schemas.openxmlformats.org/drawingml/2006/main">
            <a:off x="7620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20</a:t>
            </a:r>
          </a:p>
        </p:txBody>
      </p:sp>
      <p:sp>
        <p:nvSpPr>
          <p:cNvPr id="15" name="G3 (points)">
            <a:extLst xmlns:a="http://schemas.openxmlformats.org/drawingml/2006/main">
              <a:ext uri="{FF2B5EF4-FFF2-40B4-BE49-F238E27FC236}">
                <a16:creationId xmlns:a16="http://schemas.microsoft.com/office/drawing/2014/main" id="{B5CEC0A6-78EC-4C61-A69D-22D1DA24E0D2}"/>
              </a:ext>
            </a:extLst>
          </p:cNvPr>
          <p:cNvSpPr>
            <a:spLocks xmlns:a="http://schemas.openxmlformats.org/drawingml/2006/main" noGrp="1"/>
          </p:cNvSpPr>
          <p:nvPr/>
        </p:nvSpPr>
        <p:spPr>
          <a:xfrm xmlns:a="http://schemas.openxmlformats.org/drawingml/2006/main">
            <a:off x="7620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G3 (points)</a:t>
            </a:r>
          </a:p>
        </p:txBody>
      </p:sp>
      <p:sp>
        <p:nvSpPr>
          <p:cNvPr id="16" name="Thin monochrome rule">
            <a:extLst xmlns:a="http://schemas.openxmlformats.org/drawingml/2006/main">
              <a:ext uri="{FF2B5EF4-FFF2-40B4-BE49-F238E27FC236}">
                <a16:creationId xmlns:a16="http://schemas.microsoft.com/office/drawing/2014/main" id="{C0595372-66F4-48AE-A7C4-F5987AB797A9}"/>
              </a:ext>
            </a:extLst>
          </p:cNvPr>
          <p:cNvSpPr>
            <a:spLocks xmlns:a="http://schemas.openxmlformats.org/drawingml/2006/main" noGrp="1"/>
          </p:cNvSpPr>
          <p:nvPr/>
        </p:nvSpPr>
        <p:spPr>
          <a:xfrm xmlns:a="http://schemas.openxmlformats.org/drawingml/2006/main">
            <a:off x="3238500" y="2190750"/>
            <a:ext cx="14288" cy="183356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7" name="Thin monochrome rule">
            <a:extLst xmlns:a="http://schemas.openxmlformats.org/drawingml/2006/main">
              <a:ext uri="{FF2B5EF4-FFF2-40B4-BE49-F238E27FC236}">
                <a16:creationId xmlns:a16="http://schemas.microsoft.com/office/drawing/2014/main" id="{0E88346B-0231-4D90-86A8-92178E264DCE}"/>
              </a:ext>
            </a:extLst>
          </p:cNvPr>
          <p:cNvSpPr>
            <a:spLocks xmlns:a="http://schemas.openxmlformats.org/drawingml/2006/main" noGrp="1"/>
          </p:cNvSpPr>
          <p:nvPr/>
        </p:nvSpPr>
        <p:spPr>
          <a:xfrm xmlns:a="http://schemas.openxmlformats.org/drawingml/2006/main">
            <a:off x="2905125" y="219075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8" name="Thin monochrome rule">
            <a:extLst xmlns:a="http://schemas.openxmlformats.org/drawingml/2006/main">
              <a:ext uri="{FF2B5EF4-FFF2-40B4-BE49-F238E27FC236}">
                <a16:creationId xmlns:a16="http://schemas.microsoft.com/office/drawing/2014/main" id="{191386F2-1719-4AC6-B6AB-78777B2C1A97}"/>
              </a:ext>
            </a:extLst>
          </p:cNvPr>
          <p:cNvSpPr>
            <a:spLocks xmlns:a="http://schemas.openxmlformats.org/drawingml/2006/main" noGrp="1"/>
          </p:cNvSpPr>
          <p:nvPr/>
        </p:nvSpPr>
        <p:spPr>
          <a:xfrm xmlns:a="http://schemas.openxmlformats.org/drawingml/2006/main">
            <a:off x="2905125" y="402431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9" name="GP Q1–Q3, exported Seaborn statistics">
            <a:extLst xmlns:a="http://schemas.openxmlformats.org/drawingml/2006/main">
              <a:ext uri="{FF2B5EF4-FFF2-40B4-BE49-F238E27FC236}">
                <a16:creationId xmlns:a16="http://schemas.microsoft.com/office/drawing/2014/main" id="{6A794754-E4FA-4BCA-8F08-1923CC565F76}"/>
              </a:ext>
            </a:extLst>
          </p:cNvPr>
          <p:cNvSpPr>
            <a:spLocks xmlns:a="http://schemas.openxmlformats.org/drawingml/2006/main" noGrp="1"/>
          </p:cNvSpPr>
          <p:nvPr/>
        </p:nvSpPr>
        <p:spPr>
          <a:xfrm xmlns:a="http://schemas.openxmlformats.org/drawingml/2006/main">
            <a:off x="2619375" y="2857500"/>
            <a:ext cx="1238250" cy="500063"/>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20" name="Thin monochrome rule">
            <a:extLst xmlns:a="http://schemas.openxmlformats.org/drawingml/2006/main">
              <a:ext uri="{FF2B5EF4-FFF2-40B4-BE49-F238E27FC236}">
                <a16:creationId xmlns:a16="http://schemas.microsoft.com/office/drawing/2014/main" id="{06CAAB7D-6F56-49E4-A87D-D551180D0C3D}"/>
              </a:ext>
            </a:extLst>
          </p:cNvPr>
          <p:cNvSpPr>
            <a:spLocks xmlns:a="http://schemas.openxmlformats.org/drawingml/2006/main" noGrp="1"/>
          </p:cNvSpPr>
          <p:nvPr/>
        </p:nvSpPr>
        <p:spPr>
          <a:xfrm xmlns:a="http://schemas.openxmlformats.org/drawingml/2006/main">
            <a:off x="2619375" y="3024188"/>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1" name="GP outlier 6">
            <a:extLst xmlns:a="http://schemas.openxmlformats.org/drawingml/2006/main">
              <a:ext uri="{FF2B5EF4-FFF2-40B4-BE49-F238E27FC236}">
                <a16:creationId xmlns:a16="http://schemas.microsoft.com/office/drawing/2014/main" id="{7194CACD-5639-4444-82D2-0EAC7969AC74}"/>
              </a:ext>
            </a:extLst>
          </p:cNvPr>
          <p:cNvSpPr>
            <a:spLocks xmlns:a="http://schemas.openxmlformats.org/drawingml/2006/main" noGrp="1"/>
          </p:cNvSpPr>
          <p:nvPr/>
        </p:nvSpPr>
        <p:spPr>
          <a:xfrm xmlns:a="http://schemas.openxmlformats.org/drawingml/2006/main">
            <a:off x="3200400" y="41529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2" name="GP outlier 0">
            <a:extLst xmlns:a="http://schemas.openxmlformats.org/drawingml/2006/main">
              <a:ext uri="{FF2B5EF4-FFF2-40B4-BE49-F238E27FC236}">
                <a16:creationId xmlns:a16="http://schemas.microsoft.com/office/drawing/2014/main" id="{2A3617EA-08A5-4E9F-BADA-29092FC75753}"/>
              </a:ext>
            </a:extLst>
          </p:cNvPr>
          <p:cNvSpPr>
            <a:spLocks xmlns:a="http://schemas.openxmlformats.org/drawingml/2006/main" noGrp="1"/>
          </p:cNvSpPr>
          <p:nvPr/>
        </p:nvSpPr>
        <p:spPr>
          <a:xfrm xmlns:a="http://schemas.openxmlformats.org/drawingml/2006/main">
            <a:off x="32004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3" name="GP outlier 1">
            <a:extLst xmlns:a="http://schemas.openxmlformats.org/drawingml/2006/main">
              <a:ext uri="{FF2B5EF4-FFF2-40B4-BE49-F238E27FC236}">
                <a16:creationId xmlns:a16="http://schemas.microsoft.com/office/drawing/2014/main" id="{058A68F0-8C6D-46AC-BFD2-8871C68EF7E0}"/>
              </a:ext>
            </a:extLst>
          </p:cNvPr>
          <p:cNvSpPr>
            <a:spLocks xmlns:a="http://schemas.openxmlformats.org/drawingml/2006/main" noGrp="1"/>
          </p:cNvSpPr>
          <p:nvPr/>
        </p:nvSpPr>
        <p:spPr>
          <a:xfrm xmlns:a="http://schemas.openxmlformats.org/drawingml/2006/main">
            <a:off x="3200400" y="498633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4" name="GP outlier 5">
            <a:extLst xmlns:a="http://schemas.openxmlformats.org/drawingml/2006/main">
              <a:ext uri="{FF2B5EF4-FFF2-40B4-BE49-F238E27FC236}">
                <a16:creationId xmlns:a16="http://schemas.microsoft.com/office/drawing/2014/main" id="{0DC21C2A-237C-4C54-97F6-A6A5D2D8F64D}"/>
              </a:ext>
            </a:extLst>
          </p:cNvPr>
          <p:cNvSpPr>
            <a:spLocks xmlns:a="http://schemas.openxmlformats.org/drawingml/2006/main" noGrp="1"/>
          </p:cNvSpPr>
          <p:nvPr/>
        </p:nvSpPr>
        <p:spPr>
          <a:xfrm xmlns:a="http://schemas.openxmlformats.org/drawingml/2006/main">
            <a:off x="3200400" y="431958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5" name="GP outlier 19">
            <a:extLst xmlns:a="http://schemas.openxmlformats.org/drawingml/2006/main">
              <a:ext uri="{FF2B5EF4-FFF2-40B4-BE49-F238E27FC236}">
                <a16:creationId xmlns:a16="http://schemas.microsoft.com/office/drawing/2014/main" id="{B87E5D82-7C60-438F-8D6C-254695B5E39F}"/>
              </a:ext>
            </a:extLst>
          </p:cNvPr>
          <p:cNvSpPr>
            <a:spLocks xmlns:a="http://schemas.openxmlformats.org/drawingml/2006/main" noGrp="1"/>
          </p:cNvSpPr>
          <p:nvPr/>
        </p:nvSpPr>
        <p:spPr>
          <a:xfrm xmlns:a="http://schemas.openxmlformats.org/drawingml/2006/main">
            <a:off x="3200400" y="1985963"/>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6" name="GP (n=423)">
            <a:extLst xmlns:a="http://schemas.openxmlformats.org/drawingml/2006/main">
              <a:ext uri="{FF2B5EF4-FFF2-40B4-BE49-F238E27FC236}">
                <a16:creationId xmlns:a16="http://schemas.microsoft.com/office/drawing/2014/main" id="{9D4F3F98-EE98-4863-8D9A-4329D8C211C2}"/>
              </a:ext>
            </a:extLst>
          </p:cNvPr>
          <p:cNvSpPr>
            <a:spLocks xmlns:a="http://schemas.openxmlformats.org/drawingml/2006/main" noGrp="1"/>
          </p:cNvSpPr>
          <p:nvPr/>
        </p:nvSpPr>
        <p:spPr>
          <a:xfrm xmlns:a="http://schemas.openxmlformats.org/drawingml/2006/main">
            <a:off x="21431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GP (n=423)</a:t>
            </a:r>
          </a:p>
        </p:txBody>
      </p:sp>
      <p:sp>
        <p:nvSpPr>
          <p:cNvPr id="27" name="Thin monochrome rule">
            <a:extLst xmlns:a="http://schemas.openxmlformats.org/drawingml/2006/main">
              <a:ext uri="{FF2B5EF4-FFF2-40B4-BE49-F238E27FC236}">
                <a16:creationId xmlns:a16="http://schemas.microsoft.com/office/drawing/2014/main" id="{8C8E0EDD-8137-490C-B0A8-1EBED1E95603}"/>
              </a:ext>
            </a:extLst>
          </p:cNvPr>
          <p:cNvSpPr>
            <a:spLocks xmlns:a="http://schemas.openxmlformats.org/drawingml/2006/main" noGrp="1"/>
          </p:cNvSpPr>
          <p:nvPr/>
        </p:nvSpPr>
        <p:spPr>
          <a:xfrm xmlns:a="http://schemas.openxmlformats.org/drawingml/2006/main">
            <a:off x="6096000" y="2024063"/>
            <a:ext cx="14288" cy="216693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8" name="Thin monochrome rule">
            <a:extLst xmlns:a="http://schemas.openxmlformats.org/drawingml/2006/main">
              <a:ext uri="{FF2B5EF4-FFF2-40B4-BE49-F238E27FC236}">
                <a16:creationId xmlns:a16="http://schemas.microsoft.com/office/drawing/2014/main" id="{A1947402-9481-4ED2-9937-3CA508EF1335}"/>
              </a:ext>
            </a:extLst>
          </p:cNvPr>
          <p:cNvSpPr>
            <a:spLocks xmlns:a="http://schemas.openxmlformats.org/drawingml/2006/main" noGrp="1"/>
          </p:cNvSpPr>
          <p:nvPr/>
        </p:nvSpPr>
        <p:spPr>
          <a:xfrm xmlns:a="http://schemas.openxmlformats.org/drawingml/2006/main">
            <a:off x="5762625" y="202406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9" name="Thin monochrome rule">
            <a:extLst xmlns:a="http://schemas.openxmlformats.org/drawingml/2006/main">
              <a:ext uri="{FF2B5EF4-FFF2-40B4-BE49-F238E27FC236}">
                <a16:creationId xmlns:a16="http://schemas.microsoft.com/office/drawing/2014/main" id="{634E3E33-CADA-49FE-83A5-7BE43FA123E0}"/>
              </a:ext>
            </a:extLst>
          </p:cNvPr>
          <p:cNvSpPr>
            <a:spLocks xmlns:a="http://schemas.openxmlformats.org/drawingml/2006/main" noGrp="1"/>
          </p:cNvSpPr>
          <p:nvPr/>
        </p:nvSpPr>
        <p:spPr>
          <a:xfrm xmlns:a="http://schemas.openxmlformats.org/drawingml/2006/main">
            <a:off x="5762625" y="419100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0" name="MS Q1–Q3, exported Seaborn statistics">
            <a:extLst xmlns:a="http://schemas.openxmlformats.org/drawingml/2006/main">
              <a:ext uri="{FF2B5EF4-FFF2-40B4-BE49-F238E27FC236}">
                <a16:creationId xmlns:a16="http://schemas.microsoft.com/office/drawing/2014/main" id="{7A796245-711B-4C6D-973C-3B786D93D263}"/>
              </a:ext>
            </a:extLst>
          </p:cNvPr>
          <p:cNvSpPr>
            <a:spLocks xmlns:a="http://schemas.openxmlformats.org/drawingml/2006/main" noGrp="1"/>
          </p:cNvSpPr>
          <p:nvPr/>
        </p:nvSpPr>
        <p:spPr>
          <a:xfrm xmlns:a="http://schemas.openxmlformats.org/drawingml/2006/main">
            <a:off x="5476875" y="3024188"/>
            <a:ext cx="1238250" cy="666750"/>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31" name="Thin monochrome rule">
            <a:extLst xmlns:a="http://schemas.openxmlformats.org/drawingml/2006/main">
              <a:ext uri="{FF2B5EF4-FFF2-40B4-BE49-F238E27FC236}">
                <a16:creationId xmlns:a16="http://schemas.microsoft.com/office/drawing/2014/main" id="{771B89A8-65BE-4AC0-9F16-BC7B59967323}"/>
              </a:ext>
            </a:extLst>
          </p:cNvPr>
          <p:cNvSpPr>
            <a:spLocks xmlns:a="http://schemas.openxmlformats.org/drawingml/2006/main" noGrp="1"/>
          </p:cNvSpPr>
          <p:nvPr/>
        </p:nvSpPr>
        <p:spPr>
          <a:xfrm xmlns:a="http://schemas.openxmlformats.org/drawingml/2006/main">
            <a:off x="5476875" y="3357563"/>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MS outlier 0">
            <a:extLst xmlns:a="http://schemas.openxmlformats.org/drawingml/2006/main">
              <a:ext uri="{FF2B5EF4-FFF2-40B4-BE49-F238E27FC236}">
                <a16:creationId xmlns:a16="http://schemas.microsoft.com/office/drawing/2014/main" id="{9F167EC0-DC43-4D9E-ABF6-AAE6F6E186AF}"/>
              </a:ext>
            </a:extLst>
          </p:cNvPr>
          <p:cNvSpPr>
            <a:spLocks xmlns:a="http://schemas.openxmlformats.org/drawingml/2006/main" noGrp="1"/>
          </p:cNvSpPr>
          <p:nvPr/>
        </p:nvSpPr>
        <p:spPr>
          <a:xfrm xmlns:a="http://schemas.openxmlformats.org/drawingml/2006/main">
            <a:off x="60579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33" name="MS (n=226)">
            <a:extLst xmlns:a="http://schemas.openxmlformats.org/drawingml/2006/main">
              <a:ext uri="{FF2B5EF4-FFF2-40B4-BE49-F238E27FC236}">
                <a16:creationId xmlns:a16="http://schemas.microsoft.com/office/drawing/2014/main" id="{D519DF93-705B-4DD4-B261-EF8C4794CA35}"/>
              </a:ext>
            </a:extLst>
          </p:cNvPr>
          <p:cNvSpPr>
            <a:spLocks xmlns:a="http://schemas.openxmlformats.org/drawingml/2006/main" noGrp="1"/>
          </p:cNvSpPr>
          <p:nvPr/>
        </p:nvSpPr>
        <p:spPr>
          <a:xfrm xmlns:a="http://schemas.openxmlformats.org/drawingml/2006/main">
            <a:off x="50006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MS (n=226)</a:t>
            </a:r>
          </a:p>
        </p:txBody>
      </p:sp>
      <p:sp>
        <p:nvSpPr>
          <p:cNvPr id="34" name="Medians: 13 / 11">
            <a:extLst xmlns:a="http://schemas.openxmlformats.org/drawingml/2006/main">
              <a:ext uri="{FF2B5EF4-FFF2-40B4-BE49-F238E27FC236}">
                <a16:creationId xmlns:a16="http://schemas.microsoft.com/office/drawing/2014/main" id="{45234D2D-90D9-4152-BF13-2567B8DA0015}"/>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Medians: 13 / 11</a:t>
            </a:r>
          </a:p>
        </p:txBody>
      </p:sp>
      <p:sp>
        <p:nvSpPr>
          <p:cNvPr id="35" name="GP has a higher observed centre.&#10;&#10;MS has greater disper">
            <a:extLst xmlns:a="http://schemas.openxmlformats.org/drawingml/2006/main">
              <a:ext uri="{FF2B5EF4-FFF2-40B4-BE49-F238E27FC236}">
                <a16:creationId xmlns:a16="http://schemas.microsoft.com/office/drawing/2014/main" id="{F4BC86D6-DBBF-437E-B151-82C031914B73}"/>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GP has a higher observed centre.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MS has greater dispersion.</a:t>
            </a:r>
          </a:p>
        </p:txBody>
      </p:sp>
      <p:sp>
        <p:nvSpPr>
          <p:cNvPr id="36" name="Descriptive group differences do not identify a causal ">
            <a:extLst xmlns:a="http://schemas.openxmlformats.org/drawingml/2006/main">
              <a:ext uri="{FF2B5EF4-FFF2-40B4-BE49-F238E27FC236}">
                <a16:creationId xmlns:a16="http://schemas.microsoft.com/office/drawing/2014/main" id="{01739613-25CA-479C-BDED-78CECD899B3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Descriptive group differences do not identify a causal school effect.</a:t>
            </a:r>
          </a:p>
        </p:txBody>
      </p:sp>
    </p:spTree>
    <p:extLst>
      <p:ext uri="{BB962C8B-B14F-4D97-AF65-F5344CB8AC3E}">
        <p14:creationId xmlns:p14="http://schemas.microsoft.com/office/powerpoint/2010/main" val="5159334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67708FA-2322-4AED-B071-EF2283369CDB}"/>
              </a:ext>
            </a:extLst>
          </p:cNvPr>
          <p:cNvPicPr>
            <a:picLocks xmlns:a="http://schemas.openxmlformats.org/drawingml/2006/main" noChangeAspect="1"/>
          </p:cNvPicPr>
          <p:nvPr/>
        </p:nvPicPr>
        <p:blipFill>
          <a:blip xmlns:r="http://schemas.openxmlformats.org/officeDocument/2006/relationships" xmlns:a="http://schemas.openxmlformats.org/drawingml/2006/main" r:embed="R6866b9f74d064e0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6024ACC-862D-457F-8A62-4FC50F41421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 by study-time category</a:t>
            </a:r>
          </a:p>
        </p:txBody>
      </p:sp>
      <p:sp>
        <p:nvSpPr>
          <p:cNvPr id="3" name="Thin monochrome rule">
            <a:extLst xmlns:a="http://schemas.openxmlformats.org/drawingml/2006/main">
              <a:ext uri="{FF2B5EF4-FFF2-40B4-BE49-F238E27FC236}">
                <a16:creationId xmlns:a16="http://schemas.microsoft.com/office/drawing/2014/main" id="{D321449A-475E-46A7-9210-6AD349FE27B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14E1B57E-8592-4830-8824-45C5464FD64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5713CA7E-BEE7-49C7-9707-D8CDE6376F55}"/>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1d7188c196b54ba1"/>
          </a:graphicData>
        </a:graphic>
      </p:graphicFrame>
      <p:sp>
        <p:nvSpPr>
          <p:cNvPr id="6" name="Unequal groups">
            <a:extLst xmlns:a="http://schemas.openxmlformats.org/drawingml/2006/main">
              <a:ext uri="{FF2B5EF4-FFF2-40B4-BE49-F238E27FC236}">
                <a16:creationId xmlns:a16="http://schemas.microsoft.com/office/drawing/2014/main" id="{EAA9575D-AFD2-4B2B-82C6-1FED8447244B}"/>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Unequal groups</a:t>
            </a:r>
          </a:p>
        </p:txBody>
      </p:sp>
      <p:sp>
        <p:nvSpPr>
          <p:cNvPr id="7" name="Category codes represent intervals.&#10;&#10;Counts accompany m">
            <a:extLst xmlns:a="http://schemas.openxmlformats.org/drawingml/2006/main">
              <a:ext uri="{FF2B5EF4-FFF2-40B4-BE49-F238E27FC236}">
                <a16:creationId xmlns:a16="http://schemas.microsoft.com/office/drawing/2014/main" id="{CB7057D5-BBE9-42B5-B930-24ED7AC2DDF6}"/>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Category codes represent intervals.</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Counts accompany means.</a:t>
            </a:r>
          </a:p>
        </p:txBody>
      </p:sp>
      <p:sp>
        <p:nvSpPr>
          <p:cNvPr id="8" name="The positive association remains observational and pote">
            <a:extLst xmlns:a="http://schemas.openxmlformats.org/drawingml/2006/main">
              <a:ext uri="{FF2B5EF4-FFF2-40B4-BE49-F238E27FC236}">
                <a16:creationId xmlns:a16="http://schemas.microsoft.com/office/drawing/2014/main" id="{E9C40F74-144E-44AE-8FD6-A2A6D280F92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positive association remains observational and potentially confounded.</a:t>
            </a:r>
          </a:p>
        </p:txBody>
      </p:sp>
    </p:spTree>
    <p:extLst>
      <p:ext uri="{BB962C8B-B14F-4D97-AF65-F5344CB8AC3E}">
        <p14:creationId xmlns:p14="http://schemas.microsoft.com/office/powerpoint/2010/main" val="7122693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0132758-2618-4FD9-A5D4-30DEFBF38164}"/>
              </a:ext>
            </a:extLst>
          </p:cNvPr>
          <p:cNvPicPr>
            <a:picLocks xmlns:a="http://schemas.openxmlformats.org/drawingml/2006/main" noChangeAspect="1"/>
          </p:cNvPicPr>
          <p:nvPr/>
        </p:nvPicPr>
        <p:blipFill>
          <a:blip xmlns:r="http://schemas.openxmlformats.org/officeDocument/2006/relationships" xmlns:a="http://schemas.openxmlformats.org/drawingml/2006/main" r:embed="R9ea809ee7d6c4a7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EF7F405-F1BE-40A8-9E1A-1EA01C215B6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Performance-band proportions</a:t>
            </a:r>
          </a:p>
        </p:txBody>
      </p:sp>
      <p:sp>
        <p:nvSpPr>
          <p:cNvPr id="3" name="Thin monochrome rule">
            <a:extLst xmlns:a="http://schemas.openxmlformats.org/drawingml/2006/main">
              <a:ext uri="{FF2B5EF4-FFF2-40B4-BE49-F238E27FC236}">
                <a16:creationId xmlns:a16="http://schemas.microsoft.com/office/drawing/2014/main" id="{EF1EAA9F-0C29-4572-9E45-7B5F21AAEEF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6842534F-97AD-417D-8A55-A2001B63EDA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932AF5CC-DC8D-44FC-8165-6E41BB361F48}"/>
              </a:ext>
            </a:extLst>
          </p:cNvPr>
          <p:cNvGraphicFramePr/>
          <p:nvPr/>
        </p:nvGraphicFramePr>
        <p:xfrm>
          <a:off xmlns:a="http://schemas.openxmlformats.org/drawingml/2006/main" x="762000" y="166687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c1fae50a237f41e8"/>
          </a:graphicData>
        </a:graphic>
      </p:graphicFrame>
      <p:sp>
        <p:nvSpPr>
          <p:cNvPr id="6" name="Largest band: 10–14">
            <a:extLst xmlns:a="http://schemas.openxmlformats.org/drawingml/2006/main">
              <a:ext uri="{FF2B5EF4-FFF2-40B4-BE49-F238E27FC236}">
                <a16:creationId xmlns:a16="http://schemas.microsoft.com/office/drawing/2014/main" id="{ACF40EE4-B29B-4DCD-94FE-C259BB62F5F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Largest band: 10–14</a:t>
            </a:r>
          </a:p>
        </p:txBody>
      </p:sp>
      <p:sp>
        <p:nvSpPr>
          <p:cNvPr id="7" name="0–9: 100&#10;15.41%&#10;&#10;10–14: 418&#10;64.41%&#10;&#10;15–20: 131&#10;20.18%">
            <a:extLst xmlns:a="http://schemas.openxmlformats.org/drawingml/2006/main">
              <a:ext uri="{FF2B5EF4-FFF2-40B4-BE49-F238E27FC236}">
                <a16:creationId xmlns:a16="http://schemas.microsoft.com/office/drawing/2014/main" id="{358533CD-B5BB-44C9-8115-F6943DFCE72E}"/>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0–9: 100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10–14: 418</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64.41%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15–20: 131</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20.18%</a:t>
            </a:r>
          </a:p>
        </p:txBody>
      </p:sp>
      <p:sp>
        <p:nvSpPr>
          <p:cNvPr id="8" name="The bands are analyst-defined descriptions, not an offi">
            <a:extLst xmlns:a="http://schemas.openxmlformats.org/drawingml/2006/main">
              <a:ext uri="{FF2B5EF4-FFF2-40B4-BE49-F238E27FC236}">
                <a16:creationId xmlns:a16="http://schemas.microsoft.com/office/drawing/2014/main" id="{ACD5664C-12EE-43B1-8C84-747EBDD7826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bands are analyst-defined descriptions, not an official grading classification.</a:t>
            </a:r>
          </a:p>
        </p:txBody>
      </p:sp>
    </p:spTree>
    <p:extLst>
      <p:ext uri="{BB962C8B-B14F-4D97-AF65-F5344CB8AC3E}">
        <p14:creationId xmlns:p14="http://schemas.microsoft.com/office/powerpoint/2010/main" val="17555112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D320FCD-0457-41F8-8546-17F127F3B77B}"/>
              </a:ext>
            </a:extLst>
          </p:cNvPr>
          <p:cNvPicPr>
            <a:picLocks xmlns:a="http://schemas.openxmlformats.org/drawingml/2006/main" noChangeAspect="1"/>
          </p:cNvPicPr>
          <p:nvPr/>
        </p:nvPicPr>
        <p:blipFill>
          <a:blip xmlns:r="http://schemas.openxmlformats.org/officeDocument/2006/relationships" xmlns:a="http://schemas.openxmlformats.org/drawingml/2006/main" r:embed="R94472705b49e49e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16B7D2E-63A4-47A0-9675-D106F2CCEF6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Earlier and final grades</a:t>
            </a:r>
          </a:p>
        </p:txBody>
      </p:sp>
      <p:sp>
        <p:nvSpPr>
          <p:cNvPr id="3" name="Thin monochrome rule">
            <a:extLst xmlns:a="http://schemas.openxmlformats.org/drawingml/2006/main">
              <a:ext uri="{FF2B5EF4-FFF2-40B4-BE49-F238E27FC236}">
                <a16:creationId xmlns:a16="http://schemas.microsoft.com/office/drawing/2014/main" id="{9FB2083C-FD40-4FF3-8D5B-AA692DA0381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715BBA5D-9022-4567-89E1-ED37553474B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graphicFrame>
        <p:nvGraphicFramePr>
          <p:cNvPr id="5" name="Chart">
            <a:extLst xmlns:a="http://schemas.openxmlformats.org/drawingml/2006/main">
              <a:ext uri="{FF2B5EF4-FFF2-40B4-BE49-F238E27FC236}">
                <a16:creationId xmlns:a16="http://schemas.microsoft.com/office/drawing/2014/main" id="{19E4B227-52CE-4EE9-9D5C-59664566727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0e8be5b9c79f46d7"/>
          </a:graphicData>
        </a:graphic>
      </p:graphicFrame>
      <p:sp>
        <p:nvSpPr>
          <p:cNvPr id="6" name="ρ = 0.9445">
            <a:extLst xmlns:a="http://schemas.openxmlformats.org/drawingml/2006/main">
              <a:ext uri="{FF2B5EF4-FFF2-40B4-BE49-F238E27FC236}">
                <a16:creationId xmlns:a16="http://schemas.microsoft.com/office/drawing/2014/main" id="{A42853D0-C9D6-4205-94CE-D0A0ECAA52A6}"/>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0.9445</a:t>
            </a:r>
          </a:p>
        </p:txBody>
      </p:sp>
      <p:sp>
        <p:nvSpPr>
          <p:cNvPr id="7" name="Pearson r = 0.9185&#10;&#10;Related assessments at different pe">
            <a:extLst xmlns:a="http://schemas.openxmlformats.org/drawingml/2006/main">
              <a:ext uri="{FF2B5EF4-FFF2-40B4-BE49-F238E27FC236}">
                <a16:creationId xmlns:a16="http://schemas.microsoft.com/office/drawing/2014/main" id="{1DFA50B5-2024-4EF4-B110-3BF9DAA582F2}"/>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Pearson r = 0.9185</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Related assessments at different periods</a:t>
            </a:r>
          </a:p>
        </p:txBody>
      </p:sp>
      <p:sp>
        <p:nvSpPr>
          <p:cNvPr id="8" name="The fitted line describes the observations; it is not a">
            <a:extLst xmlns:a="http://schemas.openxmlformats.org/drawingml/2006/main">
              <a:ext uri="{FF2B5EF4-FFF2-40B4-BE49-F238E27FC236}">
                <a16:creationId xmlns:a16="http://schemas.microsoft.com/office/drawing/2014/main" id="{D7306522-773B-4AE2-ABF5-2B96B8F02E1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fitted line describes the observations; it is not a validated forecasting model.</a:t>
            </a:r>
          </a:p>
        </p:txBody>
      </p:sp>
    </p:spTree>
    <p:extLst>
      <p:ext uri="{BB962C8B-B14F-4D97-AF65-F5344CB8AC3E}">
        <p14:creationId xmlns:p14="http://schemas.microsoft.com/office/powerpoint/2010/main" val="20424184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F1916C9-4C4B-4590-B442-470F5DEDEDB4}"/>
              </a:ext>
            </a:extLst>
          </p:cNvPr>
          <p:cNvPicPr>
            <a:picLocks xmlns:a="http://schemas.openxmlformats.org/drawingml/2006/main" noChangeAspect="1"/>
          </p:cNvPicPr>
          <p:nvPr/>
        </p:nvPicPr>
        <p:blipFill>
          <a:blip xmlns:r="http://schemas.openxmlformats.org/officeDocument/2006/relationships" xmlns:a="http://schemas.openxmlformats.org/drawingml/2006/main" r:embed="Ra52c97ab879d493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CD6C70F-3518-447F-98FD-EB64F8048B5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Matplotlib core from Python structures</a:t>
            </a:r>
          </a:p>
        </p:txBody>
      </p:sp>
      <p:sp>
        <p:nvSpPr>
          <p:cNvPr id="3" name="Thin monochrome rule">
            <a:extLst xmlns:a="http://schemas.openxmlformats.org/drawingml/2006/main">
              <a:ext uri="{FF2B5EF4-FFF2-40B4-BE49-F238E27FC236}">
                <a16:creationId xmlns:a16="http://schemas.microsoft.com/office/drawing/2014/main" id="{807E552A-C795-426E-AB67-214E8940798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39812EA7-3960-45C4-989F-A2E8C9D230D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graphicFrame>
        <p:nvGraphicFramePr>
          <p:cNvPr id="5" name="Chart">
            <a:extLst xmlns:a="http://schemas.openxmlformats.org/drawingml/2006/main">
              <a:ext uri="{FF2B5EF4-FFF2-40B4-BE49-F238E27FC236}">
                <a16:creationId xmlns:a16="http://schemas.microsoft.com/office/drawing/2014/main" id="{04978294-AFEA-46A6-8CDC-4E63D76DA3D3}"/>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861171ed98944af0"/>
          </a:graphicData>
        </a:graphic>
      </p:graphicFrame>
      <p:sp>
        <p:nvSpPr>
          <p:cNvPr id="6" name="List + dictionary">
            <a:extLst xmlns:a="http://schemas.openxmlformats.org/drawingml/2006/main">
              <a:ext uri="{FF2B5EF4-FFF2-40B4-BE49-F238E27FC236}">
                <a16:creationId xmlns:a16="http://schemas.microsoft.com/office/drawing/2014/main" id="{6FA4BD45-962E-459B-B9C3-9E8A595A9AE0}"/>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List + dictionary</a:t>
            </a:r>
          </a:p>
        </p:txBody>
      </p:sp>
      <p:sp>
        <p:nvSpPr>
          <p:cNvPr id="7" name="Only Matplotlib plots the notebook demonstration.&#10;&#10;Five">
            <a:extLst xmlns:a="http://schemas.openxmlformats.org/drawingml/2006/main">
              <a:ext uri="{FF2B5EF4-FFF2-40B4-BE49-F238E27FC236}">
                <a16:creationId xmlns:a16="http://schemas.microsoft.com/office/drawing/2014/main" id="{BF5580E4-C941-432E-A1CA-75763FCDCCB4}"/>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Only Matplotlib plots the notebook demonstration.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Five records illustrate mechanics.</a:t>
            </a:r>
          </a:p>
        </p:txBody>
      </p:sp>
      <p:sp>
        <p:nvSpPr>
          <p:cNvPr id="8" name="This small example is not a random sample or a populati">
            <a:extLst xmlns:a="http://schemas.openxmlformats.org/drawingml/2006/main">
              <a:ext uri="{FF2B5EF4-FFF2-40B4-BE49-F238E27FC236}">
                <a16:creationId xmlns:a16="http://schemas.microsoft.com/office/drawing/2014/main" id="{322B85BD-CBF6-4706-8E95-9032DBBB615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small example is not a random sample or a population trend.</a:t>
            </a:r>
          </a:p>
        </p:txBody>
      </p:sp>
    </p:spTree>
    <p:extLst>
      <p:ext uri="{BB962C8B-B14F-4D97-AF65-F5344CB8AC3E}">
        <p14:creationId xmlns:p14="http://schemas.microsoft.com/office/powerpoint/2010/main" val="16400836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5328836-88B0-4613-B758-959FAC360EF1}"/>
              </a:ext>
            </a:extLst>
          </p:cNvPr>
          <p:cNvPicPr>
            <a:picLocks xmlns:a="http://schemas.openxmlformats.org/drawingml/2006/main" noChangeAspect="1"/>
          </p:cNvPicPr>
          <p:nvPr/>
        </p:nvPicPr>
        <p:blipFill>
          <a:blip xmlns:r="http://schemas.openxmlformats.org/officeDocument/2006/relationships" xmlns:a="http://schemas.openxmlformats.org/drawingml/2006/main" r:embed="R3aa9efde307a466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57FC0E4-3EE3-48F2-A714-B88F62A28A6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Comprehensive report and extreme records</a:t>
            </a:r>
          </a:p>
        </p:txBody>
      </p:sp>
      <p:sp>
        <p:nvSpPr>
          <p:cNvPr id="3" name="Thin monochrome rule">
            <a:extLst xmlns:a="http://schemas.openxmlformats.org/drawingml/2006/main">
              <a:ext uri="{FF2B5EF4-FFF2-40B4-BE49-F238E27FC236}">
                <a16:creationId xmlns:a16="http://schemas.microsoft.com/office/drawing/2014/main" id="{B735D019-284B-4BAE-BC10-21C90F304B6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5F42393A-34BC-4655-93D1-005A5C81A6A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080681BC-203F-4966-9071-3BD06B2B828B}"/>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firstRow="0" bandRow="0"/>
              <a:tblGrid>
                <a:gridCol w="4485033"/>
                <a:gridCol w="2360543"/>
                <a:gridCol w="4012924"/>
              </a:tblGrid>
              <a:tr h="523875">
                <a:tc>
                  <a:txBody>
                    <a:bodyPr wrap="square" lIns="85725" tIns="85725" rIns="85725" bIns="85725">
                      <a:noAutofit/>
                    </a:bodyPr>
                    <a:lstStyle/>
                    <a:p>
                      <a:pPr algn="l"/>
                      <a:r>
                        <a:rPr sz="2100" b="1">
                          <a:solidFill>
                            <a:srgbClr val="000000"/>
                          </a:solidFill>
                          <a:latin typeface="Arial"/>
                          <a:ea typeface="Arial"/>
                          <a:cs typeface="Arial"/>
                        </a:rPr>
                        <a:t>Summary item</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Count</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Share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records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33 original + 4 derived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0–9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15.41%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10–14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15–20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131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20.18%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op/bottom: exactly ten rows; original source order res">
            <a:extLst xmlns:a="http://schemas.openxmlformats.org/drawingml/2006/main">
              <a:ext uri="{FF2B5EF4-FFF2-40B4-BE49-F238E27FC236}">
                <a16:creationId xmlns:a16="http://schemas.microsoft.com/office/drawing/2014/main" id="{A29FE3F6-384D-40C6-BF68-0B02D1B8370D}"/>
              </a:ext>
            </a:extLst>
          </p:cNvPr>
          <p:cNvSpPr>
            <a:spLocks xmlns:a="http://schemas.openxmlformats.org/drawingml/2006/main" noGrp="1"/>
          </p:cNvSpPr>
          <p:nvPr/>
        </p:nvSpPr>
        <p:spPr>
          <a:xfrm xmlns:a="http://schemas.openxmlformats.org/drawingml/2006/main">
            <a:off x="76200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Top/bottom: exactly ten rows; original source order resolves ties.</a:t>
            </a:r>
          </a:p>
        </p:txBody>
      </p:sp>
      <p:sp>
        <p:nvSpPr>
          <p:cNvPr id="7" name="Complete rows and all columns are preserved in the note">
            <a:extLst xmlns:a="http://schemas.openxmlformats.org/drawingml/2006/main">
              <a:ext uri="{FF2B5EF4-FFF2-40B4-BE49-F238E27FC236}">
                <a16:creationId xmlns:a16="http://schemas.microsoft.com/office/drawing/2014/main" id="{80182681-E3F8-46D6-9A76-53D6A7FB8E4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Complete rows and all columns are preserved in the notebook and CSV exports.</a:t>
            </a:r>
          </a:p>
        </p:txBody>
      </p:sp>
    </p:spTree>
    <p:extLst>
      <p:ext uri="{BB962C8B-B14F-4D97-AF65-F5344CB8AC3E}">
        <p14:creationId xmlns:p14="http://schemas.microsoft.com/office/powerpoint/2010/main" val="20286962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DF3FC31-EBFC-45FB-8F75-EAA8DBF0B105}"/>
              </a:ext>
            </a:extLst>
          </p:cNvPr>
          <p:cNvPicPr>
            <a:picLocks xmlns:a="http://schemas.openxmlformats.org/drawingml/2006/main" noChangeAspect="1"/>
          </p:cNvPicPr>
          <p:nvPr/>
        </p:nvPicPr>
        <p:blipFill>
          <a:blip xmlns:r="http://schemas.openxmlformats.org/officeDocument/2006/relationships" xmlns:a="http://schemas.openxmlformats.org/drawingml/2006/main" r:embed="R9bb922b7498b4b2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B96A948-13E8-4305-B0C2-5E3E1F37B4D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Code demonstration</a:t>
            </a:r>
          </a:p>
        </p:txBody>
      </p:sp>
      <p:sp>
        <p:nvSpPr>
          <p:cNvPr id="3" name="Thin monochrome rule">
            <a:extLst xmlns:a="http://schemas.openxmlformats.org/drawingml/2006/main">
              <a:ext uri="{FF2B5EF4-FFF2-40B4-BE49-F238E27FC236}">
                <a16:creationId xmlns:a16="http://schemas.microsoft.com/office/drawing/2014/main" id="{33E0BF93-BC11-43D3-9054-14AC18A8614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6AD822D5-CC3C-4D01-A648-5B7C9891993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01">
            <a:extLst xmlns:a="http://schemas.openxmlformats.org/drawingml/2006/main">
              <a:ext uri="{FF2B5EF4-FFF2-40B4-BE49-F238E27FC236}">
                <a16:creationId xmlns:a16="http://schemas.microsoft.com/office/drawing/2014/main" id="{85DEDF40-4981-42F6-A5EA-3C66FEC97F32}"/>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Show the same 32-cell mask and both treatment branches.">
            <a:extLst xmlns:a="http://schemas.openxmlformats.org/drawingml/2006/main">
              <a:ext uri="{FF2B5EF4-FFF2-40B4-BE49-F238E27FC236}">
                <a16:creationId xmlns:a16="http://schemas.microsoft.com/office/drawing/2014/main" id="{2E3D0072-1822-452F-8424-6FA7FC8BF206}"/>
              </a:ext>
            </a:extLst>
          </p:cNvPr>
          <p:cNvSpPr>
            <a:spLocks xmlns:a="http://schemas.openxmlformats.org/drawingml/2006/main" noGrp="1"/>
          </p:cNvSpPr>
          <p:nvPr/>
        </p:nvSpPr>
        <p:spPr>
          <a:xfrm xmlns:a="http://schemas.openxmlformats.org/drawingml/2006/main">
            <a:off x="1571625" y="17145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the same 32-cell mask and both treatment branches.</a:t>
            </a:r>
          </a:p>
        </p:txBody>
      </p:sp>
      <p:sp>
        <p:nvSpPr>
          <p:cNvPr id="7" name="02">
            <a:extLst xmlns:a="http://schemas.openxmlformats.org/drawingml/2006/main">
              <a:ext uri="{FF2B5EF4-FFF2-40B4-BE49-F238E27FC236}">
                <a16:creationId xmlns:a16="http://schemas.microsoft.com/office/drawing/2014/main" id="{D286BDD1-B032-48EA-B998-9FD77F511505}"/>
              </a:ext>
            </a:extLst>
          </p:cNvPr>
          <p:cNvSpPr>
            <a:spLocks xmlns:a="http://schemas.openxmlformats.org/drawingml/2006/main" noGrp="1"/>
          </p:cNvSpPr>
          <p:nvPr/>
        </p:nvSpPr>
        <p:spPr>
          <a:xfrm xmlns:a="http://schemas.openxmlformats.org/drawingml/2006/main">
            <a:off x="762000" y="27432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insert(), grouped statistics and transform().">
            <a:extLst xmlns:a="http://schemas.openxmlformats.org/drawingml/2006/main">
              <a:ext uri="{FF2B5EF4-FFF2-40B4-BE49-F238E27FC236}">
                <a16:creationId xmlns:a16="http://schemas.microsoft.com/office/drawing/2014/main" id="{63819E7F-904B-40F1-8E36-E3B5DAC8046A}"/>
              </a:ext>
            </a:extLst>
          </p:cNvPr>
          <p:cNvSpPr>
            <a:spLocks xmlns:a="http://schemas.openxmlformats.org/drawingml/2006/main" noGrp="1"/>
          </p:cNvSpPr>
          <p:nvPr/>
        </p:nvSpPr>
        <p:spPr>
          <a:xfrm xmlns:a="http://schemas.openxmlformats.org/drawingml/2006/main">
            <a:off x="1571625" y="27432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insert(), grouped statistics and transform().</a:t>
            </a:r>
          </a:p>
        </p:txBody>
      </p:sp>
      <p:sp>
        <p:nvSpPr>
          <p:cNvPr id="9" name="03">
            <a:extLst xmlns:a="http://schemas.openxmlformats.org/drawingml/2006/main">
              <a:ext uri="{FF2B5EF4-FFF2-40B4-BE49-F238E27FC236}">
                <a16:creationId xmlns:a16="http://schemas.microsoft.com/office/drawing/2014/main" id="{E70684EC-1F70-4660-8C9B-AA2DDB97749D}"/>
              </a:ext>
            </a:extLst>
          </p:cNvPr>
          <p:cNvSpPr>
            <a:spLocks xmlns:a="http://schemas.openxmlformats.org/drawingml/2006/main" noGrp="1"/>
          </p:cNvSpPr>
          <p:nvPr/>
        </p:nvSpPr>
        <p:spPr>
          <a:xfrm xmlns:a="http://schemas.openxmlformats.org/drawingml/2006/main">
            <a:off x="762000" y="3771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Call comprehensive_report(df) and inspect complete top/">
            <a:extLst xmlns:a="http://schemas.openxmlformats.org/drawingml/2006/main">
              <a:ext uri="{FF2B5EF4-FFF2-40B4-BE49-F238E27FC236}">
                <a16:creationId xmlns:a16="http://schemas.microsoft.com/office/drawing/2014/main" id="{DFBFC101-16ED-4898-91FA-C1750BC47E20}"/>
              </a:ext>
            </a:extLst>
          </p:cNvPr>
          <p:cNvSpPr>
            <a:spLocks xmlns:a="http://schemas.openxmlformats.org/drawingml/2006/main" noGrp="1"/>
          </p:cNvSpPr>
          <p:nvPr/>
        </p:nvSpPr>
        <p:spPr>
          <a:xfrm xmlns:a="http://schemas.openxmlformats.org/drawingml/2006/main">
            <a:off x="1571625" y="37719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Call comprehensive_report(df) and inspect complete top/bottom rows.</a:t>
            </a:r>
          </a:p>
        </p:txBody>
      </p:sp>
      <p:sp>
        <p:nvSpPr>
          <p:cNvPr id="11" name="04">
            <a:extLst xmlns:a="http://schemas.openxmlformats.org/drawingml/2006/main">
              <a:ext uri="{FF2B5EF4-FFF2-40B4-BE49-F238E27FC236}">
                <a16:creationId xmlns:a16="http://schemas.microsoft.com/office/drawing/2014/main" id="{D396E116-44FC-4342-BB65-408A79D9E804}"/>
              </a:ext>
            </a:extLst>
          </p:cNvPr>
          <p:cNvSpPr>
            <a:spLocks xmlns:a="http://schemas.openxmlformats.org/drawingml/2006/main" noGrp="1"/>
          </p:cNvSpPr>
          <p:nvPr/>
        </p:nvSpPr>
        <p:spPr>
          <a:xfrm xmlns:a="http://schemas.openxmlformats.org/drawingml/2006/main">
            <a:off x="762000" y="4800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Use the executed notebook if live execution fails.">
            <a:extLst xmlns:a="http://schemas.openxmlformats.org/drawingml/2006/main">
              <a:ext uri="{FF2B5EF4-FFF2-40B4-BE49-F238E27FC236}">
                <a16:creationId xmlns:a16="http://schemas.microsoft.com/office/drawing/2014/main" id="{221EE6B3-E9EE-4C49-94B5-DD62BCC4E7DE}"/>
              </a:ext>
            </a:extLst>
          </p:cNvPr>
          <p:cNvSpPr>
            <a:spLocks xmlns:a="http://schemas.openxmlformats.org/drawingml/2006/main" noGrp="1"/>
          </p:cNvSpPr>
          <p:nvPr/>
        </p:nvSpPr>
        <p:spPr>
          <a:xfrm xmlns:a="http://schemas.openxmlformats.org/drawingml/2006/main">
            <a:off x="1571625" y="48006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Use the executed notebook if live execution fails.</a:t>
            </a:r>
          </a:p>
        </p:txBody>
      </p:sp>
    </p:spTree>
    <p:extLst>
      <p:ext uri="{BB962C8B-B14F-4D97-AF65-F5344CB8AC3E}">
        <p14:creationId xmlns:p14="http://schemas.microsoft.com/office/powerpoint/2010/main" val="186272612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577EB31-857E-41E0-A0A1-8CD4C6C317B9}"/>
              </a:ext>
            </a:extLst>
          </p:cNvPr>
          <p:cNvPicPr>
            <a:picLocks xmlns:a="http://schemas.openxmlformats.org/drawingml/2006/main" noChangeAspect="1"/>
          </p:cNvPicPr>
          <p:nvPr/>
        </p:nvPicPr>
        <p:blipFill>
          <a:blip xmlns:r="http://schemas.openxmlformats.org/officeDocument/2006/relationships" xmlns:a="http://schemas.openxmlformats.org/drawingml/2006/main" r:embed="R9c75755de839423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EFCA3BD-6ECA-4A80-8203-6284F2A7620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77082FC4-A742-4026-8A93-6ABF47F3861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0">
            <a:extLst xmlns:a="http://schemas.openxmlformats.org/drawingml/2006/main">
              <a:ext uri="{FF2B5EF4-FFF2-40B4-BE49-F238E27FC236}">
                <a16:creationId xmlns:a16="http://schemas.microsoft.com/office/drawing/2014/main" id="{B6D7C361-F1A5-44B8-9291-B81C21C1EBD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20</a:t>
            </a:r>
          </a:p>
        </p:txBody>
      </p:sp>
      <p:sp>
        <p:nvSpPr>
          <p:cNvPr id="5" name="Observed findings">
            <a:extLst xmlns:a="http://schemas.openxmlformats.org/drawingml/2006/main">
              <a:ext uri="{FF2B5EF4-FFF2-40B4-BE49-F238E27FC236}">
                <a16:creationId xmlns:a16="http://schemas.microsoft.com/office/drawing/2014/main" id="{4981725C-33AF-49CC-90EC-3F8E98823445}"/>
              </a:ext>
            </a:extLst>
          </p:cNvPr>
          <p:cNvSpPr>
            <a:spLocks xmlns:a="http://schemas.openxmlformats.org/drawingml/2006/main" noGrp="1"/>
          </p:cNvSpPr>
          <p:nvPr/>
        </p:nvSpPr>
        <p:spPr>
          <a:xfrm xmlns:a="http://schemas.openxmlformats.org/drawingml/2006/main">
            <a:off x="762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Observed findings</a:t>
            </a:r>
          </a:p>
        </p:txBody>
      </p:sp>
      <p:sp>
        <p:nvSpPr>
          <p:cNvPr id="6" name="Final grade mean: 11.91&#10;&#10;G2 association: ρ = 0.9445&#10;&#10;St">
            <a:extLst xmlns:a="http://schemas.openxmlformats.org/drawingml/2006/main">
              <a:ext uri="{FF2B5EF4-FFF2-40B4-BE49-F238E27FC236}">
                <a16:creationId xmlns:a16="http://schemas.microsoft.com/office/drawing/2014/main" id="{E9B5246B-32D0-434C-94F4-78CA5CD467DA}"/>
              </a:ext>
            </a:extLst>
          </p:cNvPr>
          <p:cNvSpPr>
            <a:spLocks xmlns:a="http://schemas.openxmlformats.org/drawingml/2006/main" noGrp="1"/>
          </p:cNvSpPr>
          <p:nvPr/>
        </p:nvSpPr>
        <p:spPr>
          <a:xfrm xmlns:a="http://schemas.openxmlformats.org/drawingml/2006/main">
            <a:off x="762000" y="242887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Final grade mean: 11.91</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G2 association: ρ = 0.9445</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Strongest examined contextual rank association: failures</a:t>
            </a:r>
          </a:p>
        </p:txBody>
      </p:sp>
      <p:sp>
        <p:nvSpPr>
          <p:cNvPr id="7" name="Thin monochrome rule">
            <a:extLst xmlns:a="http://schemas.openxmlformats.org/drawingml/2006/main">
              <a:ext uri="{FF2B5EF4-FFF2-40B4-BE49-F238E27FC236}">
                <a16:creationId xmlns:a16="http://schemas.microsoft.com/office/drawing/2014/main" id="{0D7A9819-0244-4B90-A096-FB9A79A7A1C3}"/>
              </a:ext>
            </a:extLst>
          </p:cNvPr>
          <p:cNvSpPr>
            <a:spLocks xmlns:a="http://schemas.openxmlformats.org/drawingml/2006/main" noGrp="1"/>
          </p:cNvSpPr>
          <p:nvPr/>
        </p:nvSpPr>
        <p:spPr>
          <a:xfrm xmlns:a="http://schemas.openxmlformats.org/drawingml/2006/main">
            <a:off x="6191250" y="1762125"/>
            <a:ext cx="14288" cy="37623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Interpretation limits">
            <a:extLst xmlns:a="http://schemas.openxmlformats.org/drawingml/2006/main">
              <a:ext uri="{FF2B5EF4-FFF2-40B4-BE49-F238E27FC236}">
                <a16:creationId xmlns:a16="http://schemas.microsoft.com/office/drawing/2014/main" id="{018245CE-0103-40D4-A97B-631EC40C5EE4}"/>
              </a:ext>
            </a:extLst>
          </p:cNvPr>
          <p:cNvSpPr>
            <a:spLocks xmlns:a="http://schemas.openxmlformats.org/drawingml/2006/main" noGrp="1"/>
          </p:cNvSpPr>
          <p:nvPr/>
        </p:nvSpPr>
        <p:spPr>
          <a:xfrm xmlns:a="http://schemas.openxmlformats.org/drawingml/2006/main">
            <a:off x="676275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Interpretation limits</a:t>
            </a:r>
          </a:p>
        </p:txBody>
      </p:sp>
      <p:sp>
        <p:nvSpPr>
          <p:cNvPr id="9" name="Two schools and one subject&#10;&#10;Ordinal coding and unequal">
            <a:extLst xmlns:a="http://schemas.openxmlformats.org/drawingml/2006/main">
              <a:ext uri="{FF2B5EF4-FFF2-40B4-BE49-F238E27FC236}">
                <a16:creationId xmlns:a16="http://schemas.microsoft.com/office/drawing/2014/main" id="{16532803-C475-4E82-AE23-018D6D0F5286}"/>
              </a:ext>
            </a:extLst>
          </p:cNvPr>
          <p:cNvSpPr>
            <a:spLocks xmlns:a="http://schemas.openxmlformats.org/drawingml/2006/main" noGrp="1"/>
          </p:cNvSpPr>
          <p:nvPr/>
        </p:nvSpPr>
        <p:spPr>
          <a:xfrm xmlns:a="http://schemas.openxmlformats.org/drawingml/2006/main">
            <a:off x="6762750" y="242887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Two schools and one subject</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Ordinal coding and unequal groups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Unadjusted observational associations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One MCAR simulation</a:t>
            </a:r>
          </a:p>
        </p:txBody>
      </p:sp>
    </p:spTree>
    <p:extLst>
      <p:ext uri="{BB962C8B-B14F-4D97-AF65-F5344CB8AC3E}">
        <p14:creationId xmlns:p14="http://schemas.microsoft.com/office/powerpoint/2010/main" val="102623726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508AC77-53AC-4E9B-B57D-03FEC1112355}"/>
              </a:ext>
            </a:extLst>
          </p:cNvPr>
          <p:cNvPicPr>
            <a:picLocks xmlns:a="http://schemas.openxmlformats.org/drawingml/2006/main" noChangeAspect="1"/>
          </p:cNvPicPr>
          <p:nvPr/>
        </p:nvPicPr>
        <p:blipFill>
          <a:blip xmlns:r="http://schemas.openxmlformats.org/officeDocument/2006/relationships" xmlns:a="http://schemas.openxmlformats.org/drawingml/2006/main" r:embed="Rc3605bc6c9d043d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C92ED78-B325-4DE7-89D4-35C5BFCACF9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28B7EC0B-8747-416B-9F2E-8B8F47C3640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1">
            <a:extLst xmlns:a="http://schemas.openxmlformats.org/drawingml/2006/main">
              <a:ext uri="{FF2B5EF4-FFF2-40B4-BE49-F238E27FC236}">
                <a16:creationId xmlns:a16="http://schemas.microsoft.com/office/drawing/2014/main" id="{35ABECD7-9002-412C-A252-9978616CBE3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21</a:t>
            </a:r>
          </a:p>
        </p:txBody>
      </p:sp>
      <p:sp>
        <p:nvSpPr>
          <p:cNvPr id="5" name="Cortez (2008). Student Performance. UCI Machine Learnin">
            <a:extLst xmlns:a="http://schemas.openxmlformats.org/drawingml/2006/main">
              <a:ext uri="{FF2B5EF4-FFF2-40B4-BE49-F238E27FC236}">
                <a16:creationId xmlns:a16="http://schemas.microsoft.com/office/drawing/2014/main" id="{D59E2C5B-9DB8-4162-8FF7-7869737F49BC}"/>
              </a:ext>
            </a:extLst>
          </p:cNvPr>
          <p:cNvSpPr>
            <a:spLocks xmlns:a="http://schemas.openxmlformats.org/drawingml/2006/main" noGrp="1"/>
          </p:cNvSpPr>
          <p:nvPr/>
        </p:nvSpPr>
        <p:spPr>
          <a:xfrm xmlns:a="http://schemas.openxmlformats.org/drawingml/2006/main">
            <a:off x="762000" y="1809750"/>
            <a:ext cx="106680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Cortez (2008). Student Performance. UCI Machine Learning Repository.</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https://doi.org/10.24432/C5TG7T</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Pandas documentation  https://pandas.pydata.org/docs/</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Seaborn API  https://seaborn.pydata.org/api.html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Matplotlib documentation  https://matplotlib.org/stable/</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NumPy documentation  https://numpy.org/doc/</a:t>
            </a:r>
          </a:p>
        </p:txBody>
      </p:sp>
      <p:sp>
        <p:nvSpPr>
          <p:cNvPr id="6" name="The dataset is reused under CC BY 4.0 with attribution.">
            <a:extLst xmlns:a="http://schemas.openxmlformats.org/drawingml/2006/main">
              <a:ext uri="{FF2B5EF4-FFF2-40B4-BE49-F238E27FC236}">
                <a16:creationId xmlns:a16="http://schemas.microsoft.com/office/drawing/2014/main" id="{F4BF60D0-3C01-47C5-BF38-65E0F583CBD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dataset is reused under CC BY 4.0 with attribution.</a:t>
            </a:r>
          </a:p>
        </p:txBody>
      </p:sp>
    </p:spTree>
    <p:extLst>
      <p:ext uri="{BB962C8B-B14F-4D97-AF65-F5344CB8AC3E}">
        <p14:creationId xmlns:p14="http://schemas.microsoft.com/office/powerpoint/2010/main" val="184115289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ECF9BEA-5985-4DDD-AF44-0D1B0C6B6DE1}"/>
              </a:ext>
            </a:extLst>
          </p:cNvPr>
          <p:cNvPicPr>
            <a:picLocks xmlns:a="http://schemas.openxmlformats.org/drawingml/2006/main" noChangeAspect="1"/>
          </p:cNvPicPr>
          <p:nvPr/>
        </p:nvPicPr>
        <p:blipFill>
          <a:blip xmlns:r="http://schemas.openxmlformats.org/officeDocument/2006/relationships" xmlns:a="http://schemas.openxmlformats.org/drawingml/2006/main" r:embed="R86edda84c0fe478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DCA2D6C-0E64-452B-982F-F75567B3436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Questions and discussion</a:t>
            </a:r>
          </a:p>
        </p:txBody>
      </p:sp>
      <p:sp>
        <p:nvSpPr>
          <p:cNvPr id="3" name="Thin monochrome rule">
            <a:extLst xmlns:a="http://schemas.openxmlformats.org/drawingml/2006/main">
              <a:ext uri="{FF2B5EF4-FFF2-40B4-BE49-F238E27FC236}">
                <a16:creationId xmlns:a16="http://schemas.microsoft.com/office/drawing/2014/main" id="{0404FC00-B887-4903-8524-CECC00DA7B8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2">
            <a:extLst xmlns:a="http://schemas.openxmlformats.org/drawingml/2006/main">
              <a:ext uri="{FF2B5EF4-FFF2-40B4-BE49-F238E27FC236}">
                <a16:creationId xmlns:a16="http://schemas.microsoft.com/office/drawing/2014/main" id="{85945C4D-C554-43D8-B78A-F25B0378C37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22</a:t>
            </a:r>
          </a:p>
        </p:txBody>
      </p:sp>
      <p:sp>
        <p:nvSpPr>
          <p:cNvPr id="5" name="Questions">
            <a:extLst xmlns:a="http://schemas.openxmlformats.org/drawingml/2006/main">
              <a:ext uri="{FF2B5EF4-FFF2-40B4-BE49-F238E27FC236}">
                <a16:creationId xmlns:a16="http://schemas.microsoft.com/office/drawing/2014/main" id="{2C2F2344-3F9A-41FB-8C82-7A0CF3848F98}"/>
              </a:ext>
            </a:extLst>
          </p:cNvPr>
          <p:cNvSpPr>
            <a:spLocks xmlns:a="http://schemas.openxmlformats.org/drawingml/2006/main" noGrp="1"/>
          </p:cNvSpPr>
          <p:nvPr/>
        </p:nvSpPr>
        <p:spPr>
          <a:xfrm xmlns:a="http://schemas.openxmlformats.org/drawingml/2006/main">
            <a:off x="762000" y="2000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00" b="1">
                <a:solidFill>
                  <a:srgbClr val="000000"/>
                </a:solidFill>
                <a:latin typeface="Arial"/>
                <a:ea typeface="Arial"/>
                <a:cs typeface="Arial"/>
              </a:defRPr>
            </a:defPPr>
          </a:lstStyle>
          <a:p xmlns:a="http://schemas.openxmlformats.org/drawingml/2006/main">
            <a:pPr algn="l">
              <a:defRPr sz="4400" b="1">
                <a:solidFill>
                  <a:srgbClr val="000000"/>
                </a:solidFill>
                <a:latin typeface="Arial"/>
                <a:ea typeface="Arial"/>
                <a:cs typeface="Arial"/>
              </a:defRPr>
            </a:pPr>
            <a:r>
              <a:rPr sz="4400" b="1">
                <a:solidFill>
                  <a:srgbClr val="000000"/>
                </a:solidFill>
                <a:latin typeface="Arial"/>
                <a:ea typeface="Arial"/>
                <a:cs typeface="Arial"/>
              </a:rPr>
              <a:t>Questions</a:t>
            </a:r>
          </a:p>
        </p:txBody>
      </p:sp>
      <p:sp>
        <p:nvSpPr>
          <p:cNvPr id="6" name="Missing data, association, group comparison and reprodu">
            <a:extLst xmlns:a="http://schemas.openxmlformats.org/drawingml/2006/main">
              <a:ext uri="{FF2B5EF4-FFF2-40B4-BE49-F238E27FC236}">
                <a16:creationId xmlns:a16="http://schemas.microsoft.com/office/drawing/2014/main" id="{CDAD4F05-8143-41E0-B55E-AF8205AF84E7}"/>
              </a:ext>
            </a:extLst>
          </p:cNvPr>
          <p:cNvSpPr>
            <a:spLocks xmlns:a="http://schemas.openxmlformats.org/drawingml/2006/main" noGrp="1"/>
          </p:cNvSpPr>
          <p:nvPr/>
        </p:nvSpPr>
        <p:spPr>
          <a:xfrm xmlns:a="http://schemas.openxmlformats.org/drawingml/2006/main">
            <a:off x="762000" y="32861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Missing data, association, group comparison and reproducibility</a:t>
            </a:r>
          </a:p>
        </p:txBody>
      </p:sp>
    </p:spTree>
    <p:extLst>
      <p:ext uri="{BB962C8B-B14F-4D97-AF65-F5344CB8AC3E}">
        <p14:creationId xmlns:p14="http://schemas.microsoft.com/office/powerpoint/2010/main" val="73229055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8CCA145-9ABD-40A2-AA93-6330763AA78B}"/>
              </a:ext>
            </a:extLst>
          </p:cNvPr>
          <p:cNvPicPr>
            <a:picLocks xmlns:a="http://schemas.openxmlformats.org/drawingml/2006/main" noChangeAspect="1"/>
          </p:cNvPicPr>
          <p:nvPr/>
        </p:nvPicPr>
        <p:blipFill>
          <a:blip xmlns:r="http://schemas.openxmlformats.org/officeDocument/2006/relationships" xmlns:a="http://schemas.openxmlformats.org/drawingml/2006/main" r:embed="Rbdba2150a672418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4A06913-DCC0-4E1A-9372-3BBC78A4973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highest ten records</a:t>
            </a:r>
          </a:p>
        </p:txBody>
      </p:sp>
      <p:sp>
        <p:nvSpPr>
          <p:cNvPr id="3" name="Thin monochrome rule">
            <a:extLst xmlns:a="http://schemas.openxmlformats.org/drawingml/2006/main">
              <a:ext uri="{FF2B5EF4-FFF2-40B4-BE49-F238E27FC236}">
                <a16:creationId xmlns:a16="http://schemas.microsoft.com/office/drawing/2014/main" id="{6CF56308-3A9E-4862-AAD6-47C5FE81A1D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3">
            <a:extLst xmlns:a="http://schemas.openxmlformats.org/drawingml/2006/main">
              <a:ext uri="{FF2B5EF4-FFF2-40B4-BE49-F238E27FC236}">
                <a16:creationId xmlns:a16="http://schemas.microsoft.com/office/drawing/2014/main" id="{EA8001DC-DD5F-4D5D-8691-DE6AB536A2F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3C566D85-DC7B-4FF9-95FB-03C68B9A08BE}"/>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0" tIns="0" rIns="0" bIns="0">
                      <a:noAutofit/>
                    </a:bodyPr>
                    <a:lstStyle/>
                    <a:p>
                      <a:pPr algn="l"/>
                      <a:r>
                        <a:rPr sz="1800" b="1">
                          <a:solidFill>
                            <a:srgbClr val="000000"/>
                          </a:solidFill>
                          <a:latin typeface="Arial"/>
                          <a:ea typeface="Arial"/>
                          <a:cs typeface="Arial"/>
                        </a:rPr>
                        <a:t>Source index</a:t>
                      </a:r>
                    </a:p>
                  </a:txBody>
                  <a:tcPr marL="76200" marR="76200" marT="0" marB="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School</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G1</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G2</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G3</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Band</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0" tIns="0" rIns="0" bIns="0">
                      <a:noAutofit/>
                    </a:bodyPr>
                    <a:lstStyle/>
                    <a:p>
                      <a:pPr algn="l"/>
                      <a:r>
                        <a:rPr sz="1800" b="0">
                          <a:solidFill>
                            <a:srgbClr val="000000"/>
                          </a:solidFill>
                          <a:latin typeface="Arial"/>
                          <a:ea typeface="Arial"/>
                          <a:cs typeface="Arial"/>
                        </a:rPr>
                        <a:t>338</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636</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113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181</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185</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16</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314</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16</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327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332</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337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349</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15–20</a:t>
                      </a:r>
                    </a:p>
                  </a:txBody>
                  <a:tcPr marL="76200" marR="76200" marT="0" marB="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4B200666-1EB7-4DB3-86DB-61AE55CCFB7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2273499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550FD38-3663-4A05-AA64-E8C32C88DD08}"/>
              </a:ext>
            </a:extLst>
          </p:cNvPr>
          <p:cNvPicPr>
            <a:picLocks xmlns:a="http://schemas.openxmlformats.org/drawingml/2006/main" noChangeAspect="1"/>
          </p:cNvPicPr>
          <p:nvPr/>
        </p:nvPicPr>
        <p:blipFill>
          <a:blip xmlns:r="http://schemas.openxmlformats.org/officeDocument/2006/relationships" xmlns:a="http://schemas.openxmlformats.org/drawingml/2006/main" r:embed="Ra1fe35535ee1465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EB209E3-8491-4FDD-9121-DCB52B18984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lowest ten records</a:t>
            </a:r>
          </a:p>
        </p:txBody>
      </p:sp>
      <p:sp>
        <p:nvSpPr>
          <p:cNvPr id="3" name="Thin monochrome rule">
            <a:extLst xmlns:a="http://schemas.openxmlformats.org/drawingml/2006/main">
              <a:ext uri="{FF2B5EF4-FFF2-40B4-BE49-F238E27FC236}">
                <a16:creationId xmlns:a16="http://schemas.microsoft.com/office/drawing/2014/main" id="{1EA321E5-5968-4CF8-8955-5F753BC49A8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4">
            <a:extLst xmlns:a="http://schemas.openxmlformats.org/drawingml/2006/main">
              <a:ext uri="{FF2B5EF4-FFF2-40B4-BE49-F238E27FC236}">
                <a16:creationId xmlns:a16="http://schemas.microsoft.com/office/drawing/2014/main" id="{D62C7E96-BC78-48FF-AC50-D3D81AEAAAB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72242BF5-90D9-4232-803A-29346C3E3671}"/>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0" tIns="0" rIns="0" bIns="0">
                      <a:noAutofit/>
                    </a:bodyPr>
                    <a:lstStyle/>
                    <a:p>
                      <a:pPr algn="l"/>
                      <a:r>
                        <a:rPr sz="1800" b="1">
                          <a:solidFill>
                            <a:srgbClr val="000000"/>
                          </a:solidFill>
                          <a:latin typeface="Arial"/>
                          <a:ea typeface="Arial"/>
                          <a:cs typeface="Arial"/>
                        </a:rPr>
                        <a:t>Source index</a:t>
                      </a:r>
                    </a:p>
                  </a:txBody>
                  <a:tcPr marL="76200" marR="76200" marT="0" marB="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School</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G1</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G2</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G3</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0" tIns="0" rIns="0" bIns="0">
                      <a:noAutofit/>
                    </a:bodyPr>
                    <a:lstStyle/>
                    <a:p>
                      <a:pPr algn="ctr"/>
                      <a:r>
                        <a:rPr sz="1800" b="1">
                          <a:solidFill>
                            <a:srgbClr val="000000"/>
                          </a:solidFill>
                          <a:latin typeface="Arial"/>
                          <a:ea typeface="Arial"/>
                          <a:cs typeface="Arial"/>
                        </a:rPr>
                        <a:t>Band</a:t>
                      </a:r>
                    </a:p>
                  </a:txBody>
                  <a:tcPr marL="76200" marR="76200" marT="0" marB="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0" tIns="0" rIns="0" bIns="0">
                      <a:noAutofit/>
                    </a:bodyPr>
                    <a:lstStyle/>
                    <a:p>
                      <a:pPr algn="l"/>
                      <a:r>
                        <a:rPr sz="1800" b="0">
                          <a:solidFill>
                            <a:srgbClr val="000000"/>
                          </a:solidFill>
                          <a:latin typeface="Arial"/>
                          <a:ea typeface="Arial"/>
                          <a:cs typeface="Arial"/>
                        </a:rPr>
                        <a:t>163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GP</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11</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440</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519</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563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7</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567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4</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583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6</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586</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8</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597</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9</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603</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5</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r h="381000">
                <a:tc>
                  <a:txBody>
                    <a:bodyPr wrap="square" lIns="0" tIns="0" rIns="0" bIns="0">
                      <a:noAutofit/>
                    </a:bodyPr>
                    <a:lstStyle/>
                    <a:p>
                      <a:pPr algn="l"/>
                      <a:r>
                        <a:rPr sz="1800" b="0">
                          <a:solidFill>
                            <a:srgbClr val="000000"/>
                          </a:solidFill>
                          <a:latin typeface="Arial"/>
                          <a:ea typeface="Arial"/>
                          <a:cs typeface="Arial"/>
                        </a:rPr>
                        <a:t>605</a:t>
                      </a:r>
                    </a:p>
                  </a:txBody>
                  <a:tcPr marL="76200" marR="76200" marT="0" marB="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MS</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5</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a:t>
                      </a:r>
                    </a:p>
                  </a:txBody>
                  <a:tcPr marL="76200" marR="76200" marT="0" marB="0" anchor="ctr">
                    <a:lnR w="7620">
                      <a:solidFill>
                        <a:srgbClr val="888888"/>
                      </a:solidFill>
                      <a:prstDash val="solid"/>
                    </a:lnR>
                    <a:lnB w="7620">
                      <a:solidFill>
                        <a:srgbClr val="888888"/>
                      </a:solidFill>
                      <a:prstDash val="solid"/>
                    </a:lnB>
                    <a:solidFill>
                      <a:srgbClr val="FFFFFF"/>
                    </a:solidFill>
                  </a:tcPr>
                </a:tc>
                <a:tc>
                  <a:txBody>
                    <a:bodyPr wrap="square" lIns="0" tIns="0" rIns="0" bIns="0">
                      <a:noAutofit/>
                    </a:bodyPr>
                    <a:lstStyle/>
                    <a:p>
                      <a:pPr algn="ctr"/>
                      <a:r>
                        <a:rPr sz="1800" b="0">
                          <a:solidFill>
                            <a:srgbClr val="000000"/>
                          </a:solidFill>
                          <a:latin typeface="Arial"/>
                          <a:ea typeface="Arial"/>
                          <a:cs typeface="Arial"/>
                        </a:rPr>
                        <a:t>0–9</a:t>
                      </a:r>
                    </a:p>
                  </a:txBody>
                  <a:tcPr marL="76200" marR="76200" marT="0" marB="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FCB309F7-1D2F-489B-95E3-5B332D7FBBD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6455201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0166397-3EC2-45D3-BCEC-588D01E88B3B}"/>
              </a:ext>
            </a:extLst>
          </p:cNvPr>
          <p:cNvPicPr>
            <a:picLocks xmlns:a="http://schemas.openxmlformats.org/drawingml/2006/main" noChangeAspect="1"/>
          </p:cNvPicPr>
          <p:nvPr/>
        </p:nvPicPr>
        <p:blipFill>
          <a:blip xmlns:r="http://schemas.openxmlformats.org/officeDocument/2006/relationships" xmlns:a="http://schemas.openxmlformats.org/drawingml/2006/main" r:embed="Rf3f1ab1726884ed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6C64230-C1BA-4C22-AE09-41FBD976F3F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sensitivity and method checks</a:t>
            </a:r>
          </a:p>
        </p:txBody>
      </p:sp>
      <p:sp>
        <p:nvSpPr>
          <p:cNvPr id="3" name="Thin monochrome rule">
            <a:extLst xmlns:a="http://schemas.openxmlformats.org/drawingml/2006/main">
              <a:ext uri="{FF2B5EF4-FFF2-40B4-BE49-F238E27FC236}">
                <a16:creationId xmlns:a16="http://schemas.microsoft.com/office/drawing/2014/main" id="{D15D1142-5594-4D11-B5D2-815F23D7318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5">
            <a:extLst xmlns:a="http://schemas.openxmlformats.org/drawingml/2006/main">
              <a:ext uri="{FF2B5EF4-FFF2-40B4-BE49-F238E27FC236}">
                <a16:creationId xmlns:a16="http://schemas.microsoft.com/office/drawing/2014/main" id="{5334230F-EE7C-4DA5-8620-BCA52C25643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8213856D-5466-4D46-8556-1C65A98FABDC}"/>
              </a:ext>
            </a:extLst>
          </p:cNvPr>
          <p:cNvGraphicFramePr/>
          <p:nvPr/>
        </p:nvGraphicFramePr>
        <p:xfrm>
          <a:off xmlns:a="http://schemas.openxmlformats.org/drawingml/2006/main" x="666750" y="1762125"/>
          <a:ext xmlns:a="http://schemas.openxmlformats.org/drawingml/2006/main" cx="10858500" cy="2381250"/>
        </p:xfrm>
        <a:graphic xmlns:a="http://schemas.openxmlformats.org/drawingml/2006/main">
          <a:graphicData uri="http://schemas.openxmlformats.org/drawingml/2006/table">
            <a:tbl>
              <a:tblPr firstRow="0" bandRow="0"/>
              <a:tblGrid>
                <a:gridCol w="3447143"/>
                <a:gridCol w="1206500"/>
                <a:gridCol w="2240643"/>
                <a:gridCol w="2240643"/>
                <a:gridCol w="1723571"/>
              </a:tblGrid>
              <a:tr h="595313">
                <a:tc>
                  <a:txBody>
                    <a:bodyPr wrap="square" lIns="85725" tIns="85725" rIns="85725" bIns="85725">
                      <a:noAutofit/>
                    </a:bodyPr>
                    <a:lstStyle/>
                    <a:p>
                      <a:pPr algn="l"/>
                      <a:r>
                        <a:rPr sz="19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Absences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ρ with 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Filter 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5313">
                <a:tc>
                  <a:txBody>
                    <a:bodyPr wrap="square" lIns="85725" tIns="85725" rIns="85725" bIns="85725">
                      <a:noAutofit/>
                    </a:bodyPr>
                    <a:lstStyle/>
                    <a:p>
                      <a:pPr algn="l"/>
                      <a:r>
                        <a:rPr sz="19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-0.1585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-0.1628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-0.1671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Boundary checks: score bands, constant groups, zero-cou">
            <a:extLst xmlns:a="http://schemas.openxmlformats.org/drawingml/2006/main">
              <a:ext uri="{FF2B5EF4-FFF2-40B4-BE49-F238E27FC236}">
                <a16:creationId xmlns:a16="http://schemas.microsoft.com/office/drawing/2014/main" id="{30FE3BBB-7057-445C-980C-023672B9FD5F}"/>
              </a:ext>
            </a:extLst>
          </p:cNvPr>
          <p:cNvSpPr>
            <a:spLocks xmlns:a="http://schemas.openxmlformats.org/drawingml/2006/main" noGrp="1"/>
          </p:cNvSpPr>
          <p:nvPr/>
        </p:nvSpPr>
        <p:spPr>
          <a:xfrm xmlns:a="http://schemas.openxmlformats.org/drawingml/2006/main">
            <a:off x="762000" y="4619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Boundary checks: score bands, constant groups, zero-count categories and stable ties.</a:t>
            </a:r>
          </a:p>
        </p:txBody>
      </p:sp>
      <p:sp>
        <p:nvSpPr>
          <p:cNvPr id="7" name="Actual failure codes are retained; the upper-code ambig">
            <a:extLst xmlns:a="http://schemas.openxmlformats.org/drawingml/2006/main">
              <a:ext uri="{FF2B5EF4-FFF2-40B4-BE49-F238E27FC236}">
                <a16:creationId xmlns:a16="http://schemas.microsoft.com/office/drawing/2014/main" id="{3C2BDBD5-BF01-4C17-8128-60E6A19F2C7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Actual failure codes are retained; the upper-code ambiguity is documented.</a:t>
            </a:r>
          </a:p>
        </p:txBody>
      </p:sp>
    </p:spTree>
    <p:extLst>
      <p:ext uri="{BB962C8B-B14F-4D97-AF65-F5344CB8AC3E}">
        <p14:creationId xmlns:p14="http://schemas.microsoft.com/office/powerpoint/2010/main" val="97420302"/>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2026-10-20T05:24:47.1960000Z</dcterms:created>
  <dcterms:modified xsi:type="dcterms:W3CDTF">2026-10-20T05:24:47.1960000Z</dcterms:modified>
</coreProperties>
</file>