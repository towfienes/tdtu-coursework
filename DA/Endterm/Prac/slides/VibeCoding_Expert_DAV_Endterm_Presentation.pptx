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02853b495a3438b" /><Relationship Type="http://schemas.openxmlformats.org/officeDocument/2006/relationships/extended-properties" Target="/docProps/app.xml" Id="R0c4e986b48c84475" /><Relationship Type="http://schemas.openxmlformats.org/officeDocument/2006/relationships/officeDocument" Target="/ppt/presentation.xml" Id="R4bfcf32970ea407a" /></Relationships>
</file>

<file path=ppt/presentation.xml><?xml version="1.0" encoding="utf-8"?>
<p:presentation xmlns:p="http://schemas.openxmlformats.org/presentationml/2006/main">
  <p:sldMasterIdLst>
    <p:sldMasterId xmlns:r="http://schemas.openxmlformats.org/officeDocument/2006/relationships" id="2147483648" r:id="R93a2a65ee1d54ebb"/>
  </p:sldMasterIdLst>
  <p:notesMasterIdLst>
    <p:notesMasterId xmlns:r="http://schemas.openxmlformats.org/officeDocument/2006/relationships" r:id="R8bd41edd001a4408"/>
  </p:notesMasterIdLst>
  <p:sldIdLst>
    <p:sldId xmlns:r="http://schemas.openxmlformats.org/officeDocument/2006/relationships" id="256" r:id="R4cd03a045a124586"/>
    <p:sldId xmlns:r="http://schemas.openxmlformats.org/officeDocument/2006/relationships" id="257" r:id="R411647869fc142d6"/>
    <p:sldId xmlns:r="http://schemas.openxmlformats.org/officeDocument/2006/relationships" id="258" r:id="R80db8d7a2dad4562"/>
    <p:sldId xmlns:r="http://schemas.openxmlformats.org/officeDocument/2006/relationships" id="259" r:id="R0777207bfa5d4bf6"/>
    <p:sldId xmlns:r="http://schemas.openxmlformats.org/officeDocument/2006/relationships" id="260" r:id="Rf4e70409ae154775"/>
    <p:sldId xmlns:r="http://schemas.openxmlformats.org/officeDocument/2006/relationships" id="261" r:id="R4a847cd6d1894c54"/>
    <p:sldId xmlns:r="http://schemas.openxmlformats.org/officeDocument/2006/relationships" id="262" r:id="Rcb959bb375e34aa5"/>
    <p:sldId xmlns:r="http://schemas.openxmlformats.org/officeDocument/2006/relationships" id="263" r:id="R9818897e55a44ca3"/>
    <p:sldId xmlns:r="http://schemas.openxmlformats.org/officeDocument/2006/relationships" id="264" r:id="Rb6b2f6d8a9db4ec4"/>
    <p:sldId xmlns:r="http://schemas.openxmlformats.org/officeDocument/2006/relationships" id="265" r:id="Rae4c5439d4dc477d"/>
    <p:sldId xmlns:r="http://schemas.openxmlformats.org/officeDocument/2006/relationships" id="266" r:id="R4fefea4755f7454c"/>
    <p:sldId xmlns:r="http://schemas.openxmlformats.org/officeDocument/2006/relationships" id="267" r:id="R759f8c4e0d6b4310"/>
    <p:sldId xmlns:r="http://schemas.openxmlformats.org/officeDocument/2006/relationships" id="268" r:id="R3dd6f598bd564008"/>
    <p:sldId xmlns:r="http://schemas.openxmlformats.org/officeDocument/2006/relationships" id="269" r:id="R557e4d0e0dec4c5e"/>
    <p:sldId xmlns:r="http://schemas.openxmlformats.org/officeDocument/2006/relationships" id="270" r:id="R75ca12fef363445f"/>
    <p:sldId xmlns:r="http://schemas.openxmlformats.org/officeDocument/2006/relationships" id="271" r:id="R49e9dfe8b0e641ed"/>
    <p:sldId xmlns:r="http://schemas.openxmlformats.org/officeDocument/2006/relationships" id="272" r:id="Rd14cf029bb2d4a1b"/>
    <p:sldId xmlns:r="http://schemas.openxmlformats.org/officeDocument/2006/relationships" id="273" r:id="Rd638b1b18d55462a"/>
    <p:sldId xmlns:r="http://schemas.openxmlformats.org/officeDocument/2006/relationships" id="274" r:id="Rcd6965bcea8e4b47"/>
    <p:sldId xmlns:r="http://schemas.openxmlformats.org/officeDocument/2006/relationships" id="275" r:id="Rf8f0c6cd952c4e52"/>
    <p:sldId xmlns:r="http://schemas.openxmlformats.org/officeDocument/2006/relationships" id="276" r:id="R7fc6e2c0e96e4f34"/>
    <p:sldId xmlns:r="http://schemas.openxmlformats.org/officeDocument/2006/relationships" id="277" r:id="Rd5fa0d5058a54876"/>
    <p:sldId xmlns:r="http://schemas.openxmlformats.org/officeDocument/2006/relationships" id="278" r:id="R6232bed410014fa8"/>
    <p:sldId xmlns:r="http://schemas.openxmlformats.org/officeDocument/2006/relationships" id="279" r:id="Rcde7736dfb78459d"/>
    <p:sldId xmlns:r="http://schemas.openxmlformats.org/officeDocument/2006/relationships" id="280" r:id="R8a94a8f4ed5444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9cd9df24dc409a" /><Relationship Type="http://schemas.openxmlformats.org/officeDocument/2006/relationships/slideMaster" Target="/ppt/slideMasters/slideMaster1.xml" Id="R93a2a65ee1d54ebb" /><Relationship Type="http://schemas.openxmlformats.org/officeDocument/2006/relationships/notesMaster" Target="/ppt/notesMasters/notesMaster1.xml" Id="R8bd41edd001a4408" /><Relationship Type="http://schemas.openxmlformats.org/officeDocument/2006/relationships/presProps" Target="/ppt/presProps.xml" Id="Ra235875459de44d6" /><Relationship Type="http://schemas.openxmlformats.org/officeDocument/2006/relationships/tableStyles" Target="/ppt/tableStyles.xml" Id="R40ddddbbc5294d22" /><Relationship Type="http://schemas.openxmlformats.org/officeDocument/2006/relationships/slide" Target="/ppt/slides/slide1.xml" Id="R4cd03a045a124586" /><Relationship Type="http://schemas.openxmlformats.org/officeDocument/2006/relationships/slide" Target="/ppt/slides/slide2.xml" Id="R411647869fc142d6" /><Relationship Type="http://schemas.openxmlformats.org/officeDocument/2006/relationships/slide" Target="/ppt/slides/slide3.xml" Id="R80db8d7a2dad4562" /><Relationship Type="http://schemas.openxmlformats.org/officeDocument/2006/relationships/slide" Target="/ppt/slides/slide4.xml" Id="R0777207bfa5d4bf6" /><Relationship Type="http://schemas.openxmlformats.org/officeDocument/2006/relationships/slide" Target="/ppt/slides/slide5.xml" Id="Rf4e70409ae154775" /><Relationship Type="http://schemas.openxmlformats.org/officeDocument/2006/relationships/slide" Target="/ppt/slides/slide6.xml" Id="R4a847cd6d1894c54" /><Relationship Type="http://schemas.openxmlformats.org/officeDocument/2006/relationships/slide" Target="/ppt/slides/slide7.xml" Id="Rcb959bb375e34aa5" /><Relationship Type="http://schemas.openxmlformats.org/officeDocument/2006/relationships/slide" Target="/ppt/slides/slide8.xml" Id="R9818897e55a44ca3" /><Relationship Type="http://schemas.openxmlformats.org/officeDocument/2006/relationships/slide" Target="/ppt/slides/slide9.xml" Id="Rb6b2f6d8a9db4ec4" /><Relationship Type="http://schemas.openxmlformats.org/officeDocument/2006/relationships/slide" Target="/ppt/slides/slide10.xml" Id="Rae4c5439d4dc477d" /><Relationship Type="http://schemas.openxmlformats.org/officeDocument/2006/relationships/slide" Target="/ppt/slides/slide11.xml" Id="R4fefea4755f7454c" /><Relationship Type="http://schemas.openxmlformats.org/officeDocument/2006/relationships/slide" Target="/ppt/slides/slide12.xml" Id="R759f8c4e0d6b4310" /><Relationship Type="http://schemas.openxmlformats.org/officeDocument/2006/relationships/slide" Target="/ppt/slides/slide13.xml" Id="R3dd6f598bd564008" /><Relationship Type="http://schemas.openxmlformats.org/officeDocument/2006/relationships/slide" Target="/ppt/slides/slide14.xml" Id="R557e4d0e0dec4c5e" /><Relationship Type="http://schemas.openxmlformats.org/officeDocument/2006/relationships/slide" Target="/ppt/slides/slide15.xml" Id="R75ca12fef363445f" /><Relationship Type="http://schemas.openxmlformats.org/officeDocument/2006/relationships/slide" Target="/ppt/slides/slide16.xml" Id="R49e9dfe8b0e641ed" /><Relationship Type="http://schemas.openxmlformats.org/officeDocument/2006/relationships/slide" Target="/ppt/slides/slide17.xml" Id="Rd14cf029bb2d4a1b" /><Relationship Type="http://schemas.openxmlformats.org/officeDocument/2006/relationships/slide" Target="/ppt/slides/slide18.xml" Id="Rd638b1b18d55462a" /><Relationship Type="http://schemas.openxmlformats.org/officeDocument/2006/relationships/slide" Target="/ppt/slides/slide19.xml" Id="Rcd6965bcea8e4b47" /><Relationship Type="http://schemas.openxmlformats.org/officeDocument/2006/relationships/slide" Target="/ppt/slides/slide20.xml" Id="Rf8f0c6cd952c4e52" /><Relationship Type="http://schemas.openxmlformats.org/officeDocument/2006/relationships/slide" Target="/ppt/slides/slide21.xml" Id="R7fc6e2c0e96e4f34" /><Relationship Type="http://schemas.openxmlformats.org/officeDocument/2006/relationships/slide" Target="/ppt/slides/slide22.xml" Id="Rd5fa0d5058a54876" /><Relationship Type="http://schemas.openxmlformats.org/officeDocument/2006/relationships/slide" Target="/ppt/slides/slide23.xml" Id="R6232bed410014fa8" /><Relationship Type="http://schemas.openxmlformats.org/officeDocument/2006/relationships/slide" Target="/ppt/slides/slide24.xml" Id="Rcde7736dfb78459d" /><Relationship Type="http://schemas.openxmlformats.org/officeDocument/2006/relationships/slide" Target="/ppt/slides/slide25.xml" Id="R8a94a8f4ed5444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7b7500a31a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2B5C8F"/>
      </a:accent1>
      <a:accent2>
        <a:srgbClr val="E26D5C"/>
      </a:accent2>
      <a:accent3>
        <a:srgbClr val="2ECC71"/>
      </a:accent3>
      <a:accent4>
        <a:srgbClr val="E74C3C"/>
      </a:accent4>
      <a:accent5>
        <a:srgbClr val="3498DB"/>
      </a:accent5>
      <a:accent6>
        <a:srgbClr val="08519C"/>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a9ed9099654fba" /><Relationship Type="http://schemas.openxmlformats.org/officeDocument/2006/relationships/notesMaster" Target="/ppt/notesMasters/notesMaster1.xml" Id="R6349796b8cbe44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b9b2016a104bab" /><Relationship Type="http://schemas.openxmlformats.org/officeDocument/2006/relationships/notesMaster" Target="/ppt/notesMasters/notesMaster1.xml" Id="R4b8aa9b722c045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1fdc1ae12b48fd" /><Relationship Type="http://schemas.openxmlformats.org/officeDocument/2006/relationships/notesMaster" Target="/ppt/notesMasters/notesMaster1.xml" Id="R63dc5d06a89f4e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7c54d9a7e443b5" /><Relationship Type="http://schemas.openxmlformats.org/officeDocument/2006/relationships/notesMaster" Target="/ppt/notesMasters/notesMaster1.xml" Id="R19c32a13d1114d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a3e8d20ef94b01" /><Relationship Type="http://schemas.openxmlformats.org/officeDocument/2006/relationships/notesMaster" Target="/ppt/notesMasters/notesMaster1.xml" Id="R4488fd9264e542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8be85bfc1f4849" /><Relationship Type="http://schemas.openxmlformats.org/officeDocument/2006/relationships/notesMaster" Target="/ppt/notesMasters/notesMaster1.xml" Id="R2e530719a5ff48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0418370071440d" /><Relationship Type="http://schemas.openxmlformats.org/officeDocument/2006/relationships/notesMaster" Target="/ppt/notesMasters/notesMaster1.xml" Id="R70860d1b6f0643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e1d8d135bf4cd0" /><Relationship Type="http://schemas.openxmlformats.org/officeDocument/2006/relationships/notesMaster" Target="/ppt/notesMasters/notesMaster1.xml" Id="R4a138d4c489440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117d79e3004042" /><Relationship Type="http://schemas.openxmlformats.org/officeDocument/2006/relationships/notesMaster" Target="/ppt/notesMasters/notesMaster1.xml" Id="Re111aa5e99524d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822c75c554445c" /><Relationship Type="http://schemas.openxmlformats.org/officeDocument/2006/relationships/notesMaster" Target="/ppt/notesMasters/notesMaster1.xml" Id="R506eb0e8bcd242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9f9f36d5804810" /><Relationship Type="http://schemas.openxmlformats.org/officeDocument/2006/relationships/notesMaster" Target="/ppt/notesMasters/notesMaster1.xml" Id="R940ea9aa16144b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d9dbb447cd471a" /><Relationship Type="http://schemas.openxmlformats.org/officeDocument/2006/relationships/notesMaster" Target="/ppt/notesMasters/notesMaster1.xml" Id="R90ea95f6697340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0720d632164591" /><Relationship Type="http://schemas.openxmlformats.org/officeDocument/2006/relationships/notesMaster" Target="/ppt/notesMasters/notesMaster1.xml" Id="Re7c0cce6b0f842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38d859a6a2400f" /><Relationship Type="http://schemas.openxmlformats.org/officeDocument/2006/relationships/notesMaster" Target="/ppt/notesMasters/notesMaster1.xml" Id="R07aaf69c8e7845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15aec5221b4284" /><Relationship Type="http://schemas.openxmlformats.org/officeDocument/2006/relationships/notesMaster" Target="/ppt/notesMasters/notesMaster1.xml" Id="Rdee651b640e54e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38171a7ad94e48" /><Relationship Type="http://schemas.openxmlformats.org/officeDocument/2006/relationships/notesMaster" Target="/ppt/notesMasters/notesMaster1.xml" Id="R9863cca69f394ff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2837e1a7024eb2" /><Relationship Type="http://schemas.openxmlformats.org/officeDocument/2006/relationships/notesMaster" Target="/ppt/notesMasters/notesMaster1.xml" Id="Rfd8d8b7447554f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8de5778fa44695" /><Relationship Type="http://schemas.openxmlformats.org/officeDocument/2006/relationships/notesMaster" Target="/ppt/notesMasters/notesMaster1.xml" Id="Rbac88953c1444d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d007245ecc448a" /><Relationship Type="http://schemas.openxmlformats.org/officeDocument/2006/relationships/notesMaster" Target="/ppt/notesMasters/notesMaster1.xml" Id="R4f2913091b294d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b5f47c7d284b8d" /><Relationship Type="http://schemas.openxmlformats.org/officeDocument/2006/relationships/notesMaster" Target="/ppt/notesMasters/notesMaster1.xml" Id="R8877c54d994640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111fb00fda49d6" /><Relationship Type="http://schemas.openxmlformats.org/officeDocument/2006/relationships/notesMaster" Target="/ppt/notesMasters/notesMaster1.xml" Id="Rbde0bc47f33347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53547bd7a74b25" /><Relationship Type="http://schemas.openxmlformats.org/officeDocument/2006/relationships/notesMaster" Target="/ppt/notesMasters/notesMaster1.xml" Id="Rc478c6b180fb43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1c9eec7c6b48ec" /><Relationship Type="http://schemas.openxmlformats.org/officeDocument/2006/relationships/notesMaster" Target="/ppt/notesMasters/notesMaster1.xml" Id="R4914f3324c7341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52edb635984497" /><Relationship Type="http://schemas.openxmlformats.org/officeDocument/2006/relationships/notesMaster" Target="/ppt/notesMasters/notesMaster1.xml" Id="R1f31cc6b2e5b40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8a912f509e42f4" /><Relationship Type="http://schemas.openxmlformats.org/officeDocument/2006/relationships/notesMaster" Target="/ppt/notesMasters/notesMaster1.xml" Id="Rbdcac1b077254e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 có 423 và MS có 226 bản ghi. Không gộp môn Toán vì có học sinh trùng giữa hai file. Nêu thang lý thuyết 0–20 khác miền quan sát 0–19.</a:t>
            </a:r>
          </a:p>
          <a:p xmlns:a="http://schemas.openxmlformats.org/drawingml/2006/main">
            <a:r>
              <a:t>Nguồn: Cortez (2008), https://doi.org/10.24432/C5TG7T; references/student.txt.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 32 ô nên tỷ lệ là 4,93%. Che duy nhất absences, cùng mask cho hai nhánh. Seed 42 tái lập; MCAR chỉ là giả lập. Tất cả kết luận chính dùng raw đã kiểm.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 617 giá trị chưa bị che: 3,623987. Giữ 649 dòng nhưng giảm phân tán và tạo số lần vắng lẻ. Dropna còn 617. Cả hai bắt đầu từ cùng corrupted, không drop sau fillna.</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 549 điểm ≥ 10 theo quy ước bài phân tích. Regex fullmatch lấy đúng G1/G2/G3, loại G12 và G3_extra. Không cần bịa ID cá nhân hoặc dữ liệu bẩn.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 9, iloc theo vị trí. Bộ lọc studytime ≥ 2 và absences ≤ 5 cho 334/649 = 51,46%. Nhấn mạnh ngưỡng minh họa, không phải quy tắc can thiệp.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663311dfab4b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a8bfd01c2c43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297db1fb248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d58a42745a47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ce701d067c4e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acc97271344c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E64046-0F91-4330-8C31-3464DB7753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C83C59-B637-4982-8F70-F1A3AA3648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915C07-5F72-49C5-99C4-E56741B559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AC73D8-3A47-458B-9AE0-297A49FE12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9F7A45-5360-40DE-A382-613E7F8F88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D52B33-3C07-40F6-B2BC-C4068D231B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CC2C49-ABC6-4B40-8ADD-0B516293E7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D90DD7-384E-468C-B4EE-B705D19B7A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7349BE-EFF7-4D40-9988-4A36B4926A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765E06-416B-43F4-9BC9-D567F80F7C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f5f4e2b825493b" /><Relationship Type="http://schemas.openxmlformats.org/officeDocument/2006/relationships/slideLayout" Target="/ppt/slideLayouts/slideLayout1.xml" Id="Rcaff63e853ae466e" /><Relationship Type="http://schemas.openxmlformats.org/officeDocument/2006/relationships/slideLayout" Target="/ppt/slideLayouts/slideLayout2.xml" Id="R1ee121e939604419" /><Relationship Type="http://schemas.openxmlformats.org/officeDocument/2006/relationships/slideLayout" Target="/ppt/slideLayouts/slideLayout3.xml" Id="Rc978b62e24d044ec" /><Relationship Type="http://schemas.openxmlformats.org/officeDocument/2006/relationships/slideLayout" Target="/ppt/slideLayouts/slideLayout4.xml" Id="R6531d1c79c1c4d40" /><Relationship Type="http://schemas.openxmlformats.org/officeDocument/2006/relationships/slideLayout" Target="/ppt/slideLayouts/slideLayout5.xml" Id="Ra24c240424bc4bfb" /><Relationship Type="http://schemas.openxmlformats.org/officeDocument/2006/relationships/slideLayout" Target="/ppt/slideLayouts/slideLayout6.xml" Id="R23ae9a4f5c1040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ff63e853ae466e"/>
    <p:sldLayoutId xmlns:r="http://schemas.openxmlformats.org/officeDocument/2006/relationships" id="2147483650" r:id="R1ee121e939604419"/>
    <p:sldLayoutId xmlns:r="http://schemas.openxmlformats.org/officeDocument/2006/relationships" id="2147483651" r:id="Rc978b62e24d044ec"/>
    <p:sldLayoutId xmlns:r="http://schemas.openxmlformats.org/officeDocument/2006/relationships" id="2147483652" r:id="R6531d1c79c1c4d40"/>
    <p:sldLayoutId xmlns:r="http://schemas.openxmlformats.org/officeDocument/2006/relationships" id="2147483653" r:id="Ra24c240424bc4bfb"/>
    <p:sldLayoutId xmlns:r="http://schemas.openxmlformats.org/officeDocument/2006/relationships" id="2147483654" r:id="R23ae9a4f5c1040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2B5C8F"/>
      </a:accent1>
      <a:accent2>
        <a:srgbClr val="E26D5C"/>
      </a:accent2>
      <a:accent3>
        <a:srgbClr val="2ECC71"/>
      </a:accent3>
      <a:accent4>
        <a:srgbClr val="E74C3C"/>
      </a:accent4>
      <a:accent5>
        <a:srgbClr val="3498DB"/>
      </a:accent5>
      <a:accent6>
        <a:srgbClr val="08519C"/>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29c6f5c7fb4703" /><Relationship Type="http://schemas.openxmlformats.org/officeDocument/2006/relationships/image" Target="/ppt/media/image.png" Id="R3788e73af54048c0" /><Relationship Type="http://schemas.openxmlformats.org/officeDocument/2006/relationships/notesSlide" Target="/ppt/notesSlides/notesSlide1.xml" Id="R4de2e832fb5249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9ba11b31314136" /><Relationship Type="http://schemas.openxmlformats.org/officeDocument/2006/relationships/image" Target="/ppt/media/image2.png" Id="Ra3e1e54e525b42cc" /><Relationship Type="http://schemas.openxmlformats.org/officeDocument/2006/relationships/notesSlide" Target="/ppt/notesSlides/notesSlide2.xml" Id="R06864228e19c42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423c7dac8848c2" /><Relationship Type="http://schemas.openxmlformats.org/officeDocument/2006/relationships/image" Target="/ppt/media/image3.png" Id="R46058a7504384573" /><Relationship Type="http://schemas.openxmlformats.org/officeDocument/2006/relationships/notesSlide" Target="/ppt/notesSlides/notesSlide3.xml" Id="R294f55a915d042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5c9437a3d8470a" /><Relationship Type="http://schemas.openxmlformats.org/officeDocument/2006/relationships/image" Target="/ppt/media/image4.png" Id="Ra76bf8e74086405b" /><Relationship Type="http://schemas.openxmlformats.org/officeDocument/2006/relationships/notesSlide" Target="/ppt/notesSlides/notesSlide4.xml" Id="R9572b0d96c594f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beeea81cfb4748" /><Relationship Type="http://schemas.openxmlformats.org/officeDocument/2006/relationships/image" Target="/ppt/media/image5.png" Id="Re8cf05baeb62418e" /><Relationship Type="http://schemas.openxmlformats.org/officeDocument/2006/relationships/notesSlide" Target="/ppt/notesSlides/notesSlide5.xml" Id="Rf2d0dd085b6241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62038b1d6340cd" /><Relationship Type="http://schemas.openxmlformats.org/officeDocument/2006/relationships/image" Target="/ppt/media/image6.png" Id="R8a264dac7a7c4331" /><Relationship Type="http://schemas.openxmlformats.org/officeDocument/2006/relationships/notesSlide" Target="/ppt/notesSlides/notesSlide6.xml" Id="Rccb41501942d43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fd00b4126b4187" /><Relationship Type="http://schemas.openxmlformats.org/officeDocument/2006/relationships/image" Target="/ppt/media/image7.png" Id="R4e36df34f3e24745" /><Relationship Type="http://schemas.openxmlformats.org/officeDocument/2006/relationships/notesSlide" Target="/ppt/notesSlides/notesSlide7.xml" Id="Rf4edb2d918ba47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64e1569b8b455c" /><Relationship Type="http://schemas.openxmlformats.org/officeDocument/2006/relationships/image" Target="/ppt/media/image8.png" Id="Re460d3b0b0a94c03" /><Relationship Type="http://schemas.openxmlformats.org/officeDocument/2006/relationships/notesSlide" Target="/ppt/notesSlides/notesSlide8.xml" Id="R16ace2944dc847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b4aef1a30a494d" /><Relationship Type="http://schemas.openxmlformats.org/officeDocument/2006/relationships/image" Target="/ppt/media/image9.png" Id="R80a3206841d841a2" /><Relationship Type="http://schemas.openxmlformats.org/officeDocument/2006/relationships/notesSlide" Target="/ppt/notesSlides/notesSlide9.xml" Id="Rde9b7ba0e38f41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e4710525344cfd" /><Relationship Type="http://schemas.openxmlformats.org/officeDocument/2006/relationships/image" Target="/ppt/media/image10.png" Id="R47d6b7a551044843" /><Relationship Type="http://schemas.openxmlformats.org/officeDocument/2006/relationships/notesSlide" Target="/ppt/notesSlides/notesSlide10.xml" Id="R88eaa3f508c84b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882d33b06248cf" /><Relationship Type="http://schemas.openxmlformats.org/officeDocument/2006/relationships/image" Target="/ppt/media/image11.png" Id="Rd9bce5403c7444eb" /><Relationship Type="http://schemas.openxmlformats.org/officeDocument/2006/relationships/notesSlide" Target="/ppt/notesSlides/notesSlide11.xml" Id="R663c39add7084f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7abff6b0a44d8b" /><Relationship Type="http://schemas.openxmlformats.org/officeDocument/2006/relationships/image" Target="/ppt/media/image12.png" Id="Re4fa70c1e4854d2e" /><Relationship Type="http://schemas.openxmlformats.org/officeDocument/2006/relationships/chart" Target="/ppt/slides/charts/chart1.xml" Id="R78bb8568a56044be" /><Relationship Type="http://schemas.openxmlformats.org/officeDocument/2006/relationships/notesSlide" Target="/ppt/notesSlides/notesSlide12.xml" Id="R2d4993e152d34a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34741899e74e94" /><Relationship Type="http://schemas.openxmlformats.org/officeDocument/2006/relationships/image" Target="/ppt/media/image13.png" Id="Rf296b77d983a4356" /><Relationship Type="http://schemas.openxmlformats.org/officeDocument/2006/relationships/notesSlide" Target="/ppt/notesSlides/notesSlide13.xml" Id="Rff01ae58a77044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9b7e5d983904bc8" /><Relationship Type="http://schemas.openxmlformats.org/officeDocument/2006/relationships/image" Target="/ppt/media/image14.png" Id="Re8011b9d4aa143aa" /><Relationship Type="http://schemas.openxmlformats.org/officeDocument/2006/relationships/chart" Target="/ppt/slides/charts/chart2.xml" Id="R509fad3f53c24abc" /><Relationship Type="http://schemas.openxmlformats.org/officeDocument/2006/relationships/notesSlide" Target="/ppt/notesSlides/notesSlide14.xml" Id="R41e129e91e5144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0bfdc9bda94f69" /><Relationship Type="http://schemas.openxmlformats.org/officeDocument/2006/relationships/image" Target="/ppt/media/image15.png" Id="Rf24637c0238a4c77" /><Relationship Type="http://schemas.openxmlformats.org/officeDocument/2006/relationships/chart" Target="/ppt/slides/charts/chart3.xml" Id="R6522faa5a53b449e" /><Relationship Type="http://schemas.openxmlformats.org/officeDocument/2006/relationships/notesSlide" Target="/ppt/notesSlides/notesSlide15.xml" Id="Re514f4572c5148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f1627f3df7f4317" /><Relationship Type="http://schemas.openxmlformats.org/officeDocument/2006/relationships/image" Target="/ppt/media/image16.png" Id="R75d7b49d4aa14f58" /><Relationship Type="http://schemas.openxmlformats.org/officeDocument/2006/relationships/chart" Target="/ppt/slides/charts/chart4.xml" Id="Rf01ed7ee613c43e6" /><Relationship Type="http://schemas.openxmlformats.org/officeDocument/2006/relationships/notesSlide" Target="/ppt/notesSlides/notesSlide16.xml" Id="R71087929f50042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e0f9535e594f3a" /><Relationship Type="http://schemas.openxmlformats.org/officeDocument/2006/relationships/image" Target="/ppt/media/image17.png" Id="R63ba2bef8f694541" /><Relationship Type="http://schemas.openxmlformats.org/officeDocument/2006/relationships/chart" Target="/ppt/slides/charts/chart5.xml" Id="R55ecf2ff67c540fc" /><Relationship Type="http://schemas.openxmlformats.org/officeDocument/2006/relationships/notesSlide" Target="/ppt/notesSlides/notesSlide17.xml" Id="Rc8bd2834734047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af7c9f58bc43b6" /><Relationship Type="http://schemas.openxmlformats.org/officeDocument/2006/relationships/image" Target="/ppt/media/image18.png" Id="R5379c1ab8e9e4b14" /><Relationship Type="http://schemas.openxmlformats.org/officeDocument/2006/relationships/notesSlide" Target="/ppt/notesSlides/notesSlide18.xml" Id="R125c5e2ce9034e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dd9d167b432476c" /><Relationship Type="http://schemas.openxmlformats.org/officeDocument/2006/relationships/image" Target="/ppt/media/image19.png" Id="R3ea6166d945146a7" /><Relationship Type="http://schemas.openxmlformats.org/officeDocument/2006/relationships/notesSlide" Target="/ppt/notesSlides/notesSlide19.xml" Id="Rb39f3bf333c446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7aaff56d674dd6" /><Relationship Type="http://schemas.openxmlformats.org/officeDocument/2006/relationships/image" Target="/ppt/media/image20.png" Id="Rb0c53075a913480c" /><Relationship Type="http://schemas.openxmlformats.org/officeDocument/2006/relationships/notesSlide" Target="/ppt/notesSlides/notesSlide20.xml" Id="R108534fa671444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5799d00a27648b1" /><Relationship Type="http://schemas.openxmlformats.org/officeDocument/2006/relationships/image" Target="/ppt/media/image21.png" Id="R828a8b5a2bbe4a04" /><Relationship Type="http://schemas.openxmlformats.org/officeDocument/2006/relationships/notesSlide" Target="/ppt/notesSlides/notesSlide21.xml" Id="R08761e7773d34c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f90d07fbf184f84" /><Relationship Type="http://schemas.openxmlformats.org/officeDocument/2006/relationships/image" Target="/ppt/media/image22.png" Id="R72d4548aaacb434f" /><Relationship Type="http://schemas.openxmlformats.org/officeDocument/2006/relationships/notesSlide" Target="/ppt/notesSlides/notesSlide22.xml" Id="R9e75f2f7c6344d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c97729191544299" /><Relationship Type="http://schemas.openxmlformats.org/officeDocument/2006/relationships/image" Target="/ppt/media/image23.png" Id="Re672f02af73b4b8d" /><Relationship Type="http://schemas.openxmlformats.org/officeDocument/2006/relationships/notesSlide" Target="/ppt/notesSlides/notesSlide23.xml" Id="Re7bacfaebed1463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28a7144c4574e92" /><Relationship Type="http://schemas.openxmlformats.org/officeDocument/2006/relationships/image" Target="/ppt/media/image24.png" Id="R8412a5b5ff4e4778" /><Relationship Type="http://schemas.openxmlformats.org/officeDocument/2006/relationships/notesSlide" Target="/ppt/notesSlides/notesSlide24.xml" Id="R6a90c92d2f694d9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d5d1b114ee549e3" /><Relationship Type="http://schemas.openxmlformats.org/officeDocument/2006/relationships/image" Target="/ppt/media/image25.png" Id="R4c4da226875b4e72" /><Relationship Type="http://schemas.openxmlformats.org/officeDocument/2006/relationships/notesSlide" Target="/ppt/notesSlides/notesSlide25.xml" Id="Rd68af7cd1c894a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2B5C8F"/>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2B5C8F"/>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74C3C"/>
              </a:solidFill>
              <a:ln xmlns:a="http://schemas.openxmlformats.org/drawingml/2006/main" w="9525">
                <a:solidFill>
                  <a:srgbClr val="000000"/>
                </a:solidFill>
                <a:prstDash val="solid"/>
              </a:ln>
            </c:spPr>
          </c:dPt>
          <c:dPt>
            <c:idx val="1"/>
            <c:spPr>
              <a:solidFill xmlns:a="http://schemas.openxmlformats.org/drawingml/2006/main">
                <a:srgbClr val="3498DB"/>
              </a:solidFill>
              <a:ln xmlns:a="http://schemas.openxmlformats.org/drawingml/2006/main" w="9525">
                <a:solidFill>
                  <a:srgbClr val="000000"/>
                </a:solidFill>
                <a:prstDash val="solid"/>
              </a:ln>
            </c:spPr>
          </c:dPt>
          <c:dPt>
            <c:idx val="2"/>
            <c:spPr>
              <a:solidFill xmlns:a="http://schemas.openxmlformats.org/drawingml/2006/main">
                <a:srgbClr val="2ECC71"/>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2B5C8F"/>
            </a:solidFill>
            <a:ln xmlns:a="http://schemas.openxmlformats.org/drawingml/2006/main" w="0">
              <a:noFill/>
            </a:ln>
          </c:spPr>
          <c:marker>
            <c:symbol val="circle"/>
            <c:size val="4"/>
            <c:spPr>
              <a:solidFill xmlns:a="http://schemas.openxmlformats.org/drawingml/2006/main">
                <a:srgbClr val="2B5C8F"/>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23813">
              <a:solidFill>
                <a:srgbClr val="D9534F"/>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2B5C8F"/>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ED8C6A6-7E8A-4DAB-9641-A2268FE79F10}"/>
              </a:ext>
            </a:extLst>
          </p:cNvPr>
          <p:cNvPicPr>
            <a:picLocks xmlns:a="http://schemas.openxmlformats.org/drawingml/2006/main" noChangeAspect="1"/>
          </p:cNvPicPr>
          <p:nvPr/>
        </p:nvPicPr>
        <p:blipFill>
          <a:blip xmlns:r="http://schemas.openxmlformats.org/officeDocument/2006/relationships" xmlns:a="http://schemas.openxmlformats.org/drawingml/2006/main" r:embed="R3788e73af54048c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9CF3E27-E2F4-4540-943B-794FC17F6BD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3B89793D-90F7-411E-8442-D4C485BC3C0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CCDFF561-318D-4EF3-835C-39546224EF3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5EB83C5C-500A-467E-B0D8-EC1E42B90F90}"/>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vl1pPr algn="l">
              <a:defRPr sz="4800" b="1">
                <a:solidFill>
                  <a:srgbClr val="000000"/>
                </a:solidFill>
                <a:latin typeface="Arial"/>
                <a:ea typeface="Arial"/>
                <a:cs typeface="Arial"/>
              </a:defRPr>
            </a:lvl1pPr>
            <a:lvl2pPr algn="l">
              <a:defRPr sz="4800" b="1">
                <a:solidFill>
                  <a:srgbClr val="000000"/>
                </a:solidFill>
                <a:latin typeface="Arial"/>
                <a:ea typeface="Arial"/>
                <a:cs typeface="Arial"/>
              </a:defRPr>
            </a:lvl2pPr>
            <a:lvl3pPr algn="l">
              <a:defRPr sz="4800" b="1">
                <a:solidFill>
                  <a:srgbClr val="000000"/>
                </a:solidFill>
                <a:latin typeface="Arial"/>
                <a:ea typeface="Arial"/>
                <a:cs typeface="Arial"/>
              </a:defRPr>
            </a:lvl3pPr>
            <a:lvl4pPr algn="l">
              <a:defRPr sz="4800" b="1">
                <a:solidFill>
                  <a:srgbClr val="000000"/>
                </a:solidFill>
                <a:latin typeface="Arial"/>
                <a:ea typeface="Arial"/>
                <a:cs typeface="Arial"/>
              </a:defRPr>
            </a:lvl4pPr>
            <a:lvl5pPr algn="l">
              <a:defRPr sz="4800" b="1">
                <a:solidFill>
                  <a:srgbClr val="000000"/>
                </a:solidFill>
                <a:latin typeface="Arial"/>
                <a:ea typeface="Arial"/>
                <a:cs typeface="Arial"/>
              </a:defRPr>
            </a:lvl5pPr>
            <a:lvl6pPr algn="l">
              <a:defRPr sz="4800" b="1">
                <a:solidFill>
                  <a:srgbClr val="000000"/>
                </a:solidFill>
                <a:latin typeface="Arial"/>
                <a:ea typeface="Arial"/>
                <a:cs typeface="Arial"/>
              </a:defRPr>
            </a:lvl6pPr>
            <a:lvl7pPr algn="l">
              <a:defRPr sz="4800" b="1">
                <a:solidFill>
                  <a:srgbClr val="000000"/>
                </a:solidFill>
                <a:latin typeface="Arial"/>
                <a:ea typeface="Arial"/>
                <a:cs typeface="Arial"/>
              </a:defRPr>
            </a:lvl7pPr>
            <a:lvl8pPr algn="l">
              <a:defRPr sz="4800" b="1">
                <a:solidFill>
                  <a:srgbClr val="000000"/>
                </a:solidFill>
                <a:latin typeface="Arial"/>
                <a:ea typeface="Arial"/>
                <a:cs typeface="Arial"/>
              </a:defRPr>
            </a:lvl8pPr>
            <a:lvl9pPr algn="l">
              <a:defRPr sz="4800" b="1">
                <a:solidFill>
                  <a:srgbClr val="000000"/>
                </a:solidFill>
                <a:latin typeface="Arial"/>
                <a:ea typeface="Arial"/>
                <a:cs typeface="Arial"/>
              </a:defRPr>
            </a:lvl9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E94F25F2-AF9C-4F75-B79A-F96DA0D79851}"/>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vl1pPr algn="l">
              <a:defRPr sz="2700" b="0">
                <a:solidFill>
                  <a:srgbClr val="000000"/>
                </a:solidFill>
                <a:latin typeface="Arial"/>
                <a:ea typeface="Arial"/>
                <a:cs typeface="Arial"/>
              </a:defRPr>
            </a:lvl1pPr>
            <a:lvl2pPr algn="l">
              <a:defRPr sz="2700" b="0">
                <a:solidFill>
                  <a:srgbClr val="000000"/>
                </a:solidFill>
                <a:latin typeface="Arial"/>
                <a:ea typeface="Arial"/>
                <a:cs typeface="Arial"/>
              </a:defRPr>
            </a:lvl2pPr>
            <a:lvl3pPr algn="l">
              <a:defRPr sz="2700" b="0">
                <a:solidFill>
                  <a:srgbClr val="000000"/>
                </a:solidFill>
                <a:latin typeface="Arial"/>
                <a:ea typeface="Arial"/>
                <a:cs typeface="Arial"/>
              </a:defRPr>
            </a:lvl3pPr>
            <a:lvl4pPr algn="l">
              <a:defRPr sz="2700" b="0">
                <a:solidFill>
                  <a:srgbClr val="000000"/>
                </a:solidFill>
                <a:latin typeface="Arial"/>
                <a:ea typeface="Arial"/>
                <a:cs typeface="Arial"/>
              </a:defRPr>
            </a:lvl4pPr>
            <a:lvl5pPr algn="l">
              <a:defRPr sz="2700" b="0">
                <a:solidFill>
                  <a:srgbClr val="000000"/>
                </a:solidFill>
                <a:latin typeface="Arial"/>
                <a:ea typeface="Arial"/>
                <a:cs typeface="Arial"/>
              </a:defRPr>
            </a:lvl5pPr>
            <a:lvl6pPr algn="l">
              <a:defRPr sz="2700" b="0">
                <a:solidFill>
                  <a:srgbClr val="000000"/>
                </a:solidFill>
                <a:latin typeface="Arial"/>
                <a:ea typeface="Arial"/>
                <a:cs typeface="Arial"/>
              </a:defRPr>
            </a:lvl6pPr>
            <a:lvl7pPr algn="l">
              <a:defRPr sz="2700" b="0">
                <a:solidFill>
                  <a:srgbClr val="000000"/>
                </a:solidFill>
                <a:latin typeface="Arial"/>
                <a:ea typeface="Arial"/>
                <a:cs typeface="Arial"/>
              </a:defRPr>
            </a:lvl7pPr>
            <a:lvl8pPr algn="l">
              <a:defRPr sz="2700" b="0">
                <a:solidFill>
                  <a:srgbClr val="000000"/>
                </a:solidFill>
                <a:latin typeface="Arial"/>
                <a:ea typeface="Arial"/>
                <a:cs typeface="Arial"/>
              </a:defRPr>
            </a:lvl8pPr>
            <a:lvl9pPr algn="l">
              <a:defRPr sz="2700" b="0">
                <a:solidFill>
                  <a:srgbClr val="000000"/>
                </a:solidFill>
                <a:latin typeface="Arial"/>
                <a:ea typeface="Arial"/>
                <a:cs typeface="Arial"/>
              </a:defRPr>
            </a:lvl9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A357C4B3-A243-4EBF-8435-0290775E2C9D}"/>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F007CE92-AE67-4C80-9574-60E89D34D836}"/>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vl1pPr algn="l">
              <a:defRPr sz="1800" b="0">
                <a:solidFill>
                  <a:srgbClr val="000000"/>
                </a:solidFill>
                <a:latin typeface="Arial"/>
                <a:ea typeface="Arial"/>
                <a:cs typeface="Arial"/>
              </a:defRPr>
            </a:lvl1pPr>
            <a:lvl2pPr algn="l">
              <a:defRPr sz="1800" b="0">
                <a:solidFill>
                  <a:srgbClr val="000000"/>
                </a:solidFill>
                <a:latin typeface="Arial"/>
                <a:ea typeface="Arial"/>
                <a:cs typeface="Arial"/>
              </a:defRPr>
            </a:lvl2pPr>
            <a:lvl3pPr algn="l">
              <a:defRPr sz="1800" b="0">
                <a:solidFill>
                  <a:srgbClr val="000000"/>
                </a:solidFill>
                <a:latin typeface="Arial"/>
                <a:ea typeface="Arial"/>
                <a:cs typeface="Arial"/>
              </a:defRPr>
            </a:lvl3pPr>
            <a:lvl4pPr algn="l">
              <a:defRPr sz="1800" b="0">
                <a:solidFill>
                  <a:srgbClr val="000000"/>
                </a:solidFill>
                <a:latin typeface="Arial"/>
                <a:ea typeface="Arial"/>
                <a:cs typeface="Arial"/>
              </a:defRPr>
            </a:lvl4pPr>
            <a:lvl5pPr algn="l">
              <a:defRPr sz="1800" b="0">
                <a:solidFill>
                  <a:srgbClr val="000000"/>
                </a:solidFill>
                <a:latin typeface="Arial"/>
                <a:ea typeface="Arial"/>
                <a:cs typeface="Arial"/>
              </a:defRPr>
            </a:lvl5pPr>
            <a:lvl6pPr algn="l">
              <a:defRPr sz="1800" b="0">
                <a:solidFill>
                  <a:srgbClr val="000000"/>
                </a:solidFill>
                <a:latin typeface="Arial"/>
                <a:ea typeface="Arial"/>
                <a:cs typeface="Arial"/>
              </a:defRPr>
            </a:lvl6pPr>
            <a:lvl7pPr algn="l">
              <a:defRPr sz="1800" b="0">
                <a:solidFill>
                  <a:srgbClr val="000000"/>
                </a:solidFill>
                <a:latin typeface="Arial"/>
                <a:ea typeface="Arial"/>
                <a:cs typeface="Arial"/>
              </a:defRPr>
            </a:lvl7pPr>
            <a:lvl8pPr algn="l">
              <a:defRPr sz="1800" b="0">
                <a:solidFill>
                  <a:srgbClr val="000000"/>
                </a:solidFill>
                <a:latin typeface="Arial"/>
                <a:ea typeface="Arial"/>
                <a:cs typeface="Arial"/>
              </a:defRPr>
            </a:lvl8pPr>
            <a:lvl9pPr algn="l">
              <a:defRPr sz="1800" b="0">
                <a:solidFill>
                  <a:srgbClr val="000000"/>
                </a:solidFill>
                <a:latin typeface="Arial"/>
                <a:ea typeface="Arial"/>
                <a:cs typeface="Arial"/>
              </a:defRPr>
            </a:lvl9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8B4390DA-6DF6-4DBB-808B-7C1A3E220971}"/>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AB2F291A-033F-499D-B43C-EFFB212ED147}"/>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vl1pPr algn="l">
              <a:defRPr sz="1700" b="0">
                <a:solidFill>
                  <a:srgbClr val="000000"/>
                </a:solidFill>
                <a:latin typeface="Arial"/>
                <a:ea typeface="Arial"/>
                <a:cs typeface="Arial"/>
              </a:defRPr>
            </a:lvl1pPr>
            <a:lvl2pPr algn="l">
              <a:defRPr sz="1700" b="0">
                <a:solidFill>
                  <a:srgbClr val="000000"/>
                </a:solidFill>
                <a:latin typeface="Arial"/>
                <a:ea typeface="Arial"/>
                <a:cs typeface="Arial"/>
              </a:defRPr>
            </a:lvl2pPr>
            <a:lvl3pPr algn="l">
              <a:defRPr sz="1700" b="0">
                <a:solidFill>
                  <a:srgbClr val="000000"/>
                </a:solidFill>
                <a:latin typeface="Arial"/>
                <a:ea typeface="Arial"/>
                <a:cs typeface="Arial"/>
              </a:defRPr>
            </a:lvl3pPr>
            <a:lvl4pPr algn="l">
              <a:defRPr sz="1700" b="0">
                <a:solidFill>
                  <a:srgbClr val="000000"/>
                </a:solidFill>
                <a:latin typeface="Arial"/>
                <a:ea typeface="Arial"/>
                <a:cs typeface="Arial"/>
              </a:defRPr>
            </a:lvl4pPr>
            <a:lvl5pPr algn="l">
              <a:defRPr sz="1700" b="0">
                <a:solidFill>
                  <a:srgbClr val="000000"/>
                </a:solidFill>
                <a:latin typeface="Arial"/>
                <a:ea typeface="Arial"/>
                <a:cs typeface="Arial"/>
              </a:defRPr>
            </a:lvl5pPr>
            <a:lvl6pPr algn="l">
              <a:defRPr sz="1700" b="0">
                <a:solidFill>
                  <a:srgbClr val="000000"/>
                </a:solidFill>
                <a:latin typeface="Arial"/>
                <a:ea typeface="Arial"/>
                <a:cs typeface="Arial"/>
              </a:defRPr>
            </a:lvl6pPr>
            <a:lvl7pPr algn="l">
              <a:defRPr sz="1700" b="0">
                <a:solidFill>
                  <a:srgbClr val="000000"/>
                </a:solidFill>
                <a:latin typeface="Arial"/>
                <a:ea typeface="Arial"/>
                <a:cs typeface="Arial"/>
              </a:defRPr>
            </a:lvl7pPr>
            <a:lvl8pPr algn="l">
              <a:defRPr sz="1700" b="0">
                <a:solidFill>
                  <a:srgbClr val="000000"/>
                </a:solidFill>
                <a:latin typeface="Arial"/>
                <a:ea typeface="Arial"/>
                <a:cs typeface="Arial"/>
              </a:defRPr>
            </a:lvl8pPr>
            <a:lvl9pPr algn="l">
              <a:defRPr sz="1700" b="0">
                <a:solidFill>
                  <a:srgbClr val="000000"/>
                </a:solidFill>
                <a:latin typeface="Arial"/>
                <a:ea typeface="Arial"/>
                <a:cs typeface="Arial"/>
              </a:defRPr>
            </a:lvl9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20684952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9CF4A23-E3E5-4558-A789-6DF434DEE76E}"/>
              </a:ext>
            </a:extLst>
          </p:cNvPr>
          <p:cNvPicPr>
            <a:picLocks xmlns:a="http://schemas.openxmlformats.org/drawingml/2006/main" noChangeAspect="1"/>
          </p:cNvPicPr>
          <p:nvPr/>
        </p:nvPicPr>
        <p:blipFill>
          <a:blip xmlns:r="http://schemas.openxmlformats.org/officeDocument/2006/relationships" xmlns:a="http://schemas.openxmlformats.org/drawingml/2006/main" r:embed="Ra3e1e54e525b42c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3409E23-F7BA-4D00-97B1-1CD6D527E30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A6797BA5-5677-4F0C-96B1-3AFDB0D91D1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D17DB51E-A2DA-4E54-93F0-D576613FFBB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8817E7A4-6DE0-46BC-95D5-DD03DD68C63A}"/>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8F87E4C0-4A37-462B-9A56-8E0744F38C8E}"/>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B9D37D3F-D7E9-405D-9A9E-EFEF0E8D1628}"/>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E9F13CDF-A54A-4F61-879A-16DD05E1749A}"/>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A2DD24AA-04CF-4788-A6DE-D8BEF9A8EA29}"/>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42AC3D57-E0FD-4AEA-AFA2-F93C7D5E4B8C}"/>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C3DF74A0-CC19-4260-B2EB-FC050FC3A424}"/>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7A00D9DF-C5B1-46CE-A6BB-8FCE6CAD1C1B}"/>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17421207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7F92323-65DD-476C-BDFD-B2C266C62850}"/>
              </a:ext>
            </a:extLst>
          </p:cNvPr>
          <p:cNvPicPr>
            <a:picLocks xmlns:a="http://schemas.openxmlformats.org/drawingml/2006/main" noChangeAspect="1"/>
          </p:cNvPicPr>
          <p:nvPr/>
        </p:nvPicPr>
        <p:blipFill>
          <a:blip xmlns:r="http://schemas.openxmlformats.org/officeDocument/2006/relationships" xmlns:a="http://schemas.openxmlformats.org/drawingml/2006/main" r:embed="R46058a750438457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61C2C26-5446-47D2-82D7-32A66508001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123B2503-118D-4C8E-8ECC-BBBB321CD5F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D66BEE0A-BD24-4BC7-BB1F-A24B33EE2B3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4E25F31D-9B10-47E3-94CF-D2819AC66907}"/>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3D7A7B38-CB1F-45E7-AE31-99690C517A5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3211563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889CF9C-5809-4F72-AF15-A4820466812D}"/>
              </a:ext>
            </a:extLst>
          </p:cNvPr>
          <p:cNvPicPr>
            <a:picLocks xmlns:a="http://schemas.openxmlformats.org/drawingml/2006/main" noChangeAspect="1"/>
          </p:cNvPicPr>
          <p:nvPr/>
        </p:nvPicPr>
        <p:blipFill>
          <a:blip xmlns:r="http://schemas.openxmlformats.org/officeDocument/2006/relationships" xmlns:a="http://schemas.openxmlformats.org/drawingml/2006/main" r:embed="Ra76bf8e74086405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05EF952-8E5D-42DA-B86D-AE8C10DA68E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65887080-9512-41D6-8A40-0139A2CBA0D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480C2997-DD08-4EE1-9C4E-926EB4F8056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E26F10CE-AA41-41A8-89CB-F0AF2167A2A3}"/>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vl1pPr algn="l">
              <a:defRPr sz="2100" b="0">
                <a:solidFill>
                  <a:srgbClr val="000000"/>
                </a:solidFill>
                <a:latin typeface="DejaVu Sans Mono"/>
                <a:ea typeface="DejaVu Sans Mono"/>
                <a:cs typeface="DejaVu Sans Mono"/>
              </a:defRPr>
            </a:lvl1pPr>
            <a:lvl2pPr algn="l">
              <a:defRPr sz="2100" b="0">
                <a:solidFill>
                  <a:srgbClr val="000000"/>
                </a:solidFill>
                <a:latin typeface="DejaVu Sans Mono"/>
                <a:ea typeface="DejaVu Sans Mono"/>
                <a:cs typeface="DejaVu Sans Mono"/>
              </a:defRPr>
            </a:lvl2pPr>
            <a:lvl3pPr algn="l">
              <a:defRPr sz="2100" b="0">
                <a:solidFill>
                  <a:srgbClr val="000000"/>
                </a:solidFill>
                <a:latin typeface="DejaVu Sans Mono"/>
                <a:ea typeface="DejaVu Sans Mono"/>
                <a:cs typeface="DejaVu Sans Mono"/>
              </a:defRPr>
            </a:lvl3pPr>
            <a:lvl4pPr algn="l">
              <a:defRPr sz="2100" b="0">
                <a:solidFill>
                  <a:srgbClr val="000000"/>
                </a:solidFill>
                <a:latin typeface="DejaVu Sans Mono"/>
                <a:ea typeface="DejaVu Sans Mono"/>
                <a:cs typeface="DejaVu Sans Mono"/>
              </a:defRPr>
            </a:lvl4pPr>
            <a:lvl5pPr algn="l">
              <a:defRPr sz="2100" b="0">
                <a:solidFill>
                  <a:srgbClr val="000000"/>
                </a:solidFill>
                <a:latin typeface="DejaVu Sans Mono"/>
                <a:ea typeface="DejaVu Sans Mono"/>
                <a:cs typeface="DejaVu Sans Mono"/>
              </a:defRPr>
            </a:lvl5pPr>
            <a:lvl6pPr algn="l">
              <a:defRPr sz="2100" b="0">
                <a:solidFill>
                  <a:srgbClr val="000000"/>
                </a:solidFill>
                <a:latin typeface="DejaVu Sans Mono"/>
                <a:ea typeface="DejaVu Sans Mono"/>
                <a:cs typeface="DejaVu Sans Mono"/>
              </a:defRPr>
            </a:lvl6pPr>
            <a:lvl7pPr algn="l">
              <a:defRPr sz="2100" b="0">
                <a:solidFill>
                  <a:srgbClr val="000000"/>
                </a:solidFill>
                <a:latin typeface="DejaVu Sans Mono"/>
                <a:ea typeface="DejaVu Sans Mono"/>
                <a:cs typeface="DejaVu Sans Mono"/>
              </a:defRPr>
            </a:lvl7pPr>
            <a:lvl8pPr algn="l">
              <a:defRPr sz="2100" b="0">
                <a:solidFill>
                  <a:srgbClr val="000000"/>
                </a:solidFill>
                <a:latin typeface="DejaVu Sans Mono"/>
                <a:ea typeface="DejaVu Sans Mono"/>
                <a:cs typeface="DejaVu Sans Mono"/>
              </a:defRPr>
            </a:lvl8pPr>
            <a:lvl9pPr algn="l">
              <a:defRPr sz="2100" b="0">
                <a:solidFill>
                  <a:srgbClr val="000000"/>
                </a:solidFill>
                <a:latin typeface="DejaVu Sans Mono"/>
                <a:ea typeface="DejaVu Sans Mono"/>
                <a:cs typeface="DejaVu Sans Mono"/>
              </a:defRPr>
            </a:lvl9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7E315444-DFD3-4420-980A-EEBF0196DE2B}"/>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vl1pPr algn="l">
              <a:defRPr sz="3500" b="1">
                <a:solidFill>
                  <a:srgbClr val="000000"/>
                </a:solidFill>
                <a:latin typeface="Arial"/>
                <a:ea typeface="Arial"/>
                <a:cs typeface="Arial"/>
              </a:defRPr>
            </a:lvl1pPr>
            <a:lvl2pPr algn="l">
              <a:defRPr sz="3500" b="1">
                <a:solidFill>
                  <a:srgbClr val="000000"/>
                </a:solidFill>
                <a:latin typeface="Arial"/>
                <a:ea typeface="Arial"/>
                <a:cs typeface="Arial"/>
              </a:defRPr>
            </a:lvl2pPr>
            <a:lvl3pPr algn="l">
              <a:defRPr sz="3500" b="1">
                <a:solidFill>
                  <a:srgbClr val="000000"/>
                </a:solidFill>
                <a:latin typeface="Arial"/>
                <a:ea typeface="Arial"/>
                <a:cs typeface="Arial"/>
              </a:defRPr>
            </a:lvl3pPr>
            <a:lvl4pPr algn="l">
              <a:defRPr sz="3500" b="1">
                <a:solidFill>
                  <a:srgbClr val="000000"/>
                </a:solidFill>
                <a:latin typeface="Arial"/>
                <a:ea typeface="Arial"/>
                <a:cs typeface="Arial"/>
              </a:defRPr>
            </a:lvl4pPr>
            <a:lvl5pPr algn="l">
              <a:defRPr sz="3500" b="1">
                <a:solidFill>
                  <a:srgbClr val="000000"/>
                </a:solidFill>
                <a:latin typeface="Arial"/>
                <a:ea typeface="Arial"/>
                <a:cs typeface="Arial"/>
              </a:defRPr>
            </a:lvl5pPr>
            <a:lvl6pPr algn="l">
              <a:defRPr sz="3500" b="1">
                <a:solidFill>
                  <a:srgbClr val="000000"/>
                </a:solidFill>
                <a:latin typeface="Arial"/>
                <a:ea typeface="Arial"/>
                <a:cs typeface="Arial"/>
              </a:defRPr>
            </a:lvl6pPr>
            <a:lvl7pPr algn="l">
              <a:defRPr sz="3500" b="1">
                <a:solidFill>
                  <a:srgbClr val="000000"/>
                </a:solidFill>
                <a:latin typeface="Arial"/>
                <a:ea typeface="Arial"/>
                <a:cs typeface="Arial"/>
              </a:defRPr>
            </a:lvl7pPr>
            <a:lvl8pPr algn="l">
              <a:defRPr sz="3500" b="1">
                <a:solidFill>
                  <a:srgbClr val="000000"/>
                </a:solidFill>
                <a:latin typeface="Arial"/>
                <a:ea typeface="Arial"/>
                <a:cs typeface="Arial"/>
              </a:defRPr>
            </a:lvl8pPr>
            <a:lvl9pPr algn="l">
              <a:defRPr sz="3500" b="1">
                <a:solidFill>
                  <a:srgbClr val="000000"/>
                </a:solidFill>
                <a:latin typeface="Arial"/>
                <a:ea typeface="Arial"/>
                <a:cs typeface="Arial"/>
              </a:defRPr>
            </a:lvl9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F01FB35B-2568-47B2-814E-2A4EDB88F537}"/>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vl1pPr algn="l">
              <a:defRPr sz="2200" b="0">
                <a:solidFill>
                  <a:srgbClr val="000000"/>
                </a:solidFill>
                <a:latin typeface="Arial"/>
                <a:ea typeface="Arial"/>
                <a:cs typeface="Arial"/>
              </a:defRPr>
            </a:lvl1pPr>
            <a:lvl2pPr algn="l">
              <a:defRPr sz="2200" b="0">
                <a:solidFill>
                  <a:srgbClr val="000000"/>
                </a:solidFill>
                <a:latin typeface="Arial"/>
                <a:ea typeface="Arial"/>
                <a:cs typeface="Arial"/>
              </a:defRPr>
            </a:lvl2pPr>
            <a:lvl3pPr algn="l">
              <a:defRPr sz="2200" b="0">
                <a:solidFill>
                  <a:srgbClr val="000000"/>
                </a:solidFill>
                <a:latin typeface="Arial"/>
                <a:ea typeface="Arial"/>
                <a:cs typeface="Arial"/>
              </a:defRPr>
            </a:lvl3pPr>
            <a:lvl4pPr algn="l">
              <a:defRPr sz="2200" b="0">
                <a:solidFill>
                  <a:srgbClr val="000000"/>
                </a:solidFill>
                <a:latin typeface="Arial"/>
                <a:ea typeface="Arial"/>
                <a:cs typeface="Arial"/>
              </a:defRPr>
            </a:lvl4pPr>
            <a:lvl5pPr algn="l">
              <a:defRPr sz="2200" b="0">
                <a:solidFill>
                  <a:srgbClr val="000000"/>
                </a:solidFill>
                <a:latin typeface="Arial"/>
                <a:ea typeface="Arial"/>
                <a:cs typeface="Arial"/>
              </a:defRPr>
            </a:lvl5pPr>
            <a:lvl6pPr algn="l">
              <a:defRPr sz="2200" b="0">
                <a:solidFill>
                  <a:srgbClr val="000000"/>
                </a:solidFill>
                <a:latin typeface="Arial"/>
                <a:ea typeface="Arial"/>
                <a:cs typeface="Arial"/>
              </a:defRPr>
            </a:lvl6pPr>
            <a:lvl7pPr algn="l">
              <a:defRPr sz="2200" b="0">
                <a:solidFill>
                  <a:srgbClr val="000000"/>
                </a:solidFill>
                <a:latin typeface="Arial"/>
                <a:ea typeface="Arial"/>
                <a:cs typeface="Arial"/>
              </a:defRPr>
            </a:lvl7pPr>
            <a:lvl8pPr algn="l">
              <a:defRPr sz="2200" b="0">
                <a:solidFill>
                  <a:srgbClr val="000000"/>
                </a:solidFill>
                <a:latin typeface="Arial"/>
                <a:ea typeface="Arial"/>
                <a:cs typeface="Arial"/>
              </a:defRPr>
            </a:lvl8pPr>
            <a:lvl9pPr algn="l">
              <a:defRPr sz="2200" b="0">
                <a:solidFill>
                  <a:srgbClr val="000000"/>
                </a:solidFill>
                <a:latin typeface="Arial"/>
                <a:ea typeface="Arial"/>
                <a:cs typeface="Arial"/>
              </a:defRPr>
            </a:lvl9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77A4D327-DB61-450E-B123-781A620BDB7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8523595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2E670E9-EE2E-4E60-AECC-4AAFFCB8169B}"/>
              </a:ext>
            </a:extLst>
          </p:cNvPr>
          <p:cNvPicPr>
            <a:picLocks xmlns:a="http://schemas.openxmlformats.org/drawingml/2006/main" noChangeAspect="1"/>
          </p:cNvPicPr>
          <p:nvPr/>
        </p:nvPicPr>
        <p:blipFill>
          <a:blip xmlns:r="http://schemas.openxmlformats.org/officeDocument/2006/relationships" xmlns:a="http://schemas.openxmlformats.org/drawingml/2006/main" r:embed="Re8cf05baeb62418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D06B9B7-8E80-48AE-AAB6-A66BA7C4DD4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8C1D3431-35EC-4AC0-8A0D-A130199836E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04789F94-CEFF-457B-8C36-85852CDADB6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FAC6A83B-BFF8-4A23-9427-7A5F147FB489}"/>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vl1pPr algn="l">
              <a:defRPr sz="5400" b="1">
                <a:solidFill>
                  <a:srgbClr val="000000"/>
                </a:solidFill>
                <a:latin typeface="Arial"/>
                <a:ea typeface="Arial"/>
                <a:cs typeface="Arial"/>
              </a:defRPr>
            </a:lvl1pPr>
            <a:lvl2pPr algn="l">
              <a:defRPr sz="5400" b="1">
                <a:solidFill>
                  <a:srgbClr val="000000"/>
                </a:solidFill>
                <a:latin typeface="Arial"/>
                <a:ea typeface="Arial"/>
                <a:cs typeface="Arial"/>
              </a:defRPr>
            </a:lvl2pPr>
            <a:lvl3pPr algn="l">
              <a:defRPr sz="5400" b="1">
                <a:solidFill>
                  <a:srgbClr val="000000"/>
                </a:solidFill>
                <a:latin typeface="Arial"/>
                <a:ea typeface="Arial"/>
                <a:cs typeface="Arial"/>
              </a:defRPr>
            </a:lvl3pPr>
            <a:lvl4pPr algn="l">
              <a:defRPr sz="5400" b="1">
                <a:solidFill>
                  <a:srgbClr val="000000"/>
                </a:solidFill>
                <a:latin typeface="Arial"/>
                <a:ea typeface="Arial"/>
                <a:cs typeface="Arial"/>
              </a:defRPr>
            </a:lvl4pPr>
            <a:lvl5pPr algn="l">
              <a:defRPr sz="5400" b="1">
                <a:solidFill>
                  <a:srgbClr val="000000"/>
                </a:solidFill>
                <a:latin typeface="Arial"/>
                <a:ea typeface="Arial"/>
                <a:cs typeface="Arial"/>
              </a:defRPr>
            </a:lvl5pPr>
            <a:lvl6pPr algn="l">
              <a:defRPr sz="5400" b="1">
                <a:solidFill>
                  <a:srgbClr val="000000"/>
                </a:solidFill>
                <a:latin typeface="Arial"/>
                <a:ea typeface="Arial"/>
                <a:cs typeface="Arial"/>
              </a:defRPr>
            </a:lvl6pPr>
            <a:lvl7pPr algn="l">
              <a:defRPr sz="5400" b="1">
                <a:solidFill>
                  <a:srgbClr val="000000"/>
                </a:solidFill>
                <a:latin typeface="Arial"/>
                <a:ea typeface="Arial"/>
                <a:cs typeface="Arial"/>
              </a:defRPr>
            </a:lvl7pPr>
            <a:lvl8pPr algn="l">
              <a:defRPr sz="5400" b="1">
                <a:solidFill>
                  <a:srgbClr val="000000"/>
                </a:solidFill>
                <a:latin typeface="Arial"/>
                <a:ea typeface="Arial"/>
                <a:cs typeface="Arial"/>
              </a:defRPr>
            </a:lvl8pPr>
            <a:lvl9pPr algn="l">
              <a:defRPr sz="5400" b="1">
                <a:solidFill>
                  <a:srgbClr val="000000"/>
                </a:solidFill>
                <a:latin typeface="Arial"/>
                <a:ea typeface="Arial"/>
                <a:cs typeface="Arial"/>
              </a:defRPr>
            </a:lvl9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14B03536-9055-443D-A78B-0004053CB2A3}"/>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544638DD-E4BC-42D8-867F-7C04AB0168B9}"/>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9A3231D5-A7BD-40B6-B34E-38542DF228E3}"/>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vl1pPr algn="l">
              <a:defRPr sz="5400" b="1">
                <a:solidFill>
                  <a:srgbClr val="000000"/>
                </a:solidFill>
                <a:latin typeface="Arial"/>
                <a:ea typeface="Arial"/>
                <a:cs typeface="Arial"/>
              </a:defRPr>
            </a:lvl1pPr>
            <a:lvl2pPr algn="l">
              <a:defRPr sz="5400" b="1">
                <a:solidFill>
                  <a:srgbClr val="000000"/>
                </a:solidFill>
                <a:latin typeface="Arial"/>
                <a:ea typeface="Arial"/>
                <a:cs typeface="Arial"/>
              </a:defRPr>
            </a:lvl2pPr>
            <a:lvl3pPr algn="l">
              <a:defRPr sz="5400" b="1">
                <a:solidFill>
                  <a:srgbClr val="000000"/>
                </a:solidFill>
                <a:latin typeface="Arial"/>
                <a:ea typeface="Arial"/>
                <a:cs typeface="Arial"/>
              </a:defRPr>
            </a:lvl3pPr>
            <a:lvl4pPr algn="l">
              <a:defRPr sz="5400" b="1">
                <a:solidFill>
                  <a:srgbClr val="000000"/>
                </a:solidFill>
                <a:latin typeface="Arial"/>
                <a:ea typeface="Arial"/>
                <a:cs typeface="Arial"/>
              </a:defRPr>
            </a:lvl4pPr>
            <a:lvl5pPr algn="l">
              <a:defRPr sz="5400" b="1">
                <a:solidFill>
                  <a:srgbClr val="000000"/>
                </a:solidFill>
                <a:latin typeface="Arial"/>
                <a:ea typeface="Arial"/>
                <a:cs typeface="Arial"/>
              </a:defRPr>
            </a:lvl5pPr>
            <a:lvl6pPr algn="l">
              <a:defRPr sz="5400" b="1">
                <a:solidFill>
                  <a:srgbClr val="000000"/>
                </a:solidFill>
                <a:latin typeface="Arial"/>
                <a:ea typeface="Arial"/>
                <a:cs typeface="Arial"/>
              </a:defRPr>
            </a:lvl6pPr>
            <a:lvl7pPr algn="l">
              <a:defRPr sz="5400" b="1">
                <a:solidFill>
                  <a:srgbClr val="000000"/>
                </a:solidFill>
                <a:latin typeface="Arial"/>
                <a:ea typeface="Arial"/>
                <a:cs typeface="Arial"/>
              </a:defRPr>
            </a:lvl7pPr>
            <a:lvl8pPr algn="l">
              <a:defRPr sz="5400" b="1">
                <a:solidFill>
                  <a:srgbClr val="000000"/>
                </a:solidFill>
                <a:latin typeface="Arial"/>
                <a:ea typeface="Arial"/>
                <a:cs typeface="Arial"/>
              </a:defRPr>
            </a:lvl8pPr>
            <a:lvl9pPr algn="l">
              <a:defRPr sz="5400" b="1">
                <a:solidFill>
                  <a:srgbClr val="000000"/>
                </a:solidFill>
                <a:latin typeface="Arial"/>
                <a:ea typeface="Arial"/>
                <a:cs typeface="Arial"/>
              </a:defRPr>
            </a:lvl9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447FC649-8528-4867-8349-E372A0426CDA}"/>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C8D74A18-26FB-43C0-B244-682FE0A0E37D}"/>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98A2C349-F490-45C6-A470-EC4BEC71A041}"/>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vl1pPr algn="l">
              <a:defRPr sz="3000" b="1">
                <a:solidFill>
                  <a:srgbClr val="000000"/>
                </a:solidFill>
                <a:latin typeface="Arial"/>
                <a:ea typeface="Arial"/>
                <a:cs typeface="Arial"/>
              </a:defRPr>
            </a:lvl1pPr>
            <a:lvl2pPr algn="l">
              <a:defRPr sz="3000" b="1">
                <a:solidFill>
                  <a:srgbClr val="000000"/>
                </a:solidFill>
                <a:latin typeface="Arial"/>
                <a:ea typeface="Arial"/>
                <a:cs typeface="Arial"/>
              </a:defRPr>
            </a:lvl2pPr>
            <a:lvl3pPr algn="l">
              <a:defRPr sz="3000" b="1">
                <a:solidFill>
                  <a:srgbClr val="000000"/>
                </a:solidFill>
                <a:latin typeface="Arial"/>
                <a:ea typeface="Arial"/>
                <a:cs typeface="Arial"/>
              </a:defRPr>
            </a:lvl3pPr>
            <a:lvl4pPr algn="l">
              <a:defRPr sz="3000" b="1">
                <a:solidFill>
                  <a:srgbClr val="000000"/>
                </a:solidFill>
                <a:latin typeface="Arial"/>
                <a:ea typeface="Arial"/>
                <a:cs typeface="Arial"/>
              </a:defRPr>
            </a:lvl4pPr>
            <a:lvl5pPr algn="l">
              <a:defRPr sz="3000" b="1">
                <a:solidFill>
                  <a:srgbClr val="000000"/>
                </a:solidFill>
                <a:latin typeface="Arial"/>
                <a:ea typeface="Arial"/>
                <a:cs typeface="Arial"/>
              </a:defRPr>
            </a:lvl5pPr>
            <a:lvl6pPr algn="l">
              <a:defRPr sz="3000" b="1">
                <a:solidFill>
                  <a:srgbClr val="000000"/>
                </a:solidFill>
                <a:latin typeface="Arial"/>
                <a:ea typeface="Arial"/>
                <a:cs typeface="Arial"/>
              </a:defRPr>
            </a:lvl6pPr>
            <a:lvl7pPr algn="l">
              <a:defRPr sz="3000" b="1">
                <a:solidFill>
                  <a:srgbClr val="000000"/>
                </a:solidFill>
                <a:latin typeface="Arial"/>
                <a:ea typeface="Arial"/>
                <a:cs typeface="Arial"/>
              </a:defRPr>
            </a:lvl7pPr>
            <a:lvl8pPr algn="l">
              <a:defRPr sz="3000" b="1">
                <a:solidFill>
                  <a:srgbClr val="000000"/>
                </a:solidFill>
                <a:latin typeface="Arial"/>
                <a:ea typeface="Arial"/>
                <a:cs typeface="Arial"/>
              </a:defRPr>
            </a:lvl8pPr>
            <a:lvl9pPr algn="l">
              <a:defRPr sz="3000" b="1">
                <a:solidFill>
                  <a:srgbClr val="000000"/>
                </a:solidFill>
                <a:latin typeface="Arial"/>
                <a:ea typeface="Arial"/>
                <a:cs typeface="Arial"/>
              </a:defRPr>
            </a:lvl9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11417B40-AF31-4258-BADC-BB8D0C340470}"/>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3317AA43-1559-493C-9926-E2AEA1E91EB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2408077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04F014F-84D1-438A-AE25-99AB625E040F}"/>
              </a:ext>
            </a:extLst>
          </p:cNvPr>
          <p:cNvPicPr>
            <a:picLocks xmlns:a="http://schemas.openxmlformats.org/drawingml/2006/main" noChangeAspect="1"/>
          </p:cNvPicPr>
          <p:nvPr/>
        </p:nvPicPr>
        <p:blipFill>
          <a:blip xmlns:r="http://schemas.openxmlformats.org/officeDocument/2006/relationships" xmlns:a="http://schemas.openxmlformats.org/drawingml/2006/main" r:embed="R8a264dac7a7c433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B8841F6-16BD-4C3B-B2E0-E7675DDFD0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0F57F3A4-495A-4BD7-880D-09112EC410F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8C1F90F0-BFF7-4C9B-AC00-D7EEE2761AC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63C7132F-B73D-4E99-B7B8-66CF85BC243E}"/>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15ADCD13-4468-4899-BE3D-FE3666359F84}"/>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B6A8E3FF-2813-447F-A8D7-D73AED767D1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2046692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1B0A156-E2F2-4DF1-A9D8-E3894CC46119}"/>
              </a:ext>
            </a:extLst>
          </p:cNvPr>
          <p:cNvPicPr>
            <a:picLocks xmlns:a="http://schemas.openxmlformats.org/drawingml/2006/main" noChangeAspect="1"/>
          </p:cNvPicPr>
          <p:nvPr/>
        </p:nvPicPr>
        <p:blipFill>
          <a:blip xmlns:r="http://schemas.openxmlformats.org/officeDocument/2006/relationships" xmlns:a="http://schemas.openxmlformats.org/drawingml/2006/main" r:embed="R4e36df34f3e2474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85711A7-8505-45E1-93B9-91EAA510EA6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36DA86D7-1A3E-49E3-984D-BC120EF8080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A13C8648-E9C5-4FB7-9EA0-78E30B48C3D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4A20FDD3-E335-4157-9BF3-EACA5BF56D9D}"/>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vl1pPr algn="l">
              <a:defRPr sz="2100" b="0">
                <a:solidFill>
                  <a:srgbClr val="000000"/>
                </a:solidFill>
                <a:latin typeface="DejaVu Sans Mono"/>
                <a:ea typeface="DejaVu Sans Mono"/>
                <a:cs typeface="DejaVu Sans Mono"/>
              </a:defRPr>
            </a:lvl1pPr>
            <a:lvl2pPr algn="l">
              <a:defRPr sz="2100" b="0">
                <a:solidFill>
                  <a:srgbClr val="000000"/>
                </a:solidFill>
                <a:latin typeface="DejaVu Sans Mono"/>
                <a:ea typeface="DejaVu Sans Mono"/>
                <a:cs typeface="DejaVu Sans Mono"/>
              </a:defRPr>
            </a:lvl2pPr>
            <a:lvl3pPr algn="l">
              <a:defRPr sz="2100" b="0">
                <a:solidFill>
                  <a:srgbClr val="000000"/>
                </a:solidFill>
                <a:latin typeface="DejaVu Sans Mono"/>
                <a:ea typeface="DejaVu Sans Mono"/>
                <a:cs typeface="DejaVu Sans Mono"/>
              </a:defRPr>
            </a:lvl3pPr>
            <a:lvl4pPr algn="l">
              <a:defRPr sz="2100" b="0">
                <a:solidFill>
                  <a:srgbClr val="000000"/>
                </a:solidFill>
                <a:latin typeface="DejaVu Sans Mono"/>
                <a:ea typeface="DejaVu Sans Mono"/>
                <a:cs typeface="DejaVu Sans Mono"/>
              </a:defRPr>
            </a:lvl4pPr>
            <a:lvl5pPr algn="l">
              <a:defRPr sz="2100" b="0">
                <a:solidFill>
                  <a:srgbClr val="000000"/>
                </a:solidFill>
                <a:latin typeface="DejaVu Sans Mono"/>
                <a:ea typeface="DejaVu Sans Mono"/>
                <a:cs typeface="DejaVu Sans Mono"/>
              </a:defRPr>
            </a:lvl5pPr>
            <a:lvl6pPr algn="l">
              <a:defRPr sz="2100" b="0">
                <a:solidFill>
                  <a:srgbClr val="000000"/>
                </a:solidFill>
                <a:latin typeface="DejaVu Sans Mono"/>
                <a:ea typeface="DejaVu Sans Mono"/>
                <a:cs typeface="DejaVu Sans Mono"/>
              </a:defRPr>
            </a:lvl6pPr>
            <a:lvl7pPr algn="l">
              <a:defRPr sz="2100" b="0">
                <a:solidFill>
                  <a:srgbClr val="000000"/>
                </a:solidFill>
                <a:latin typeface="DejaVu Sans Mono"/>
                <a:ea typeface="DejaVu Sans Mono"/>
                <a:cs typeface="DejaVu Sans Mono"/>
              </a:defRPr>
            </a:lvl7pPr>
            <a:lvl8pPr algn="l">
              <a:defRPr sz="2100" b="0">
                <a:solidFill>
                  <a:srgbClr val="000000"/>
                </a:solidFill>
                <a:latin typeface="DejaVu Sans Mono"/>
                <a:ea typeface="DejaVu Sans Mono"/>
                <a:cs typeface="DejaVu Sans Mono"/>
              </a:defRPr>
            </a:lvl8pPr>
            <a:lvl9pPr algn="l">
              <a:defRPr sz="2100" b="0">
                <a:solidFill>
                  <a:srgbClr val="000000"/>
                </a:solidFill>
                <a:latin typeface="DejaVu Sans Mono"/>
                <a:ea typeface="DejaVu Sans Mono"/>
                <a:cs typeface="DejaVu Sans Mono"/>
              </a:defRPr>
            </a:lvl9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2EDD55C6-8D7F-42CE-93AA-4418B44AAAC5}"/>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vl1pPr algn="l">
              <a:defRPr sz="2900" b="1">
                <a:solidFill>
                  <a:srgbClr val="000000"/>
                </a:solidFill>
                <a:latin typeface="Arial"/>
                <a:ea typeface="Arial"/>
                <a:cs typeface="Arial"/>
              </a:defRPr>
            </a:lvl1pPr>
            <a:lvl2pPr algn="l">
              <a:defRPr sz="2900" b="1">
                <a:solidFill>
                  <a:srgbClr val="000000"/>
                </a:solidFill>
                <a:latin typeface="Arial"/>
                <a:ea typeface="Arial"/>
                <a:cs typeface="Arial"/>
              </a:defRPr>
            </a:lvl2pPr>
            <a:lvl3pPr algn="l">
              <a:defRPr sz="2900" b="1">
                <a:solidFill>
                  <a:srgbClr val="000000"/>
                </a:solidFill>
                <a:latin typeface="Arial"/>
                <a:ea typeface="Arial"/>
                <a:cs typeface="Arial"/>
              </a:defRPr>
            </a:lvl3pPr>
            <a:lvl4pPr algn="l">
              <a:defRPr sz="2900" b="1">
                <a:solidFill>
                  <a:srgbClr val="000000"/>
                </a:solidFill>
                <a:latin typeface="Arial"/>
                <a:ea typeface="Arial"/>
                <a:cs typeface="Arial"/>
              </a:defRPr>
            </a:lvl4pPr>
            <a:lvl5pPr algn="l">
              <a:defRPr sz="2900" b="1">
                <a:solidFill>
                  <a:srgbClr val="000000"/>
                </a:solidFill>
                <a:latin typeface="Arial"/>
                <a:ea typeface="Arial"/>
                <a:cs typeface="Arial"/>
              </a:defRPr>
            </a:lvl5pPr>
            <a:lvl6pPr algn="l">
              <a:defRPr sz="2900" b="1">
                <a:solidFill>
                  <a:srgbClr val="000000"/>
                </a:solidFill>
                <a:latin typeface="Arial"/>
                <a:ea typeface="Arial"/>
                <a:cs typeface="Arial"/>
              </a:defRPr>
            </a:lvl6pPr>
            <a:lvl7pPr algn="l">
              <a:defRPr sz="2900" b="1">
                <a:solidFill>
                  <a:srgbClr val="000000"/>
                </a:solidFill>
                <a:latin typeface="Arial"/>
                <a:ea typeface="Arial"/>
                <a:cs typeface="Arial"/>
              </a:defRPr>
            </a:lvl7pPr>
            <a:lvl8pPr algn="l">
              <a:defRPr sz="2900" b="1">
                <a:solidFill>
                  <a:srgbClr val="000000"/>
                </a:solidFill>
                <a:latin typeface="Arial"/>
                <a:ea typeface="Arial"/>
                <a:cs typeface="Arial"/>
              </a:defRPr>
            </a:lvl8pPr>
            <a:lvl9pPr algn="l">
              <a:defRPr sz="2900" b="1">
                <a:solidFill>
                  <a:srgbClr val="000000"/>
                </a:solidFill>
                <a:latin typeface="Arial"/>
                <a:ea typeface="Arial"/>
                <a:cs typeface="Arial"/>
              </a:defRPr>
            </a:lvl9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15339937-16B1-4FCF-89D1-3693E99EE76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11582974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DD242F1-B62F-4B91-BD5D-DBC214297606}"/>
              </a:ext>
            </a:extLst>
          </p:cNvPr>
          <p:cNvPicPr>
            <a:picLocks xmlns:a="http://schemas.openxmlformats.org/drawingml/2006/main" noChangeAspect="1"/>
          </p:cNvPicPr>
          <p:nvPr/>
        </p:nvPicPr>
        <p:blipFill>
          <a:blip xmlns:r="http://schemas.openxmlformats.org/officeDocument/2006/relationships" xmlns:a="http://schemas.openxmlformats.org/drawingml/2006/main" r:embed="Re460d3b0b0a94c0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86905EC-0353-4C8B-A032-D2E444C33BB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97839A3B-2E4D-46EF-8D12-4B69EF7C56A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D0370DCE-C4D2-40FC-B5C2-2BCA13884BD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287E5B1D-1E62-42DE-945B-A444BEE44180}"/>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vl1pPr algn="l">
              <a:defRPr sz="2100" b="0">
                <a:solidFill>
                  <a:srgbClr val="000000"/>
                </a:solidFill>
                <a:latin typeface="DejaVu Sans Mono"/>
                <a:ea typeface="DejaVu Sans Mono"/>
                <a:cs typeface="DejaVu Sans Mono"/>
              </a:defRPr>
            </a:lvl1pPr>
            <a:lvl2pPr algn="l">
              <a:defRPr sz="2100" b="0">
                <a:solidFill>
                  <a:srgbClr val="000000"/>
                </a:solidFill>
                <a:latin typeface="DejaVu Sans Mono"/>
                <a:ea typeface="DejaVu Sans Mono"/>
                <a:cs typeface="DejaVu Sans Mono"/>
              </a:defRPr>
            </a:lvl2pPr>
            <a:lvl3pPr algn="l">
              <a:defRPr sz="2100" b="0">
                <a:solidFill>
                  <a:srgbClr val="000000"/>
                </a:solidFill>
                <a:latin typeface="DejaVu Sans Mono"/>
                <a:ea typeface="DejaVu Sans Mono"/>
                <a:cs typeface="DejaVu Sans Mono"/>
              </a:defRPr>
            </a:lvl3pPr>
            <a:lvl4pPr algn="l">
              <a:defRPr sz="2100" b="0">
                <a:solidFill>
                  <a:srgbClr val="000000"/>
                </a:solidFill>
                <a:latin typeface="DejaVu Sans Mono"/>
                <a:ea typeface="DejaVu Sans Mono"/>
                <a:cs typeface="DejaVu Sans Mono"/>
              </a:defRPr>
            </a:lvl4pPr>
            <a:lvl5pPr algn="l">
              <a:defRPr sz="2100" b="0">
                <a:solidFill>
                  <a:srgbClr val="000000"/>
                </a:solidFill>
                <a:latin typeface="DejaVu Sans Mono"/>
                <a:ea typeface="DejaVu Sans Mono"/>
                <a:cs typeface="DejaVu Sans Mono"/>
              </a:defRPr>
            </a:lvl5pPr>
            <a:lvl6pPr algn="l">
              <a:defRPr sz="2100" b="0">
                <a:solidFill>
                  <a:srgbClr val="000000"/>
                </a:solidFill>
                <a:latin typeface="DejaVu Sans Mono"/>
                <a:ea typeface="DejaVu Sans Mono"/>
                <a:cs typeface="DejaVu Sans Mono"/>
              </a:defRPr>
            </a:lvl6pPr>
            <a:lvl7pPr algn="l">
              <a:defRPr sz="2100" b="0">
                <a:solidFill>
                  <a:srgbClr val="000000"/>
                </a:solidFill>
                <a:latin typeface="DejaVu Sans Mono"/>
                <a:ea typeface="DejaVu Sans Mono"/>
                <a:cs typeface="DejaVu Sans Mono"/>
              </a:defRPr>
            </a:lvl7pPr>
            <a:lvl8pPr algn="l">
              <a:defRPr sz="2100" b="0">
                <a:solidFill>
                  <a:srgbClr val="000000"/>
                </a:solidFill>
                <a:latin typeface="DejaVu Sans Mono"/>
                <a:ea typeface="DejaVu Sans Mono"/>
                <a:cs typeface="DejaVu Sans Mono"/>
              </a:defRPr>
            </a:lvl8pPr>
            <a:lvl9pPr algn="l">
              <a:defRPr sz="2100" b="0">
                <a:solidFill>
                  <a:srgbClr val="000000"/>
                </a:solidFill>
                <a:latin typeface="DejaVu Sans Mono"/>
                <a:ea typeface="DejaVu Sans Mono"/>
                <a:cs typeface="DejaVu Sans Mono"/>
              </a:defRPr>
            </a:lvl9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D1E1F4C6-5F57-4B52-9269-BB2F73EDEF5A}"/>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vl1pPr algn="l">
              <a:defRPr sz="4800" b="1">
                <a:solidFill>
                  <a:srgbClr val="000000"/>
                </a:solidFill>
                <a:latin typeface="Arial"/>
                <a:ea typeface="Arial"/>
                <a:cs typeface="Arial"/>
              </a:defRPr>
            </a:lvl1pPr>
            <a:lvl2pPr algn="l">
              <a:defRPr sz="4800" b="1">
                <a:solidFill>
                  <a:srgbClr val="000000"/>
                </a:solidFill>
                <a:latin typeface="Arial"/>
                <a:ea typeface="Arial"/>
                <a:cs typeface="Arial"/>
              </a:defRPr>
            </a:lvl2pPr>
            <a:lvl3pPr algn="l">
              <a:defRPr sz="4800" b="1">
                <a:solidFill>
                  <a:srgbClr val="000000"/>
                </a:solidFill>
                <a:latin typeface="Arial"/>
                <a:ea typeface="Arial"/>
                <a:cs typeface="Arial"/>
              </a:defRPr>
            </a:lvl3pPr>
            <a:lvl4pPr algn="l">
              <a:defRPr sz="4800" b="1">
                <a:solidFill>
                  <a:srgbClr val="000000"/>
                </a:solidFill>
                <a:latin typeface="Arial"/>
                <a:ea typeface="Arial"/>
                <a:cs typeface="Arial"/>
              </a:defRPr>
            </a:lvl4pPr>
            <a:lvl5pPr algn="l">
              <a:defRPr sz="4800" b="1">
                <a:solidFill>
                  <a:srgbClr val="000000"/>
                </a:solidFill>
                <a:latin typeface="Arial"/>
                <a:ea typeface="Arial"/>
                <a:cs typeface="Arial"/>
              </a:defRPr>
            </a:lvl5pPr>
            <a:lvl6pPr algn="l">
              <a:defRPr sz="4800" b="1">
                <a:solidFill>
                  <a:srgbClr val="000000"/>
                </a:solidFill>
                <a:latin typeface="Arial"/>
                <a:ea typeface="Arial"/>
                <a:cs typeface="Arial"/>
              </a:defRPr>
            </a:lvl6pPr>
            <a:lvl7pPr algn="l">
              <a:defRPr sz="4800" b="1">
                <a:solidFill>
                  <a:srgbClr val="000000"/>
                </a:solidFill>
                <a:latin typeface="Arial"/>
                <a:ea typeface="Arial"/>
                <a:cs typeface="Arial"/>
              </a:defRPr>
            </a:lvl7pPr>
            <a:lvl8pPr algn="l">
              <a:defRPr sz="4800" b="1">
                <a:solidFill>
                  <a:srgbClr val="000000"/>
                </a:solidFill>
                <a:latin typeface="Arial"/>
                <a:ea typeface="Arial"/>
                <a:cs typeface="Arial"/>
              </a:defRPr>
            </a:lvl8pPr>
            <a:lvl9pPr algn="l">
              <a:defRPr sz="4800" b="1">
                <a:solidFill>
                  <a:srgbClr val="000000"/>
                </a:solidFill>
                <a:latin typeface="Arial"/>
                <a:ea typeface="Arial"/>
                <a:cs typeface="Arial"/>
              </a:defRPr>
            </a:lvl9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054EDFC0-F238-4255-B695-DADB19670526}"/>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4FA26A8B-B63F-4081-8C59-B9C84027C89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19941451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456BCD7-AA66-450A-8706-50590BDB078B}"/>
              </a:ext>
            </a:extLst>
          </p:cNvPr>
          <p:cNvPicPr>
            <a:picLocks xmlns:a="http://schemas.openxmlformats.org/drawingml/2006/main" noChangeAspect="1"/>
          </p:cNvPicPr>
          <p:nvPr/>
        </p:nvPicPr>
        <p:blipFill>
          <a:blip xmlns:r="http://schemas.openxmlformats.org/officeDocument/2006/relationships" xmlns:a="http://schemas.openxmlformats.org/drawingml/2006/main" r:embed="R80a3206841d841a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9630962-09B5-4F21-906C-076861C652F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9CBB43BC-B22A-4588-85E7-A6B035599AD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5C2D8B30-15F5-4014-9C28-E2286FE00B2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5C0633ED-2306-4163-8C05-77B5B18EBC05}"/>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03C91809-D6DD-41C8-907C-6F8FCCAF089D}"/>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85EA563A-8CF3-46FB-9517-F3CA9F692AA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15572180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260F572-C819-4F5E-9804-17A05F051F3B}"/>
              </a:ext>
            </a:extLst>
          </p:cNvPr>
          <p:cNvPicPr>
            <a:picLocks xmlns:a="http://schemas.openxmlformats.org/drawingml/2006/main" noChangeAspect="1"/>
          </p:cNvPicPr>
          <p:nvPr/>
        </p:nvPicPr>
        <p:blipFill>
          <a:blip xmlns:r="http://schemas.openxmlformats.org/officeDocument/2006/relationships" xmlns:a="http://schemas.openxmlformats.org/drawingml/2006/main" r:embed="R47d6b7a55104484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9FA7411-ECDC-420F-A079-6F774A55229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643632F8-A62F-449D-ADF9-46DE344FAEC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A5849AA5-5D6A-48EA-8034-C2C524B2BC1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EF0EE583-3015-480B-912B-2B0B4610B31E}"/>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4CBA16AD-D0D9-4888-87BB-41A9B0D6E0D9}"/>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F65EE0E5-8144-4BB8-9D68-1FDBF40751DD}"/>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vl1pPr algn="l">
              <a:defRPr sz="2200" b="0">
                <a:solidFill>
                  <a:srgbClr val="000000"/>
                </a:solidFill>
                <a:latin typeface="Arial"/>
                <a:ea typeface="Arial"/>
                <a:cs typeface="Arial"/>
              </a:defRPr>
            </a:lvl1pPr>
            <a:lvl2pPr algn="l">
              <a:defRPr sz="2200" b="0">
                <a:solidFill>
                  <a:srgbClr val="000000"/>
                </a:solidFill>
                <a:latin typeface="Arial"/>
                <a:ea typeface="Arial"/>
                <a:cs typeface="Arial"/>
              </a:defRPr>
            </a:lvl2pPr>
            <a:lvl3pPr algn="l">
              <a:defRPr sz="2200" b="0">
                <a:solidFill>
                  <a:srgbClr val="000000"/>
                </a:solidFill>
                <a:latin typeface="Arial"/>
                <a:ea typeface="Arial"/>
                <a:cs typeface="Arial"/>
              </a:defRPr>
            </a:lvl3pPr>
            <a:lvl4pPr algn="l">
              <a:defRPr sz="2200" b="0">
                <a:solidFill>
                  <a:srgbClr val="000000"/>
                </a:solidFill>
                <a:latin typeface="Arial"/>
                <a:ea typeface="Arial"/>
                <a:cs typeface="Arial"/>
              </a:defRPr>
            </a:lvl4pPr>
            <a:lvl5pPr algn="l">
              <a:defRPr sz="2200" b="0">
                <a:solidFill>
                  <a:srgbClr val="000000"/>
                </a:solidFill>
                <a:latin typeface="Arial"/>
                <a:ea typeface="Arial"/>
                <a:cs typeface="Arial"/>
              </a:defRPr>
            </a:lvl5pPr>
            <a:lvl6pPr algn="l">
              <a:defRPr sz="2200" b="0">
                <a:solidFill>
                  <a:srgbClr val="000000"/>
                </a:solidFill>
                <a:latin typeface="Arial"/>
                <a:ea typeface="Arial"/>
                <a:cs typeface="Arial"/>
              </a:defRPr>
            </a:lvl6pPr>
            <a:lvl7pPr algn="l">
              <a:defRPr sz="2200" b="0">
                <a:solidFill>
                  <a:srgbClr val="000000"/>
                </a:solidFill>
                <a:latin typeface="Arial"/>
                <a:ea typeface="Arial"/>
                <a:cs typeface="Arial"/>
              </a:defRPr>
            </a:lvl7pPr>
            <a:lvl8pPr algn="l">
              <a:defRPr sz="2200" b="0">
                <a:solidFill>
                  <a:srgbClr val="000000"/>
                </a:solidFill>
                <a:latin typeface="Arial"/>
                <a:ea typeface="Arial"/>
                <a:cs typeface="Arial"/>
              </a:defRPr>
            </a:lvl8pPr>
            <a:lvl9pPr algn="l">
              <a:defRPr sz="2200" b="0">
                <a:solidFill>
                  <a:srgbClr val="000000"/>
                </a:solidFill>
                <a:latin typeface="Arial"/>
                <a:ea typeface="Arial"/>
                <a:cs typeface="Arial"/>
              </a:defRPr>
            </a:lvl9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449F0C2B-0E14-40C1-B6F8-3F1979F93BC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8960451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FA72DF1-59D6-4315-9FDC-9E5990FE37BB}"/>
              </a:ext>
            </a:extLst>
          </p:cNvPr>
          <p:cNvPicPr>
            <a:picLocks xmlns:a="http://schemas.openxmlformats.org/drawingml/2006/main" noChangeAspect="1"/>
          </p:cNvPicPr>
          <p:nvPr/>
        </p:nvPicPr>
        <p:blipFill>
          <a:blip xmlns:r="http://schemas.openxmlformats.org/officeDocument/2006/relationships" xmlns:a="http://schemas.openxmlformats.org/drawingml/2006/main" r:embed="Rd9bce5403c7444e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FF71B41-878E-4CEC-A354-C0BFEF646E3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6F1D1FB3-C3E5-4909-A2C2-EBA3E063BDB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5C53C8B0-367A-4993-B366-70008874501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85534E33-2373-4E3E-BFC9-45A962C2A381}"/>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A68B606B-8BE0-429D-B315-04CA9ACAA260}"/>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3E063BD5-C7AA-4065-8A04-8A90C30534E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19623657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2326095-D18F-4E9B-A1F0-A387773D19B1}"/>
              </a:ext>
            </a:extLst>
          </p:cNvPr>
          <p:cNvPicPr>
            <a:picLocks xmlns:a="http://schemas.openxmlformats.org/drawingml/2006/main" noChangeAspect="1"/>
          </p:cNvPicPr>
          <p:nvPr/>
        </p:nvPicPr>
        <p:blipFill>
          <a:blip xmlns:r="http://schemas.openxmlformats.org/officeDocument/2006/relationships" xmlns:a="http://schemas.openxmlformats.org/drawingml/2006/main" r:embed="Re4fa70c1e4854d2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DE57075-F18A-4F11-B240-52B008695EA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F023AA9A-EE5C-46CC-A68E-8C60B824B4F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20F04CB5-4447-49D1-AB24-3BB469FDD42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F67DC678-B401-4F04-92C7-D3BF24B8296E}"/>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78bb8568a56044be"/>
          </a:graphicData>
        </a:graphic>
      </p:graphicFrame>
      <p:sp>
        <p:nvSpPr>
          <p:cNvPr id="6" name="Mean 11.91">
            <a:extLst xmlns:a="http://schemas.openxmlformats.org/drawingml/2006/main">
              <a:ext uri="{FF2B5EF4-FFF2-40B4-BE49-F238E27FC236}">
                <a16:creationId xmlns:a16="http://schemas.microsoft.com/office/drawing/2014/main" id="{6DE3C271-C1DF-4B6D-A5FA-90C45828128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BE033EB2-C808-4448-9F3D-9BD3E8BE6267}"/>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66D19850-587B-42C5-8755-FCD03C32573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437172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20D6B1E6-08CB-40A0-8AE3-4C5861C2926D}"/>
              </a:ext>
            </a:extLst>
          </p:cNvPr>
          <p:cNvPicPr>
            <a:picLocks xmlns:a="http://schemas.openxmlformats.org/drawingml/2006/main" noChangeAspect="1"/>
          </p:cNvPicPr>
          <p:nvPr/>
        </p:nvPicPr>
        <p:blipFill>
          <a:blip xmlns:r="http://schemas.openxmlformats.org/officeDocument/2006/relationships" xmlns:a="http://schemas.openxmlformats.org/drawingml/2006/main" r:embed="Rf296b77d983a435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1850FDD-6986-4B13-8248-E0B7F86BA79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04F4FB0A-2CC7-404B-8DEB-2A0DEFEB2EC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FDB91B94-0CA2-43BF-8947-E6A74AB5FE1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884E57A5-69B3-43E1-95FA-F998729D1CB7}"/>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674627D7-C715-45EE-BA52-90FD0440F74F}"/>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vl1pPr algn="r">
              <a:defRPr sz="1800" b="0">
                <a:solidFill>
                  <a:srgbClr val="000000"/>
                </a:solidFill>
                <a:latin typeface="Arial"/>
                <a:ea typeface="Arial"/>
                <a:cs typeface="Arial"/>
              </a:defRPr>
            </a:lvl1pPr>
            <a:lvl2pPr algn="r">
              <a:defRPr sz="1800" b="0">
                <a:solidFill>
                  <a:srgbClr val="000000"/>
                </a:solidFill>
                <a:latin typeface="Arial"/>
                <a:ea typeface="Arial"/>
                <a:cs typeface="Arial"/>
              </a:defRPr>
            </a:lvl2pPr>
            <a:lvl3pPr algn="r">
              <a:defRPr sz="1800" b="0">
                <a:solidFill>
                  <a:srgbClr val="000000"/>
                </a:solidFill>
                <a:latin typeface="Arial"/>
                <a:ea typeface="Arial"/>
                <a:cs typeface="Arial"/>
              </a:defRPr>
            </a:lvl3pPr>
            <a:lvl4pPr algn="r">
              <a:defRPr sz="1800" b="0">
                <a:solidFill>
                  <a:srgbClr val="000000"/>
                </a:solidFill>
                <a:latin typeface="Arial"/>
                <a:ea typeface="Arial"/>
                <a:cs typeface="Arial"/>
              </a:defRPr>
            </a:lvl4pPr>
            <a:lvl5pPr algn="r">
              <a:defRPr sz="1800" b="0">
                <a:solidFill>
                  <a:srgbClr val="000000"/>
                </a:solidFill>
                <a:latin typeface="Arial"/>
                <a:ea typeface="Arial"/>
                <a:cs typeface="Arial"/>
              </a:defRPr>
            </a:lvl5pPr>
            <a:lvl6pPr algn="r">
              <a:defRPr sz="1800" b="0">
                <a:solidFill>
                  <a:srgbClr val="000000"/>
                </a:solidFill>
                <a:latin typeface="Arial"/>
                <a:ea typeface="Arial"/>
                <a:cs typeface="Arial"/>
              </a:defRPr>
            </a:lvl6pPr>
            <a:lvl7pPr algn="r">
              <a:defRPr sz="1800" b="0">
                <a:solidFill>
                  <a:srgbClr val="000000"/>
                </a:solidFill>
                <a:latin typeface="Arial"/>
                <a:ea typeface="Arial"/>
                <a:cs typeface="Arial"/>
              </a:defRPr>
            </a:lvl7pPr>
            <a:lvl8pPr algn="r">
              <a:defRPr sz="1800" b="0">
                <a:solidFill>
                  <a:srgbClr val="000000"/>
                </a:solidFill>
                <a:latin typeface="Arial"/>
                <a:ea typeface="Arial"/>
                <a:cs typeface="Arial"/>
              </a:defRPr>
            </a:lvl8pPr>
            <a:lvl9pPr algn="r">
              <a:defRPr sz="1800" b="0">
                <a:solidFill>
                  <a:srgbClr val="000000"/>
                </a:solidFill>
                <a:latin typeface="Arial"/>
                <a:ea typeface="Arial"/>
                <a:cs typeface="Arial"/>
              </a:defRPr>
            </a:lvl9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77F516FA-3C5C-4C33-B042-681ADC28FA19}"/>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9EEB580F-9417-45C0-90B0-A68104351FA0}"/>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vl1pPr algn="r">
              <a:defRPr sz="1800" b="0">
                <a:solidFill>
                  <a:srgbClr val="000000"/>
                </a:solidFill>
                <a:latin typeface="Arial"/>
                <a:ea typeface="Arial"/>
                <a:cs typeface="Arial"/>
              </a:defRPr>
            </a:lvl1pPr>
            <a:lvl2pPr algn="r">
              <a:defRPr sz="1800" b="0">
                <a:solidFill>
                  <a:srgbClr val="000000"/>
                </a:solidFill>
                <a:latin typeface="Arial"/>
                <a:ea typeface="Arial"/>
                <a:cs typeface="Arial"/>
              </a:defRPr>
            </a:lvl2pPr>
            <a:lvl3pPr algn="r">
              <a:defRPr sz="1800" b="0">
                <a:solidFill>
                  <a:srgbClr val="000000"/>
                </a:solidFill>
                <a:latin typeface="Arial"/>
                <a:ea typeface="Arial"/>
                <a:cs typeface="Arial"/>
              </a:defRPr>
            </a:lvl3pPr>
            <a:lvl4pPr algn="r">
              <a:defRPr sz="1800" b="0">
                <a:solidFill>
                  <a:srgbClr val="000000"/>
                </a:solidFill>
                <a:latin typeface="Arial"/>
                <a:ea typeface="Arial"/>
                <a:cs typeface="Arial"/>
              </a:defRPr>
            </a:lvl4pPr>
            <a:lvl5pPr algn="r">
              <a:defRPr sz="1800" b="0">
                <a:solidFill>
                  <a:srgbClr val="000000"/>
                </a:solidFill>
                <a:latin typeface="Arial"/>
                <a:ea typeface="Arial"/>
                <a:cs typeface="Arial"/>
              </a:defRPr>
            </a:lvl5pPr>
            <a:lvl6pPr algn="r">
              <a:defRPr sz="1800" b="0">
                <a:solidFill>
                  <a:srgbClr val="000000"/>
                </a:solidFill>
                <a:latin typeface="Arial"/>
                <a:ea typeface="Arial"/>
                <a:cs typeface="Arial"/>
              </a:defRPr>
            </a:lvl6pPr>
            <a:lvl7pPr algn="r">
              <a:defRPr sz="1800" b="0">
                <a:solidFill>
                  <a:srgbClr val="000000"/>
                </a:solidFill>
                <a:latin typeface="Arial"/>
                <a:ea typeface="Arial"/>
                <a:cs typeface="Arial"/>
              </a:defRPr>
            </a:lvl7pPr>
            <a:lvl8pPr algn="r">
              <a:defRPr sz="1800" b="0">
                <a:solidFill>
                  <a:srgbClr val="000000"/>
                </a:solidFill>
                <a:latin typeface="Arial"/>
                <a:ea typeface="Arial"/>
                <a:cs typeface="Arial"/>
              </a:defRPr>
            </a:lvl8pPr>
            <a:lvl9pPr algn="r">
              <a:defRPr sz="1800" b="0">
                <a:solidFill>
                  <a:srgbClr val="000000"/>
                </a:solidFill>
                <a:latin typeface="Arial"/>
                <a:ea typeface="Arial"/>
                <a:cs typeface="Arial"/>
              </a:defRPr>
            </a:lvl9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175B756D-42E2-4AB4-87D6-45E2503AB710}"/>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2B280D86-7423-4BBC-8D56-DC1543EEBE75}"/>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vl1pPr algn="r">
              <a:defRPr sz="1800" b="0">
                <a:solidFill>
                  <a:srgbClr val="000000"/>
                </a:solidFill>
                <a:latin typeface="Arial"/>
                <a:ea typeface="Arial"/>
                <a:cs typeface="Arial"/>
              </a:defRPr>
            </a:lvl1pPr>
            <a:lvl2pPr algn="r">
              <a:defRPr sz="1800" b="0">
                <a:solidFill>
                  <a:srgbClr val="000000"/>
                </a:solidFill>
                <a:latin typeface="Arial"/>
                <a:ea typeface="Arial"/>
                <a:cs typeface="Arial"/>
              </a:defRPr>
            </a:lvl2pPr>
            <a:lvl3pPr algn="r">
              <a:defRPr sz="1800" b="0">
                <a:solidFill>
                  <a:srgbClr val="000000"/>
                </a:solidFill>
                <a:latin typeface="Arial"/>
                <a:ea typeface="Arial"/>
                <a:cs typeface="Arial"/>
              </a:defRPr>
            </a:lvl3pPr>
            <a:lvl4pPr algn="r">
              <a:defRPr sz="1800" b="0">
                <a:solidFill>
                  <a:srgbClr val="000000"/>
                </a:solidFill>
                <a:latin typeface="Arial"/>
                <a:ea typeface="Arial"/>
                <a:cs typeface="Arial"/>
              </a:defRPr>
            </a:lvl4pPr>
            <a:lvl5pPr algn="r">
              <a:defRPr sz="1800" b="0">
                <a:solidFill>
                  <a:srgbClr val="000000"/>
                </a:solidFill>
                <a:latin typeface="Arial"/>
                <a:ea typeface="Arial"/>
                <a:cs typeface="Arial"/>
              </a:defRPr>
            </a:lvl5pPr>
            <a:lvl6pPr algn="r">
              <a:defRPr sz="1800" b="0">
                <a:solidFill>
                  <a:srgbClr val="000000"/>
                </a:solidFill>
                <a:latin typeface="Arial"/>
                <a:ea typeface="Arial"/>
                <a:cs typeface="Arial"/>
              </a:defRPr>
            </a:lvl6pPr>
            <a:lvl7pPr algn="r">
              <a:defRPr sz="1800" b="0">
                <a:solidFill>
                  <a:srgbClr val="000000"/>
                </a:solidFill>
                <a:latin typeface="Arial"/>
                <a:ea typeface="Arial"/>
                <a:cs typeface="Arial"/>
              </a:defRPr>
            </a:lvl7pPr>
            <a:lvl8pPr algn="r">
              <a:defRPr sz="1800" b="0">
                <a:solidFill>
                  <a:srgbClr val="000000"/>
                </a:solidFill>
                <a:latin typeface="Arial"/>
                <a:ea typeface="Arial"/>
                <a:cs typeface="Arial"/>
              </a:defRPr>
            </a:lvl8pPr>
            <a:lvl9pPr algn="r">
              <a:defRPr sz="1800" b="0">
                <a:solidFill>
                  <a:srgbClr val="000000"/>
                </a:solidFill>
                <a:latin typeface="Arial"/>
                <a:ea typeface="Arial"/>
                <a:cs typeface="Arial"/>
              </a:defRPr>
            </a:lvl9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86DB990F-A60C-4FF5-979C-63F5CD7EC554}"/>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0E92CBDF-6985-473E-B406-489610985976}"/>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vl1pPr algn="r">
              <a:defRPr sz="1800" b="0">
                <a:solidFill>
                  <a:srgbClr val="000000"/>
                </a:solidFill>
                <a:latin typeface="Arial"/>
                <a:ea typeface="Arial"/>
                <a:cs typeface="Arial"/>
              </a:defRPr>
            </a:lvl1pPr>
            <a:lvl2pPr algn="r">
              <a:defRPr sz="1800" b="0">
                <a:solidFill>
                  <a:srgbClr val="000000"/>
                </a:solidFill>
                <a:latin typeface="Arial"/>
                <a:ea typeface="Arial"/>
                <a:cs typeface="Arial"/>
              </a:defRPr>
            </a:lvl2pPr>
            <a:lvl3pPr algn="r">
              <a:defRPr sz="1800" b="0">
                <a:solidFill>
                  <a:srgbClr val="000000"/>
                </a:solidFill>
                <a:latin typeface="Arial"/>
                <a:ea typeface="Arial"/>
                <a:cs typeface="Arial"/>
              </a:defRPr>
            </a:lvl3pPr>
            <a:lvl4pPr algn="r">
              <a:defRPr sz="1800" b="0">
                <a:solidFill>
                  <a:srgbClr val="000000"/>
                </a:solidFill>
                <a:latin typeface="Arial"/>
                <a:ea typeface="Arial"/>
                <a:cs typeface="Arial"/>
              </a:defRPr>
            </a:lvl4pPr>
            <a:lvl5pPr algn="r">
              <a:defRPr sz="1800" b="0">
                <a:solidFill>
                  <a:srgbClr val="000000"/>
                </a:solidFill>
                <a:latin typeface="Arial"/>
                <a:ea typeface="Arial"/>
                <a:cs typeface="Arial"/>
              </a:defRPr>
            </a:lvl5pPr>
            <a:lvl6pPr algn="r">
              <a:defRPr sz="1800" b="0">
                <a:solidFill>
                  <a:srgbClr val="000000"/>
                </a:solidFill>
                <a:latin typeface="Arial"/>
                <a:ea typeface="Arial"/>
                <a:cs typeface="Arial"/>
              </a:defRPr>
            </a:lvl6pPr>
            <a:lvl7pPr algn="r">
              <a:defRPr sz="1800" b="0">
                <a:solidFill>
                  <a:srgbClr val="000000"/>
                </a:solidFill>
                <a:latin typeface="Arial"/>
                <a:ea typeface="Arial"/>
                <a:cs typeface="Arial"/>
              </a:defRPr>
            </a:lvl7pPr>
            <a:lvl8pPr algn="r">
              <a:defRPr sz="1800" b="0">
                <a:solidFill>
                  <a:srgbClr val="000000"/>
                </a:solidFill>
                <a:latin typeface="Arial"/>
                <a:ea typeface="Arial"/>
                <a:cs typeface="Arial"/>
              </a:defRPr>
            </a:lvl8pPr>
            <a:lvl9pPr algn="r">
              <a:defRPr sz="1800" b="0">
                <a:solidFill>
                  <a:srgbClr val="000000"/>
                </a:solidFill>
                <a:latin typeface="Arial"/>
                <a:ea typeface="Arial"/>
                <a:cs typeface="Arial"/>
              </a:defRPr>
            </a:lvl9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3C401F46-5ED2-48E5-BB3B-A32FDCD45FC0}"/>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578FF197-7DCA-4A6E-89D7-71F35673D43C}"/>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vl1pPr algn="r">
              <a:defRPr sz="1800" b="0">
                <a:solidFill>
                  <a:srgbClr val="000000"/>
                </a:solidFill>
                <a:latin typeface="Arial"/>
                <a:ea typeface="Arial"/>
                <a:cs typeface="Arial"/>
              </a:defRPr>
            </a:lvl1pPr>
            <a:lvl2pPr algn="r">
              <a:defRPr sz="1800" b="0">
                <a:solidFill>
                  <a:srgbClr val="000000"/>
                </a:solidFill>
                <a:latin typeface="Arial"/>
                <a:ea typeface="Arial"/>
                <a:cs typeface="Arial"/>
              </a:defRPr>
            </a:lvl2pPr>
            <a:lvl3pPr algn="r">
              <a:defRPr sz="1800" b="0">
                <a:solidFill>
                  <a:srgbClr val="000000"/>
                </a:solidFill>
                <a:latin typeface="Arial"/>
                <a:ea typeface="Arial"/>
                <a:cs typeface="Arial"/>
              </a:defRPr>
            </a:lvl3pPr>
            <a:lvl4pPr algn="r">
              <a:defRPr sz="1800" b="0">
                <a:solidFill>
                  <a:srgbClr val="000000"/>
                </a:solidFill>
                <a:latin typeface="Arial"/>
                <a:ea typeface="Arial"/>
                <a:cs typeface="Arial"/>
              </a:defRPr>
            </a:lvl4pPr>
            <a:lvl5pPr algn="r">
              <a:defRPr sz="1800" b="0">
                <a:solidFill>
                  <a:srgbClr val="000000"/>
                </a:solidFill>
                <a:latin typeface="Arial"/>
                <a:ea typeface="Arial"/>
                <a:cs typeface="Arial"/>
              </a:defRPr>
            </a:lvl5pPr>
            <a:lvl6pPr algn="r">
              <a:defRPr sz="1800" b="0">
                <a:solidFill>
                  <a:srgbClr val="000000"/>
                </a:solidFill>
                <a:latin typeface="Arial"/>
                <a:ea typeface="Arial"/>
                <a:cs typeface="Arial"/>
              </a:defRPr>
            </a:lvl6pPr>
            <a:lvl7pPr algn="r">
              <a:defRPr sz="1800" b="0">
                <a:solidFill>
                  <a:srgbClr val="000000"/>
                </a:solidFill>
                <a:latin typeface="Arial"/>
                <a:ea typeface="Arial"/>
                <a:cs typeface="Arial"/>
              </a:defRPr>
            </a:lvl7pPr>
            <a:lvl8pPr algn="r">
              <a:defRPr sz="1800" b="0">
                <a:solidFill>
                  <a:srgbClr val="000000"/>
                </a:solidFill>
                <a:latin typeface="Arial"/>
                <a:ea typeface="Arial"/>
                <a:cs typeface="Arial"/>
              </a:defRPr>
            </a:lvl8pPr>
            <a:lvl9pPr algn="r">
              <a:defRPr sz="1800" b="0">
                <a:solidFill>
                  <a:srgbClr val="000000"/>
                </a:solidFill>
                <a:latin typeface="Arial"/>
                <a:ea typeface="Arial"/>
                <a:cs typeface="Arial"/>
              </a:defRPr>
            </a:lvl9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333724B1-B6F9-4A58-8B5C-5D4598B871B7}"/>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8417825C-7083-4DE7-B273-ACFD0387CF37}"/>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05556235-4FBA-42B6-ABDC-6D6BDA9568C3}"/>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4584FDA9-26BF-49D1-A718-B00021FDAB28}"/>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36290CD6-626A-42C3-9C18-81E4BA8B22FB}"/>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2B5C8F"/>
          </a:solidFill>
          <a:ln xmlns:a="http://schemas.openxmlformats.org/drawingml/2006/main" w="9525">
            <a:solidFill>
              <a:srgbClr val="000000"/>
            </a:solidFill>
            <a:prstDash val="solid"/>
          </a:ln>
        </p:spPr>
      </p:sp>
      <p:sp>
        <p:nvSpPr>
          <p:cNvPr id="20" name="GP median">
            <a:extLst xmlns:a="http://schemas.openxmlformats.org/drawingml/2006/main">
              <a:ext uri="{FF2B5EF4-FFF2-40B4-BE49-F238E27FC236}">
                <a16:creationId xmlns:a16="http://schemas.microsoft.com/office/drawing/2014/main" id="{80A3773B-B0A6-4471-834F-BF2D88D2E874}"/>
              </a:ext>
            </a:extLst>
          </p:cNvPr>
          <p:cNvSpPr>
            <a:spLocks xmlns:a="http://schemas.openxmlformats.org/drawingml/2006/main" noGrp="1"/>
          </p:cNvSpPr>
          <p:nvPr/>
        </p:nvSpPr>
        <p:spPr>
          <a:xfrm xmlns:a="http://schemas.openxmlformats.org/drawingml/2006/main">
            <a:off x="2619375" y="3012281"/>
            <a:ext cx="1238250" cy="23813"/>
          </a:xfrm>
          <a:prstGeom xmlns:a="http://schemas.openxmlformats.org/drawingml/2006/main" prst="rect">
            <a:avLst/>
          </a:prstGeom>
          <a:solidFill xmlns:a="http://schemas.openxmlformats.org/drawingml/2006/main">
            <a:srgbClr val="F1C40F"/>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0266E30A-9421-4D83-95C6-120A5D9535DF}"/>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2B5C8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456929F3-FCD6-42B8-9E71-D767223DE31D}"/>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2B5C8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024F98AF-9898-46C8-BB67-89B3F662E887}"/>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2B5C8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CAE9EE99-69F2-4D55-80CB-C8B2341CA52A}"/>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2B5C8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B9B98148-912B-4510-850B-95D6BD99180D}"/>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2B5C8F"/>
          </a:solidFill>
          <a:ln xmlns:a="http://schemas.openxmlformats.org/drawingml/2006/main" w="9525">
            <a:solidFill>
              <a:srgbClr val="000000"/>
            </a:solidFill>
            <a:prstDash val="solid"/>
          </a:ln>
        </p:spPr>
      </p:sp>
      <p:sp>
        <p:nvSpPr>
          <p:cNvPr id="26" name="GP (n=423)">
            <a:extLst xmlns:a="http://schemas.openxmlformats.org/drawingml/2006/main">
              <a:ext uri="{FF2B5EF4-FFF2-40B4-BE49-F238E27FC236}">
                <a16:creationId xmlns:a16="http://schemas.microsoft.com/office/drawing/2014/main" id="{A7EE3941-23F2-423C-9860-182A64CDF455}"/>
              </a:ext>
            </a:extLst>
          </p:cNvPr>
          <p:cNvSpPr>
            <a:spLocks xmlns:a="http://schemas.openxmlformats.org/drawingml/2006/main" noGrp="1"/>
          </p:cNvSpPr>
          <p:nvPr/>
        </p:nvSpPr>
        <p:spPr>
          <a:xfrm xmlns:a="http://schemas.openxmlformats.org/drawingml/2006/main">
            <a:off x="21431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vl1pPr algn="ctr">
              <a:defRPr sz="2000" b="0">
                <a:solidFill>
                  <a:srgbClr val="000000"/>
                </a:solidFill>
                <a:latin typeface="Arial"/>
                <a:ea typeface="Arial"/>
                <a:cs typeface="Arial"/>
              </a:defRPr>
            </a:lvl1pPr>
            <a:lvl2pPr algn="ctr">
              <a:defRPr sz="2000" b="0">
                <a:solidFill>
                  <a:srgbClr val="000000"/>
                </a:solidFill>
                <a:latin typeface="Arial"/>
                <a:ea typeface="Arial"/>
                <a:cs typeface="Arial"/>
              </a:defRPr>
            </a:lvl2pPr>
            <a:lvl3pPr algn="ctr">
              <a:defRPr sz="2000" b="0">
                <a:solidFill>
                  <a:srgbClr val="000000"/>
                </a:solidFill>
                <a:latin typeface="Arial"/>
                <a:ea typeface="Arial"/>
                <a:cs typeface="Arial"/>
              </a:defRPr>
            </a:lvl3pPr>
            <a:lvl4pPr algn="ctr">
              <a:defRPr sz="2000" b="0">
                <a:solidFill>
                  <a:srgbClr val="000000"/>
                </a:solidFill>
                <a:latin typeface="Arial"/>
                <a:ea typeface="Arial"/>
                <a:cs typeface="Arial"/>
              </a:defRPr>
            </a:lvl4pPr>
            <a:lvl5pPr algn="ctr">
              <a:defRPr sz="2000" b="0">
                <a:solidFill>
                  <a:srgbClr val="000000"/>
                </a:solidFill>
                <a:latin typeface="Arial"/>
                <a:ea typeface="Arial"/>
                <a:cs typeface="Arial"/>
              </a:defRPr>
            </a:lvl5pPr>
            <a:lvl6pPr algn="ctr">
              <a:defRPr sz="2000" b="0">
                <a:solidFill>
                  <a:srgbClr val="000000"/>
                </a:solidFill>
                <a:latin typeface="Arial"/>
                <a:ea typeface="Arial"/>
                <a:cs typeface="Arial"/>
              </a:defRPr>
            </a:lvl6pPr>
            <a:lvl7pPr algn="ctr">
              <a:defRPr sz="2000" b="0">
                <a:solidFill>
                  <a:srgbClr val="000000"/>
                </a:solidFill>
                <a:latin typeface="Arial"/>
                <a:ea typeface="Arial"/>
                <a:cs typeface="Arial"/>
              </a:defRPr>
            </a:lvl7pPr>
            <a:lvl8pPr algn="ctr">
              <a:defRPr sz="2000" b="0">
                <a:solidFill>
                  <a:srgbClr val="000000"/>
                </a:solidFill>
                <a:latin typeface="Arial"/>
                <a:ea typeface="Arial"/>
                <a:cs typeface="Arial"/>
              </a:defRPr>
            </a:lvl8pPr>
            <a:lvl9pPr algn="ctr">
              <a:defRPr sz="2000" b="0">
                <a:solidFill>
                  <a:srgbClr val="000000"/>
                </a:solidFill>
                <a:latin typeface="Arial"/>
                <a:ea typeface="Arial"/>
                <a:cs typeface="Arial"/>
              </a:defRPr>
            </a:lvl9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 (n=423)</a:t>
            </a:r>
          </a:p>
        </p:txBody>
      </p:sp>
      <p:sp>
        <p:nvSpPr>
          <p:cNvPr id="27" name="Thin monochrome rule">
            <a:extLst xmlns:a="http://schemas.openxmlformats.org/drawingml/2006/main">
              <a:ext uri="{FF2B5EF4-FFF2-40B4-BE49-F238E27FC236}">
                <a16:creationId xmlns:a16="http://schemas.microsoft.com/office/drawing/2014/main" id="{99F5D5A0-31B1-4400-B186-47C6AF138A07}"/>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2C8805A6-CE51-45B8-B379-47BE3FEF3690}"/>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9086B163-BAA1-44D6-9848-5A22A1E9BF9F}"/>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F4850C26-3446-48FC-90F5-9A4E6560B089}"/>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E26D5C"/>
          </a:solidFill>
          <a:ln xmlns:a="http://schemas.openxmlformats.org/drawingml/2006/main" w="9525">
            <a:solidFill>
              <a:srgbClr val="000000"/>
            </a:solidFill>
            <a:prstDash val="solid"/>
          </a:ln>
        </p:spPr>
      </p:sp>
      <p:sp>
        <p:nvSpPr>
          <p:cNvPr id="31" name="MS median">
            <a:extLst xmlns:a="http://schemas.openxmlformats.org/drawingml/2006/main">
              <a:ext uri="{FF2B5EF4-FFF2-40B4-BE49-F238E27FC236}">
                <a16:creationId xmlns:a16="http://schemas.microsoft.com/office/drawing/2014/main" id="{EE982C79-DD98-4990-B79B-133C9EEB810D}"/>
              </a:ext>
            </a:extLst>
          </p:cNvPr>
          <p:cNvSpPr>
            <a:spLocks xmlns:a="http://schemas.openxmlformats.org/drawingml/2006/main" noGrp="1"/>
          </p:cNvSpPr>
          <p:nvPr/>
        </p:nvSpPr>
        <p:spPr>
          <a:xfrm xmlns:a="http://schemas.openxmlformats.org/drawingml/2006/main">
            <a:off x="5476875" y="3345656"/>
            <a:ext cx="1238250" cy="23813"/>
          </a:xfrm>
          <a:prstGeom xmlns:a="http://schemas.openxmlformats.org/drawingml/2006/main" prst="rect">
            <a:avLst/>
          </a:prstGeom>
          <a:solidFill xmlns:a="http://schemas.openxmlformats.org/drawingml/2006/main">
            <a:srgbClr val="F1C40F"/>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E0364422-FD06-410A-A28E-AB8F608B82A7}"/>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E26D5C"/>
          </a:solidFill>
          <a:ln xmlns:a="http://schemas.openxmlformats.org/drawingml/2006/main" w="9525">
            <a:solidFill>
              <a:srgbClr val="000000"/>
            </a:solidFill>
            <a:prstDash val="solid"/>
          </a:ln>
        </p:spPr>
      </p:sp>
      <p:sp>
        <p:nvSpPr>
          <p:cNvPr id="33" name="MS (n=226)">
            <a:extLst xmlns:a="http://schemas.openxmlformats.org/drawingml/2006/main">
              <a:ext uri="{FF2B5EF4-FFF2-40B4-BE49-F238E27FC236}">
                <a16:creationId xmlns:a16="http://schemas.microsoft.com/office/drawing/2014/main" id="{3162BA96-E959-4899-B63B-3DCB43A4B718}"/>
              </a:ext>
            </a:extLst>
          </p:cNvPr>
          <p:cNvSpPr>
            <a:spLocks xmlns:a="http://schemas.openxmlformats.org/drawingml/2006/main" noGrp="1"/>
          </p:cNvSpPr>
          <p:nvPr/>
        </p:nvSpPr>
        <p:spPr>
          <a:xfrm xmlns:a="http://schemas.openxmlformats.org/drawingml/2006/main">
            <a:off x="50006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vl1pPr algn="ctr">
              <a:defRPr sz="2000" b="0">
                <a:solidFill>
                  <a:srgbClr val="000000"/>
                </a:solidFill>
                <a:latin typeface="Arial"/>
                <a:ea typeface="Arial"/>
                <a:cs typeface="Arial"/>
              </a:defRPr>
            </a:lvl1pPr>
            <a:lvl2pPr algn="ctr">
              <a:defRPr sz="2000" b="0">
                <a:solidFill>
                  <a:srgbClr val="000000"/>
                </a:solidFill>
                <a:latin typeface="Arial"/>
                <a:ea typeface="Arial"/>
                <a:cs typeface="Arial"/>
              </a:defRPr>
            </a:lvl2pPr>
            <a:lvl3pPr algn="ctr">
              <a:defRPr sz="2000" b="0">
                <a:solidFill>
                  <a:srgbClr val="000000"/>
                </a:solidFill>
                <a:latin typeface="Arial"/>
                <a:ea typeface="Arial"/>
                <a:cs typeface="Arial"/>
              </a:defRPr>
            </a:lvl3pPr>
            <a:lvl4pPr algn="ctr">
              <a:defRPr sz="2000" b="0">
                <a:solidFill>
                  <a:srgbClr val="000000"/>
                </a:solidFill>
                <a:latin typeface="Arial"/>
                <a:ea typeface="Arial"/>
                <a:cs typeface="Arial"/>
              </a:defRPr>
            </a:lvl4pPr>
            <a:lvl5pPr algn="ctr">
              <a:defRPr sz="2000" b="0">
                <a:solidFill>
                  <a:srgbClr val="000000"/>
                </a:solidFill>
                <a:latin typeface="Arial"/>
                <a:ea typeface="Arial"/>
                <a:cs typeface="Arial"/>
              </a:defRPr>
            </a:lvl5pPr>
            <a:lvl6pPr algn="ctr">
              <a:defRPr sz="2000" b="0">
                <a:solidFill>
                  <a:srgbClr val="000000"/>
                </a:solidFill>
                <a:latin typeface="Arial"/>
                <a:ea typeface="Arial"/>
                <a:cs typeface="Arial"/>
              </a:defRPr>
            </a:lvl6pPr>
            <a:lvl7pPr algn="ctr">
              <a:defRPr sz="2000" b="0">
                <a:solidFill>
                  <a:srgbClr val="000000"/>
                </a:solidFill>
                <a:latin typeface="Arial"/>
                <a:ea typeface="Arial"/>
                <a:cs typeface="Arial"/>
              </a:defRPr>
            </a:lvl7pPr>
            <a:lvl8pPr algn="ctr">
              <a:defRPr sz="2000" b="0">
                <a:solidFill>
                  <a:srgbClr val="000000"/>
                </a:solidFill>
                <a:latin typeface="Arial"/>
                <a:ea typeface="Arial"/>
                <a:cs typeface="Arial"/>
              </a:defRPr>
            </a:lvl8pPr>
            <a:lvl9pPr algn="ctr">
              <a:defRPr sz="2000" b="0">
                <a:solidFill>
                  <a:srgbClr val="000000"/>
                </a:solidFill>
                <a:latin typeface="Arial"/>
                <a:ea typeface="Arial"/>
                <a:cs typeface="Arial"/>
              </a:defRPr>
            </a:lvl9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 (n=226)</a:t>
            </a:r>
          </a:p>
        </p:txBody>
      </p:sp>
      <p:sp>
        <p:nvSpPr>
          <p:cNvPr id="34" name="Medians: 13 / 11">
            <a:extLst xmlns:a="http://schemas.openxmlformats.org/drawingml/2006/main">
              <a:ext uri="{FF2B5EF4-FFF2-40B4-BE49-F238E27FC236}">
                <a16:creationId xmlns:a16="http://schemas.microsoft.com/office/drawing/2014/main" id="{73504B2A-7308-4D32-BB44-393CDFEBE67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D7B5B10A-BD22-4E0B-B6F5-64DC01012AA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75DCE86F-C328-4030-AB66-192D0468DE8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555673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79797EF-F302-4F1E-91AB-11CC1F75CD63}"/>
              </a:ext>
            </a:extLst>
          </p:cNvPr>
          <p:cNvPicPr>
            <a:picLocks xmlns:a="http://schemas.openxmlformats.org/drawingml/2006/main" noChangeAspect="1"/>
          </p:cNvPicPr>
          <p:nvPr/>
        </p:nvPicPr>
        <p:blipFill>
          <a:blip xmlns:r="http://schemas.openxmlformats.org/officeDocument/2006/relationships" xmlns:a="http://schemas.openxmlformats.org/drawingml/2006/main" r:embed="Re8011b9d4aa143a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A625134-B966-44F9-94C5-2650AB6F050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FC7EBF22-D4A8-4D7B-ABC6-7D058D0AED3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6C0AAC4D-67AF-47A7-9AB9-F55A74AB0DF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8F452DC5-5C6E-4B2B-93AA-D79D955CEF32}"/>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509fad3f53c24abc"/>
          </a:graphicData>
        </a:graphic>
      </p:graphicFrame>
      <p:sp>
        <p:nvSpPr>
          <p:cNvPr id="6" name="Unequal groups">
            <a:extLst xmlns:a="http://schemas.openxmlformats.org/drawingml/2006/main">
              <a:ext uri="{FF2B5EF4-FFF2-40B4-BE49-F238E27FC236}">
                <a16:creationId xmlns:a16="http://schemas.microsoft.com/office/drawing/2014/main" id="{237B709D-BDA7-4237-AFDE-6E54773E8DA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48B86354-6AC0-44B3-9DB8-E1F2854AA640}"/>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1ED5874A-5849-48F9-BFD9-EA84CEFC812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1103390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A7BF610-CA9A-4B85-8FE8-5546A8F4AE97}"/>
              </a:ext>
            </a:extLst>
          </p:cNvPr>
          <p:cNvPicPr>
            <a:picLocks xmlns:a="http://schemas.openxmlformats.org/drawingml/2006/main" noChangeAspect="1"/>
          </p:cNvPicPr>
          <p:nvPr/>
        </p:nvPicPr>
        <p:blipFill>
          <a:blip xmlns:r="http://schemas.openxmlformats.org/officeDocument/2006/relationships" xmlns:a="http://schemas.openxmlformats.org/drawingml/2006/main" r:embed="Rf24637c0238a4c7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E1D5863-8E0E-46C8-8D91-DDFFBF9B857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E2103298-99DD-4B30-8FB6-AC7FDCDA3CE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D1407234-6D23-4EF6-A54E-C5D1B6AA75A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301EB6C2-31CB-4FBB-A330-4D49DCC360FA}"/>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6522faa5a53b449e"/>
          </a:graphicData>
        </a:graphic>
      </p:graphicFrame>
      <p:sp>
        <p:nvSpPr>
          <p:cNvPr id="6" name="Largest band&#10;10–14">
            <a:extLst xmlns:a="http://schemas.openxmlformats.org/drawingml/2006/main">
              <a:ext uri="{FF2B5EF4-FFF2-40B4-BE49-F238E27FC236}">
                <a16:creationId xmlns:a16="http://schemas.microsoft.com/office/drawing/2014/main" id="{B042ED8F-3CBE-4C5F-BD40-62A552AD1FCA}"/>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a:t>
            </a:r>
          </a:p>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10–14</a:t>
            </a:r>
          </a:p>
        </p:txBody>
      </p:sp>
      <p:sp>
        <p:nvSpPr>
          <p:cNvPr id="7" name="0–9: 100&#10;15.41%&#10;&#10;10–14: 418&#10;64.41%&#10;&#10;15–20: 131&#10;20.18%">
            <a:extLst xmlns:a="http://schemas.openxmlformats.org/drawingml/2006/main">
              <a:ext uri="{FF2B5EF4-FFF2-40B4-BE49-F238E27FC236}">
                <a16:creationId xmlns:a16="http://schemas.microsoft.com/office/drawing/2014/main" id="{F9C60D5A-C05A-4030-8911-BB7BB85EAA3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9B4C7381-6CC5-4887-A244-2ED1AB9F6FA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14674656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793F889-0CCC-4E94-AE29-8916108B09D4}"/>
              </a:ext>
            </a:extLst>
          </p:cNvPr>
          <p:cNvPicPr>
            <a:picLocks xmlns:a="http://schemas.openxmlformats.org/drawingml/2006/main" noChangeAspect="1"/>
          </p:cNvPicPr>
          <p:nvPr/>
        </p:nvPicPr>
        <p:blipFill>
          <a:blip xmlns:r="http://schemas.openxmlformats.org/officeDocument/2006/relationships" xmlns:a="http://schemas.openxmlformats.org/drawingml/2006/main" r:embed="R75d7b49d4aa14f5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B72CB31-E0BB-476F-9B36-C494C99373C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D6B297CD-BCEF-4FDD-A1C7-3B68F673C6B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AFC3CAF0-3532-410E-A8CA-094E8F675BC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71E8317C-D989-41E5-B673-943ECB328A96}"/>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01ed7ee613c43e6"/>
          </a:graphicData>
        </a:graphic>
      </p:graphicFrame>
      <p:sp>
        <p:nvSpPr>
          <p:cNvPr id="6" name="ρ = 0.9445">
            <a:extLst xmlns:a="http://schemas.openxmlformats.org/drawingml/2006/main">
              <a:ext uri="{FF2B5EF4-FFF2-40B4-BE49-F238E27FC236}">
                <a16:creationId xmlns:a16="http://schemas.microsoft.com/office/drawing/2014/main" id="{91BC8128-0A4C-4950-ABC0-EE9961D9C0CB}"/>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CC0680BC-85CE-4B45-B184-CECB4052B0B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AA89BDAE-B1D2-47D9-803C-698226F4696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15303090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8237790-3D8F-400A-AD4C-10E82520B55D}"/>
              </a:ext>
            </a:extLst>
          </p:cNvPr>
          <p:cNvPicPr>
            <a:picLocks xmlns:a="http://schemas.openxmlformats.org/drawingml/2006/main" noChangeAspect="1"/>
          </p:cNvPicPr>
          <p:nvPr/>
        </p:nvPicPr>
        <p:blipFill>
          <a:blip xmlns:r="http://schemas.openxmlformats.org/officeDocument/2006/relationships" xmlns:a="http://schemas.openxmlformats.org/drawingml/2006/main" r:embed="R63ba2bef8f69454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FD3C3C7-81D8-4F5A-9E94-756A5769BDD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E6E8A146-1915-4AC2-8DC0-F87635B4EF2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883B7DAA-8AB5-4790-8C9E-1DA2C19F8A9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3F785AB9-6CFB-49B8-9F39-E59D3466F238}"/>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55ecf2ff67c540fc"/>
          </a:graphicData>
        </a:graphic>
      </p:graphicFrame>
      <p:sp>
        <p:nvSpPr>
          <p:cNvPr id="6" name="List + dictionary">
            <a:extLst xmlns:a="http://schemas.openxmlformats.org/drawingml/2006/main">
              <a:ext uri="{FF2B5EF4-FFF2-40B4-BE49-F238E27FC236}">
                <a16:creationId xmlns:a16="http://schemas.microsoft.com/office/drawing/2014/main" id="{063A9A22-E833-4736-8626-6CCE3B9216D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vl1pPr algn="l">
              <a:defRPr sz="2700" b="1">
                <a:solidFill>
                  <a:srgbClr val="000000"/>
                </a:solidFill>
                <a:latin typeface="Arial"/>
                <a:ea typeface="Arial"/>
                <a:cs typeface="Arial"/>
              </a:defRPr>
            </a:lvl1pPr>
            <a:lvl2pPr algn="l">
              <a:defRPr sz="2700" b="1">
                <a:solidFill>
                  <a:srgbClr val="000000"/>
                </a:solidFill>
                <a:latin typeface="Arial"/>
                <a:ea typeface="Arial"/>
                <a:cs typeface="Arial"/>
              </a:defRPr>
            </a:lvl2pPr>
            <a:lvl3pPr algn="l">
              <a:defRPr sz="2700" b="1">
                <a:solidFill>
                  <a:srgbClr val="000000"/>
                </a:solidFill>
                <a:latin typeface="Arial"/>
                <a:ea typeface="Arial"/>
                <a:cs typeface="Arial"/>
              </a:defRPr>
            </a:lvl3pPr>
            <a:lvl4pPr algn="l">
              <a:defRPr sz="2700" b="1">
                <a:solidFill>
                  <a:srgbClr val="000000"/>
                </a:solidFill>
                <a:latin typeface="Arial"/>
                <a:ea typeface="Arial"/>
                <a:cs typeface="Arial"/>
              </a:defRPr>
            </a:lvl4pPr>
            <a:lvl5pPr algn="l">
              <a:defRPr sz="2700" b="1">
                <a:solidFill>
                  <a:srgbClr val="000000"/>
                </a:solidFill>
                <a:latin typeface="Arial"/>
                <a:ea typeface="Arial"/>
                <a:cs typeface="Arial"/>
              </a:defRPr>
            </a:lvl5pPr>
            <a:lvl6pPr algn="l">
              <a:defRPr sz="2700" b="1">
                <a:solidFill>
                  <a:srgbClr val="000000"/>
                </a:solidFill>
                <a:latin typeface="Arial"/>
                <a:ea typeface="Arial"/>
                <a:cs typeface="Arial"/>
              </a:defRPr>
            </a:lvl6pPr>
            <a:lvl7pPr algn="l">
              <a:defRPr sz="2700" b="1">
                <a:solidFill>
                  <a:srgbClr val="000000"/>
                </a:solidFill>
                <a:latin typeface="Arial"/>
                <a:ea typeface="Arial"/>
                <a:cs typeface="Arial"/>
              </a:defRPr>
            </a:lvl7pPr>
            <a:lvl8pPr algn="l">
              <a:defRPr sz="2700" b="1">
                <a:solidFill>
                  <a:srgbClr val="000000"/>
                </a:solidFill>
                <a:latin typeface="Arial"/>
                <a:ea typeface="Arial"/>
                <a:cs typeface="Arial"/>
              </a:defRPr>
            </a:lvl8pPr>
            <a:lvl9pPr algn="l">
              <a:defRPr sz="2700" b="1">
                <a:solidFill>
                  <a:srgbClr val="000000"/>
                </a:solidFill>
                <a:latin typeface="Arial"/>
                <a:ea typeface="Arial"/>
                <a:cs typeface="Arial"/>
              </a:defRPr>
            </a:lvl9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766B4FED-146F-4CFB-B83E-F2463EC18C52}"/>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vl1pPr algn="l">
              <a:defRPr sz="2000" b="0">
                <a:solidFill>
                  <a:srgbClr val="000000"/>
                </a:solidFill>
                <a:latin typeface="Arial"/>
                <a:ea typeface="Arial"/>
                <a:cs typeface="Arial"/>
              </a:defRPr>
            </a:lvl1pPr>
            <a:lvl2pPr algn="l">
              <a:defRPr sz="2000" b="0">
                <a:solidFill>
                  <a:srgbClr val="000000"/>
                </a:solidFill>
                <a:latin typeface="Arial"/>
                <a:ea typeface="Arial"/>
                <a:cs typeface="Arial"/>
              </a:defRPr>
            </a:lvl2pPr>
            <a:lvl3pPr algn="l">
              <a:defRPr sz="2000" b="0">
                <a:solidFill>
                  <a:srgbClr val="000000"/>
                </a:solidFill>
                <a:latin typeface="Arial"/>
                <a:ea typeface="Arial"/>
                <a:cs typeface="Arial"/>
              </a:defRPr>
            </a:lvl3pPr>
            <a:lvl4pPr algn="l">
              <a:defRPr sz="2000" b="0">
                <a:solidFill>
                  <a:srgbClr val="000000"/>
                </a:solidFill>
                <a:latin typeface="Arial"/>
                <a:ea typeface="Arial"/>
                <a:cs typeface="Arial"/>
              </a:defRPr>
            </a:lvl4pPr>
            <a:lvl5pPr algn="l">
              <a:defRPr sz="2000" b="0">
                <a:solidFill>
                  <a:srgbClr val="000000"/>
                </a:solidFill>
                <a:latin typeface="Arial"/>
                <a:ea typeface="Arial"/>
                <a:cs typeface="Arial"/>
              </a:defRPr>
            </a:lvl5pPr>
            <a:lvl6pPr algn="l">
              <a:defRPr sz="2000" b="0">
                <a:solidFill>
                  <a:srgbClr val="000000"/>
                </a:solidFill>
                <a:latin typeface="Arial"/>
                <a:ea typeface="Arial"/>
                <a:cs typeface="Arial"/>
              </a:defRPr>
            </a:lvl6pPr>
            <a:lvl7pPr algn="l">
              <a:defRPr sz="2000" b="0">
                <a:solidFill>
                  <a:srgbClr val="000000"/>
                </a:solidFill>
                <a:latin typeface="Arial"/>
                <a:ea typeface="Arial"/>
                <a:cs typeface="Arial"/>
              </a:defRPr>
            </a:lvl7pPr>
            <a:lvl8pPr algn="l">
              <a:defRPr sz="2000" b="0">
                <a:solidFill>
                  <a:srgbClr val="000000"/>
                </a:solidFill>
                <a:latin typeface="Arial"/>
                <a:ea typeface="Arial"/>
                <a:cs typeface="Arial"/>
              </a:defRPr>
            </a:lvl8pPr>
            <a:lvl9pPr algn="l">
              <a:defRPr sz="2000" b="0">
                <a:solidFill>
                  <a:srgbClr val="000000"/>
                </a:solidFill>
                <a:latin typeface="Arial"/>
                <a:ea typeface="Arial"/>
                <a:cs typeface="Arial"/>
              </a:defRPr>
            </a:lvl9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69F3D6EA-B018-4FAB-8437-254B99A395F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11431869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3213D8C-253C-4072-8331-2B79325AFE63}"/>
              </a:ext>
            </a:extLst>
          </p:cNvPr>
          <p:cNvPicPr>
            <a:picLocks xmlns:a="http://schemas.openxmlformats.org/drawingml/2006/main" noChangeAspect="1"/>
          </p:cNvPicPr>
          <p:nvPr/>
        </p:nvPicPr>
        <p:blipFill>
          <a:blip xmlns:r="http://schemas.openxmlformats.org/officeDocument/2006/relationships" xmlns:a="http://schemas.openxmlformats.org/drawingml/2006/main" r:embed="R5379c1ab8e9e4b1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8BBB41F-F655-48AB-AAF0-44348FDCF7E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013FE3B1-5E69-4C19-889E-9789ADCD606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5B188A7D-A135-48D0-8F26-F92B5FB004D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0FC0D38A-AA01-4CBF-8B91-00934D8C2162}"/>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FBCDFF4D-A64E-4E9A-9690-7B5EDAC69376}"/>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C2961AD8-8DC1-4D70-92AE-DAFCD28D170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5848920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11D7314-98A7-4FC2-88B9-542EC2CAFC7B}"/>
              </a:ext>
            </a:extLst>
          </p:cNvPr>
          <p:cNvPicPr>
            <a:picLocks xmlns:a="http://schemas.openxmlformats.org/drawingml/2006/main" noChangeAspect="1"/>
          </p:cNvPicPr>
          <p:nvPr/>
        </p:nvPicPr>
        <p:blipFill>
          <a:blip xmlns:r="http://schemas.openxmlformats.org/officeDocument/2006/relationships" xmlns:a="http://schemas.openxmlformats.org/drawingml/2006/main" r:embed="R3ea6166d945146a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5A137E4-43F2-4498-A91A-C930D75C18B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84AF5668-7B11-42A9-8551-05A1654B90C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2555CDF2-2D00-4F38-A148-50547F4B11E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B7FBFF20-A147-4529-855B-8C26B9DD6469}"/>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98E82055-C158-4D1E-9FE1-63E4E700FBC9}"/>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07C26B32-1FC1-4EDF-B030-09D64EFB9735}"/>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E76A2484-6EE1-417F-ADBF-C4BCF0CC73A5}"/>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C5E10679-938E-4992-8169-C554C282DD8B}"/>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C75A4F22-9869-4753-B2E3-9DF447B34A57}"/>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20923617-9F08-47AD-A73F-0290BC911C38}"/>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vl1pPr algn="l">
              <a:defRPr sz="2400" b="1">
                <a:solidFill>
                  <a:srgbClr val="000000"/>
                </a:solidFill>
                <a:latin typeface="Arial"/>
                <a:ea typeface="Arial"/>
                <a:cs typeface="Arial"/>
              </a:defRPr>
            </a:lvl1pPr>
            <a:lvl2pPr algn="l">
              <a:defRPr sz="2400" b="1">
                <a:solidFill>
                  <a:srgbClr val="000000"/>
                </a:solidFill>
                <a:latin typeface="Arial"/>
                <a:ea typeface="Arial"/>
                <a:cs typeface="Arial"/>
              </a:defRPr>
            </a:lvl2pPr>
            <a:lvl3pPr algn="l">
              <a:defRPr sz="2400" b="1">
                <a:solidFill>
                  <a:srgbClr val="000000"/>
                </a:solidFill>
                <a:latin typeface="Arial"/>
                <a:ea typeface="Arial"/>
                <a:cs typeface="Arial"/>
              </a:defRPr>
            </a:lvl3pPr>
            <a:lvl4pPr algn="l">
              <a:defRPr sz="2400" b="1">
                <a:solidFill>
                  <a:srgbClr val="000000"/>
                </a:solidFill>
                <a:latin typeface="Arial"/>
                <a:ea typeface="Arial"/>
                <a:cs typeface="Arial"/>
              </a:defRPr>
            </a:lvl4pPr>
            <a:lvl5pPr algn="l">
              <a:defRPr sz="2400" b="1">
                <a:solidFill>
                  <a:srgbClr val="000000"/>
                </a:solidFill>
                <a:latin typeface="Arial"/>
                <a:ea typeface="Arial"/>
                <a:cs typeface="Arial"/>
              </a:defRPr>
            </a:lvl5pPr>
            <a:lvl6pPr algn="l">
              <a:defRPr sz="2400" b="1">
                <a:solidFill>
                  <a:srgbClr val="000000"/>
                </a:solidFill>
                <a:latin typeface="Arial"/>
                <a:ea typeface="Arial"/>
                <a:cs typeface="Arial"/>
              </a:defRPr>
            </a:lvl6pPr>
            <a:lvl7pPr algn="l">
              <a:defRPr sz="2400" b="1">
                <a:solidFill>
                  <a:srgbClr val="000000"/>
                </a:solidFill>
                <a:latin typeface="Arial"/>
                <a:ea typeface="Arial"/>
                <a:cs typeface="Arial"/>
              </a:defRPr>
            </a:lvl7pPr>
            <a:lvl8pPr algn="l">
              <a:defRPr sz="2400" b="1">
                <a:solidFill>
                  <a:srgbClr val="000000"/>
                </a:solidFill>
                <a:latin typeface="Arial"/>
                <a:ea typeface="Arial"/>
                <a:cs typeface="Arial"/>
              </a:defRPr>
            </a:lvl8pPr>
            <a:lvl9pPr algn="l">
              <a:defRPr sz="2400" b="1">
                <a:solidFill>
                  <a:srgbClr val="000000"/>
                </a:solidFill>
                <a:latin typeface="Arial"/>
                <a:ea typeface="Arial"/>
                <a:cs typeface="Arial"/>
              </a:defRPr>
            </a:lvl9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A22561C8-BE8F-4CBC-A3B4-4981E37E451A}"/>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2625456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3CD191F-9815-4478-86BB-CF82E058FAAB}"/>
              </a:ext>
            </a:extLst>
          </p:cNvPr>
          <p:cNvPicPr>
            <a:picLocks xmlns:a="http://schemas.openxmlformats.org/drawingml/2006/main" noChangeAspect="1"/>
          </p:cNvPicPr>
          <p:nvPr/>
        </p:nvPicPr>
        <p:blipFill>
          <a:blip xmlns:r="http://schemas.openxmlformats.org/officeDocument/2006/relationships" xmlns:a="http://schemas.openxmlformats.org/drawingml/2006/main" r:embed="Rb0c53075a913480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274B160-D51B-4CA6-B429-2F67279935F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8B931C83-3F1E-42C9-B510-5AB9688A0E4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F0F20EA2-5ECA-477F-9923-DA6F4384527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21B67F40-1BE5-44DC-8903-9D34DB1575BF}"/>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vl1pPr algn="l">
              <a:defRPr sz="2800" b="1">
                <a:solidFill>
                  <a:srgbClr val="000000"/>
                </a:solidFill>
                <a:latin typeface="Arial"/>
                <a:ea typeface="Arial"/>
                <a:cs typeface="Arial"/>
              </a:defRPr>
            </a:lvl1pPr>
            <a:lvl2pPr algn="l">
              <a:defRPr sz="2800" b="1">
                <a:solidFill>
                  <a:srgbClr val="000000"/>
                </a:solidFill>
                <a:latin typeface="Arial"/>
                <a:ea typeface="Arial"/>
                <a:cs typeface="Arial"/>
              </a:defRPr>
            </a:lvl2pPr>
            <a:lvl3pPr algn="l">
              <a:defRPr sz="2800" b="1">
                <a:solidFill>
                  <a:srgbClr val="000000"/>
                </a:solidFill>
                <a:latin typeface="Arial"/>
                <a:ea typeface="Arial"/>
                <a:cs typeface="Arial"/>
              </a:defRPr>
            </a:lvl3pPr>
            <a:lvl4pPr algn="l">
              <a:defRPr sz="2800" b="1">
                <a:solidFill>
                  <a:srgbClr val="000000"/>
                </a:solidFill>
                <a:latin typeface="Arial"/>
                <a:ea typeface="Arial"/>
                <a:cs typeface="Arial"/>
              </a:defRPr>
            </a:lvl4pPr>
            <a:lvl5pPr algn="l">
              <a:defRPr sz="2800" b="1">
                <a:solidFill>
                  <a:srgbClr val="000000"/>
                </a:solidFill>
                <a:latin typeface="Arial"/>
                <a:ea typeface="Arial"/>
                <a:cs typeface="Arial"/>
              </a:defRPr>
            </a:lvl5pPr>
            <a:lvl6pPr algn="l">
              <a:defRPr sz="2800" b="1">
                <a:solidFill>
                  <a:srgbClr val="000000"/>
                </a:solidFill>
                <a:latin typeface="Arial"/>
                <a:ea typeface="Arial"/>
                <a:cs typeface="Arial"/>
              </a:defRPr>
            </a:lvl6pPr>
            <a:lvl7pPr algn="l">
              <a:defRPr sz="2800" b="1">
                <a:solidFill>
                  <a:srgbClr val="000000"/>
                </a:solidFill>
                <a:latin typeface="Arial"/>
                <a:ea typeface="Arial"/>
                <a:cs typeface="Arial"/>
              </a:defRPr>
            </a:lvl7pPr>
            <a:lvl8pPr algn="l">
              <a:defRPr sz="2800" b="1">
                <a:solidFill>
                  <a:srgbClr val="000000"/>
                </a:solidFill>
                <a:latin typeface="Arial"/>
                <a:ea typeface="Arial"/>
                <a:cs typeface="Arial"/>
              </a:defRPr>
            </a:lvl8pPr>
            <a:lvl9pPr algn="l">
              <a:defRPr sz="2800" b="1">
                <a:solidFill>
                  <a:srgbClr val="000000"/>
                </a:solidFill>
                <a:latin typeface="Arial"/>
                <a:ea typeface="Arial"/>
                <a:cs typeface="Arial"/>
              </a:defRPr>
            </a:lvl9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43F57BDE-5D7B-4A73-A379-4BC447D8470D}"/>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64C0F3A8-0ACA-4ADA-B699-A678A1A8ADC6}"/>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DB72B9BC-6304-47EB-BC18-F950B206A43A}"/>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vl1pPr algn="l">
              <a:defRPr sz="2800" b="1">
                <a:solidFill>
                  <a:srgbClr val="000000"/>
                </a:solidFill>
                <a:latin typeface="Arial"/>
                <a:ea typeface="Arial"/>
                <a:cs typeface="Arial"/>
              </a:defRPr>
            </a:lvl1pPr>
            <a:lvl2pPr algn="l">
              <a:defRPr sz="2800" b="1">
                <a:solidFill>
                  <a:srgbClr val="000000"/>
                </a:solidFill>
                <a:latin typeface="Arial"/>
                <a:ea typeface="Arial"/>
                <a:cs typeface="Arial"/>
              </a:defRPr>
            </a:lvl2pPr>
            <a:lvl3pPr algn="l">
              <a:defRPr sz="2800" b="1">
                <a:solidFill>
                  <a:srgbClr val="000000"/>
                </a:solidFill>
                <a:latin typeface="Arial"/>
                <a:ea typeface="Arial"/>
                <a:cs typeface="Arial"/>
              </a:defRPr>
            </a:lvl3pPr>
            <a:lvl4pPr algn="l">
              <a:defRPr sz="2800" b="1">
                <a:solidFill>
                  <a:srgbClr val="000000"/>
                </a:solidFill>
                <a:latin typeface="Arial"/>
                <a:ea typeface="Arial"/>
                <a:cs typeface="Arial"/>
              </a:defRPr>
            </a:lvl4pPr>
            <a:lvl5pPr algn="l">
              <a:defRPr sz="2800" b="1">
                <a:solidFill>
                  <a:srgbClr val="000000"/>
                </a:solidFill>
                <a:latin typeface="Arial"/>
                <a:ea typeface="Arial"/>
                <a:cs typeface="Arial"/>
              </a:defRPr>
            </a:lvl5pPr>
            <a:lvl6pPr algn="l">
              <a:defRPr sz="2800" b="1">
                <a:solidFill>
                  <a:srgbClr val="000000"/>
                </a:solidFill>
                <a:latin typeface="Arial"/>
                <a:ea typeface="Arial"/>
                <a:cs typeface="Arial"/>
              </a:defRPr>
            </a:lvl6pPr>
            <a:lvl7pPr algn="l">
              <a:defRPr sz="2800" b="1">
                <a:solidFill>
                  <a:srgbClr val="000000"/>
                </a:solidFill>
                <a:latin typeface="Arial"/>
                <a:ea typeface="Arial"/>
                <a:cs typeface="Arial"/>
              </a:defRPr>
            </a:lvl7pPr>
            <a:lvl8pPr algn="l">
              <a:defRPr sz="2800" b="1">
                <a:solidFill>
                  <a:srgbClr val="000000"/>
                </a:solidFill>
                <a:latin typeface="Arial"/>
                <a:ea typeface="Arial"/>
                <a:cs typeface="Arial"/>
              </a:defRPr>
            </a:lvl8pPr>
            <a:lvl9pPr algn="l">
              <a:defRPr sz="2800" b="1">
                <a:solidFill>
                  <a:srgbClr val="000000"/>
                </a:solidFill>
                <a:latin typeface="Arial"/>
                <a:ea typeface="Arial"/>
                <a:cs typeface="Arial"/>
              </a:defRPr>
            </a:lvl9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6E505A37-284B-4B94-AA9A-A1E36EDA6136}"/>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vl1pPr algn="l">
              <a:defRPr sz="2300" b="0">
                <a:solidFill>
                  <a:srgbClr val="000000"/>
                </a:solidFill>
                <a:latin typeface="Arial"/>
                <a:ea typeface="Arial"/>
                <a:cs typeface="Arial"/>
              </a:defRPr>
            </a:lvl1pPr>
            <a:lvl2pPr algn="l">
              <a:defRPr sz="2300" b="0">
                <a:solidFill>
                  <a:srgbClr val="000000"/>
                </a:solidFill>
                <a:latin typeface="Arial"/>
                <a:ea typeface="Arial"/>
                <a:cs typeface="Arial"/>
              </a:defRPr>
            </a:lvl2pPr>
            <a:lvl3pPr algn="l">
              <a:defRPr sz="2300" b="0">
                <a:solidFill>
                  <a:srgbClr val="000000"/>
                </a:solidFill>
                <a:latin typeface="Arial"/>
                <a:ea typeface="Arial"/>
                <a:cs typeface="Arial"/>
              </a:defRPr>
            </a:lvl3pPr>
            <a:lvl4pPr algn="l">
              <a:defRPr sz="2300" b="0">
                <a:solidFill>
                  <a:srgbClr val="000000"/>
                </a:solidFill>
                <a:latin typeface="Arial"/>
                <a:ea typeface="Arial"/>
                <a:cs typeface="Arial"/>
              </a:defRPr>
            </a:lvl4pPr>
            <a:lvl5pPr algn="l">
              <a:defRPr sz="2300" b="0">
                <a:solidFill>
                  <a:srgbClr val="000000"/>
                </a:solidFill>
                <a:latin typeface="Arial"/>
                <a:ea typeface="Arial"/>
                <a:cs typeface="Arial"/>
              </a:defRPr>
            </a:lvl5pPr>
            <a:lvl6pPr algn="l">
              <a:defRPr sz="2300" b="0">
                <a:solidFill>
                  <a:srgbClr val="000000"/>
                </a:solidFill>
                <a:latin typeface="Arial"/>
                <a:ea typeface="Arial"/>
                <a:cs typeface="Arial"/>
              </a:defRPr>
            </a:lvl6pPr>
            <a:lvl7pPr algn="l">
              <a:defRPr sz="2300" b="0">
                <a:solidFill>
                  <a:srgbClr val="000000"/>
                </a:solidFill>
                <a:latin typeface="Arial"/>
                <a:ea typeface="Arial"/>
                <a:cs typeface="Arial"/>
              </a:defRPr>
            </a:lvl7pPr>
            <a:lvl8pPr algn="l">
              <a:defRPr sz="2300" b="0">
                <a:solidFill>
                  <a:srgbClr val="000000"/>
                </a:solidFill>
                <a:latin typeface="Arial"/>
                <a:ea typeface="Arial"/>
                <a:cs typeface="Arial"/>
              </a:defRPr>
            </a:lvl8pPr>
            <a:lvl9pPr algn="l">
              <a:defRPr sz="2300" b="0">
                <a:solidFill>
                  <a:srgbClr val="000000"/>
                </a:solidFill>
                <a:latin typeface="Arial"/>
                <a:ea typeface="Arial"/>
                <a:cs typeface="Arial"/>
              </a:defRPr>
            </a:lvl9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6300375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10FD1EB-92B5-48A0-9B37-13786DB1FFEB}"/>
              </a:ext>
            </a:extLst>
          </p:cNvPr>
          <p:cNvPicPr>
            <a:picLocks xmlns:a="http://schemas.openxmlformats.org/drawingml/2006/main" noChangeAspect="1"/>
          </p:cNvPicPr>
          <p:nvPr/>
        </p:nvPicPr>
        <p:blipFill>
          <a:blip xmlns:r="http://schemas.openxmlformats.org/officeDocument/2006/relationships" xmlns:a="http://schemas.openxmlformats.org/drawingml/2006/main" r:embed="R828a8b5a2bbe4a0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11E91FF-B065-4D99-915C-721D42142F1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ED2448B5-BAA2-4791-88BD-C21690BF7F1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05688AEB-8733-4385-84CA-63382DD49BE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9731F095-40B3-4EDD-943D-2E25FF5AF760}"/>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vl1pPr algn="l">
              <a:defRPr sz="2100" b="0">
                <a:solidFill>
                  <a:srgbClr val="000000"/>
                </a:solidFill>
                <a:latin typeface="Arial"/>
                <a:ea typeface="Arial"/>
                <a:cs typeface="Arial"/>
              </a:defRPr>
            </a:lvl1pPr>
            <a:lvl2pPr algn="l">
              <a:defRPr sz="2100" b="0">
                <a:solidFill>
                  <a:srgbClr val="000000"/>
                </a:solidFill>
                <a:latin typeface="Arial"/>
                <a:ea typeface="Arial"/>
                <a:cs typeface="Arial"/>
              </a:defRPr>
            </a:lvl2pPr>
            <a:lvl3pPr algn="l">
              <a:defRPr sz="2100" b="0">
                <a:solidFill>
                  <a:srgbClr val="000000"/>
                </a:solidFill>
                <a:latin typeface="Arial"/>
                <a:ea typeface="Arial"/>
                <a:cs typeface="Arial"/>
              </a:defRPr>
            </a:lvl3pPr>
            <a:lvl4pPr algn="l">
              <a:defRPr sz="2100" b="0">
                <a:solidFill>
                  <a:srgbClr val="000000"/>
                </a:solidFill>
                <a:latin typeface="Arial"/>
                <a:ea typeface="Arial"/>
                <a:cs typeface="Arial"/>
              </a:defRPr>
            </a:lvl4pPr>
            <a:lvl5pPr algn="l">
              <a:defRPr sz="2100" b="0">
                <a:solidFill>
                  <a:srgbClr val="000000"/>
                </a:solidFill>
                <a:latin typeface="Arial"/>
                <a:ea typeface="Arial"/>
                <a:cs typeface="Arial"/>
              </a:defRPr>
            </a:lvl5pPr>
            <a:lvl6pPr algn="l">
              <a:defRPr sz="2100" b="0">
                <a:solidFill>
                  <a:srgbClr val="000000"/>
                </a:solidFill>
                <a:latin typeface="Arial"/>
                <a:ea typeface="Arial"/>
                <a:cs typeface="Arial"/>
              </a:defRPr>
            </a:lvl6pPr>
            <a:lvl7pPr algn="l">
              <a:defRPr sz="2100" b="0">
                <a:solidFill>
                  <a:srgbClr val="000000"/>
                </a:solidFill>
                <a:latin typeface="Arial"/>
                <a:ea typeface="Arial"/>
                <a:cs typeface="Arial"/>
              </a:defRPr>
            </a:lvl7pPr>
            <a:lvl8pPr algn="l">
              <a:defRPr sz="2100" b="0">
                <a:solidFill>
                  <a:srgbClr val="000000"/>
                </a:solidFill>
                <a:latin typeface="Arial"/>
                <a:ea typeface="Arial"/>
                <a:cs typeface="Arial"/>
              </a:defRPr>
            </a:lvl8pPr>
            <a:lvl9pPr algn="l">
              <a:defRPr sz="2100" b="0">
                <a:solidFill>
                  <a:srgbClr val="000000"/>
                </a:solidFill>
                <a:latin typeface="Arial"/>
                <a:ea typeface="Arial"/>
                <a:cs typeface="Arial"/>
              </a:defRPr>
            </a:lvl9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0B59A2BF-81F5-4CC9-A080-2B1DD047388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141768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0A076B4-1C30-4758-A198-6B8C01D55BC1}"/>
              </a:ext>
            </a:extLst>
          </p:cNvPr>
          <p:cNvPicPr>
            <a:picLocks xmlns:a="http://schemas.openxmlformats.org/drawingml/2006/main" noChangeAspect="1"/>
          </p:cNvPicPr>
          <p:nvPr/>
        </p:nvPicPr>
        <p:blipFill>
          <a:blip xmlns:r="http://schemas.openxmlformats.org/officeDocument/2006/relationships" xmlns:a="http://schemas.openxmlformats.org/drawingml/2006/main" r:embed="R72d4548aaacb434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FCA80AC-C65F-4C91-ABEF-13611EB3CA7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6C22132D-B825-460A-BC8C-8C42C05BA9A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DAEFB970-7693-44A7-8FC0-54D4A5BB1CE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3A6F59D5-751C-4BDC-80D7-58A09E7CF6B8}"/>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vl1pPr algn="l">
              <a:defRPr sz="4400" b="1">
                <a:solidFill>
                  <a:srgbClr val="000000"/>
                </a:solidFill>
                <a:latin typeface="Arial"/>
                <a:ea typeface="Arial"/>
                <a:cs typeface="Arial"/>
              </a:defRPr>
            </a:lvl1pPr>
            <a:lvl2pPr algn="l">
              <a:defRPr sz="4400" b="1">
                <a:solidFill>
                  <a:srgbClr val="000000"/>
                </a:solidFill>
                <a:latin typeface="Arial"/>
                <a:ea typeface="Arial"/>
                <a:cs typeface="Arial"/>
              </a:defRPr>
            </a:lvl2pPr>
            <a:lvl3pPr algn="l">
              <a:defRPr sz="4400" b="1">
                <a:solidFill>
                  <a:srgbClr val="000000"/>
                </a:solidFill>
                <a:latin typeface="Arial"/>
                <a:ea typeface="Arial"/>
                <a:cs typeface="Arial"/>
              </a:defRPr>
            </a:lvl3pPr>
            <a:lvl4pPr algn="l">
              <a:defRPr sz="4400" b="1">
                <a:solidFill>
                  <a:srgbClr val="000000"/>
                </a:solidFill>
                <a:latin typeface="Arial"/>
                <a:ea typeface="Arial"/>
                <a:cs typeface="Arial"/>
              </a:defRPr>
            </a:lvl4pPr>
            <a:lvl5pPr algn="l">
              <a:defRPr sz="4400" b="1">
                <a:solidFill>
                  <a:srgbClr val="000000"/>
                </a:solidFill>
                <a:latin typeface="Arial"/>
                <a:ea typeface="Arial"/>
                <a:cs typeface="Arial"/>
              </a:defRPr>
            </a:lvl5pPr>
            <a:lvl6pPr algn="l">
              <a:defRPr sz="4400" b="1">
                <a:solidFill>
                  <a:srgbClr val="000000"/>
                </a:solidFill>
                <a:latin typeface="Arial"/>
                <a:ea typeface="Arial"/>
                <a:cs typeface="Arial"/>
              </a:defRPr>
            </a:lvl6pPr>
            <a:lvl7pPr algn="l">
              <a:defRPr sz="4400" b="1">
                <a:solidFill>
                  <a:srgbClr val="000000"/>
                </a:solidFill>
                <a:latin typeface="Arial"/>
                <a:ea typeface="Arial"/>
                <a:cs typeface="Arial"/>
              </a:defRPr>
            </a:lvl7pPr>
            <a:lvl8pPr algn="l">
              <a:defRPr sz="4400" b="1">
                <a:solidFill>
                  <a:srgbClr val="000000"/>
                </a:solidFill>
                <a:latin typeface="Arial"/>
                <a:ea typeface="Arial"/>
                <a:cs typeface="Arial"/>
              </a:defRPr>
            </a:lvl8pPr>
            <a:lvl9pPr algn="l">
              <a:defRPr sz="4400" b="1">
                <a:solidFill>
                  <a:srgbClr val="000000"/>
                </a:solidFill>
                <a:latin typeface="Arial"/>
                <a:ea typeface="Arial"/>
                <a:cs typeface="Arial"/>
              </a:defRPr>
            </a:lvl9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52A560C7-72A6-4EE0-81D9-6E55CE391E6F}"/>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vl1pPr algn="l">
              <a:defRPr sz="2800" b="0">
                <a:solidFill>
                  <a:srgbClr val="000000"/>
                </a:solidFill>
                <a:latin typeface="Arial"/>
                <a:ea typeface="Arial"/>
                <a:cs typeface="Arial"/>
              </a:defRPr>
            </a:lvl1pPr>
            <a:lvl2pPr algn="l">
              <a:defRPr sz="2800" b="0">
                <a:solidFill>
                  <a:srgbClr val="000000"/>
                </a:solidFill>
                <a:latin typeface="Arial"/>
                <a:ea typeface="Arial"/>
                <a:cs typeface="Arial"/>
              </a:defRPr>
            </a:lvl2pPr>
            <a:lvl3pPr algn="l">
              <a:defRPr sz="2800" b="0">
                <a:solidFill>
                  <a:srgbClr val="000000"/>
                </a:solidFill>
                <a:latin typeface="Arial"/>
                <a:ea typeface="Arial"/>
                <a:cs typeface="Arial"/>
              </a:defRPr>
            </a:lvl3pPr>
            <a:lvl4pPr algn="l">
              <a:defRPr sz="2800" b="0">
                <a:solidFill>
                  <a:srgbClr val="000000"/>
                </a:solidFill>
                <a:latin typeface="Arial"/>
                <a:ea typeface="Arial"/>
                <a:cs typeface="Arial"/>
              </a:defRPr>
            </a:lvl4pPr>
            <a:lvl5pPr algn="l">
              <a:defRPr sz="2800" b="0">
                <a:solidFill>
                  <a:srgbClr val="000000"/>
                </a:solidFill>
                <a:latin typeface="Arial"/>
                <a:ea typeface="Arial"/>
                <a:cs typeface="Arial"/>
              </a:defRPr>
            </a:lvl5pPr>
            <a:lvl6pPr algn="l">
              <a:defRPr sz="2800" b="0">
                <a:solidFill>
                  <a:srgbClr val="000000"/>
                </a:solidFill>
                <a:latin typeface="Arial"/>
                <a:ea typeface="Arial"/>
                <a:cs typeface="Arial"/>
              </a:defRPr>
            </a:lvl6pPr>
            <a:lvl7pPr algn="l">
              <a:defRPr sz="2800" b="0">
                <a:solidFill>
                  <a:srgbClr val="000000"/>
                </a:solidFill>
                <a:latin typeface="Arial"/>
                <a:ea typeface="Arial"/>
                <a:cs typeface="Arial"/>
              </a:defRPr>
            </a:lvl7pPr>
            <a:lvl8pPr algn="l">
              <a:defRPr sz="2800" b="0">
                <a:solidFill>
                  <a:srgbClr val="000000"/>
                </a:solidFill>
                <a:latin typeface="Arial"/>
                <a:ea typeface="Arial"/>
                <a:cs typeface="Arial"/>
              </a:defRPr>
            </a:lvl8pPr>
            <a:lvl9pPr algn="l">
              <a:defRPr sz="2800" b="0">
                <a:solidFill>
                  <a:srgbClr val="000000"/>
                </a:solidFill>
                <a:latin typeface="Arial"/>
                <a:ea typeface="Arial"/>
                <a:cs typeface="Arial"/>
              </a:defRPr>
            </a:lvl9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18016918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EC32F3C-3062-4790-8656-D0185649E125}"/>
              </a:ext>
            </a:extLst>
          </p:cNvPr>
          <p:cNvPicPr>
            <a:picLocks xmlns:a="http://schemas.openxmlformats.org/drawingml/2006/main" noChangeAspect="1"/>
          </p:cNvPicPr>
          <p:nvPr/>
        </p:nvPicPr>
        <p:blipFill>
          <a:blip xmlns:r="http://schemas.openxmlformats.org/officeDocument/2006/relationships" xmlns:a="http://schemas.openxmlformats.org/drawingml/2006/main" r:embed="Re672f02af73b4b8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4C9F324-C425-457F-9992-FDF4BBA64A0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A0428B8E-A4B2-4ECE-BC8B-AC1F450C529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D5491C9F-F72F-43E0-8072-D0B90B7DAF5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9AA0A699-76E6-4093-84DF-B8A82100E88C}"/>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0" tIns="0" rIns="0" bIns="0">
                      <a:noAutofit/>
                    </a:bodyPr>
                    <a:lstStyle/>
                    <a:p>
                      <a:pPr algn="l"/>
                      <a:r>
                        <a:rPr sz="1800" b="1">
                          <a:solidFill>
                            <a:srgbClr val="000000"/>
                          </a:solidFill>
                          <a:latin typeface="Arial"/>
                          <a:ea typeface="Arial"/>
                          <a:cs typeface="Arial"/>
                        </a:rPr>
                        <a:t>Source index</a:t>
                      </a:r>
                    </a:p>
                  </a:txBody>
                  <a:tcPr marL="76200" marR="76200" marT="0" marB="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School</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G1</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G2</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G3</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Band</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0" tIns="0" rIns="0" bIns="0">
                      <a:noAutofit/>
                    </a:bodyPr>
                    <a:lstStyle/>
                    <a:p>
                      <a:pPr algn="l"/>
                      <a:r>
                        <a:rPr sz="1800" b="0">
                          <a:solidFill>
                            <a:srgbClr val="000000"/>
                          </a:solidFill>
                          <a:latin typeface="Arial"/>
                          <a:ea typeface="Arial"/>
                          <a:cs typeface="Arial"/>
                        </a:rPr>
                        <a:t>338</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636</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113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181</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185</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314</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327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332</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337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349</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8109B488-349D-4FFD-98CD-34C6E394050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186762624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3843767-E085-407F-9604-59ED3358F32A}"/>
              </a:ext>
            </a:extLst>
          </p:cNvPr>
          <p:cNvPicPr>
            <a:picLocks xmlns:a="http://schemas.openxmlformats.org/drawingml/2006/main" noChangeAspect="1"/>
          </p:cNvPicPr>
          <p:nvPr/>
        </p:nvPicPr>
        <p:blipFill>
          <a:blip xmlns:r="http://schemas.openxmlformats.org/officeDocument/2006/relationships" xmlns:a="http://schemas.openxmlformats.org/drawingml/2006/main" r:embed="R8412a5b5ff4e477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8DB0E5F-2087-4EEA-AF8E-08CCF3CFDA0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414AE26A-D5AB-4A6C-AD9C-5A62AC4027E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32F48257-4574-42EB-BF74-8F5606FF51E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3A5648B8-8033-4145-9235-E5D0C74B0BF2}"/>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0" tIns="0" rIns="0" bIns="0">
                      <a:noAutofit/>
                    </a:bodyPr>
                    <a:lstStyle/>
                    <a:p>
                      <a:pPr algn="l"/>
                      <a:r>
                        <a:rPr sz="1800" b="1">
                          <a:solidFill>
                            <a:srgbClr val="000000"/>
                          </a:solidFill>
                          <a:latin typeface="Arial"/>
                          <a:ea typeface="Arial"/>
                          <a:cs typeface="Arial"/>
                        </a:rPr>
                        <a:t>Source index</a:t>
                      </a:r>
                    </a:p>
                  </a:txBody>
                  <a:tcPr marL="76200" marR="76200" marT="0" marB="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School</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G1</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G2</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G3</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Band</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0" tIns="0" rIns="0" bIns="0">
                      <a:noAutofit/>
                    </a:bodyPr>
                    <a:lstStyle/>
                    <a:p>
                      <a:pPr algn="l"/>
                      <a:r>
                        <a:rPr sz="1800" b="0">
                          <a:solidFill>
                            <a:srgbClr val="000000"/>
                          </a:solidFill>
                          <a:latin typeface="Arial"/>
                          <a:ea typeface="Arial"/>
                          <a:cs typeface="Arial"/>
                        </a:rPr>
                        <a:t>163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11</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440</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519</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563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567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4</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583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586</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597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603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5</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605</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5</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B4E36EEF-8008-44C7-A16B-2657379FD16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176207688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6DF4A85-1C60-4402-AB86-B65C074B3EB0}"/>
              </a:ext>
            </a:extLst>
          </p:cNvPr>
          <p:cNvPicPr>
            <a:picLocks xmlns:a="http://schemas.openxmlformats.org/drawingml/2006/main" noChangeAspect="1"/>
          </p:cNvPicPr>
          <p:nvPr/>
        </p:nvPicPr>
        <p:blipFill>
          <a:blip xmlns:r="http://schemas.openxmlformats.org/officeDocument/2006/relationships" xmlns:a="http://schemas.openxmlformats.org/drawingml/2006/main" r:embed="R4c4da226875b4e7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700DE9A-1B02-493E-87B3-F879A3470C8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vl1pPr algn="l">
              <a:defRPr sz="3200" b="1">
                <a:solidFill>
                  <a:srgbClr val="000000"/>
                </a:solidFill>
                <a:latin typeface="Arial"/>
                <a:ea typeface="Arial"/>
                <a:cs typeface="Arial"/>
              </a:defRPr>
            </a:lvl1pPr>
            <a:lvl2pPr algn="l">
              <a:defRPr sz="3200" b="1">
                <a:solidFill>
                  <a:srgbClr val="000000"/>
                </a:solidFill>
                <a:latin typeface="Arial"/>
                <a:ea typeface="Arial"/>
                <a:cs typeface="Arial"/>
              </a:defRPr>
            </a:lvl2pPr>
            <a:lvl3pPr algn="l">
              <a:defRPr sz="3200" b="1">
                <a:solidFill>
                  <a:srgbClr val="000000"/>
                </a:solidFill>
                <a:latin typeface="Arial"/>
                <a:ea typeface="Arial"/>
                <a:cs typeface="Arial"/>
              </a:defRPr>
            </a:lvl3pPr>
            <a:lvl4pPr algn="l">
              <a:defRPr sz="3200" b="1">
                <a:solidFill>
                  <a:srgbClr val="000000"/>
                </a:solidFill>
                <a:latin typeface="Arial"/>
                <a:ea typeface="Arial"/>
                <a:cs typeface="Arial"/>
              </a:defRPr>
            </a:lvl4pPr>
            <a:lvl5pPr algn="l">
              <a:defRPr sz="3200" b="1">
                <a:solidFill>
                  <a:srgbClr val="000000"/>
                </a:solidFill>
                <a:latin typeface="Arial"/>
                <a:ea typeface="Arial"/>
                <a:cs typeface="Arial"/>
              </a:defRPr>
            </a:lvl5pPr>
            <a:lvl6pPr algn="l">
              <a:defRPr sz="3200" b="1">
                <a:solidFill>
                  <a:srgbClr val="000000"/>
                </a:solidFill>
                <a:latin typeface="Arial"/>
                <a:ea typeface="Arial"/>
                <a:cs typeface="Arial"/>
              </a:defRPr>
            </a:lvl6pPr>
            <a:lvl7pPr algn="l">
              <a:defRPr sz="3200" b="1">
                <a:solidFill>
                  <a:srgbClr val="000000"/>
                </a:solidFill>
                <a:latin typeface="Arial"/>
                <a:ea typeface="Arial"/>
                <a:cs typeface="Arial"/>
              </a:defRPr>
            </a:lvl7pPr>
            <a:lvl8pPr algn="l">
              <a:defRPr sz="3200" b="1">
                <a:solidFill>
                  <a:srgbClr val="000000"/>
                </a:solidFill>
                <a:latin typeface="Arial"/>
                <a:ea typeface="Arial"/>
                <a:cs typeface="Arial"/>
              </a:defRPr>
            </a:lvl8pPr>
            <a:lvl9pPr algn="l">
              <a:defRPr sz="3200" b="1">
                <a:solidFill>
                  <a:srgbClr val="000000"/>
                </a:solidFill>
                <a:latin typeface="Arial"/>
                <a:ea typeface="Arial"/>
                <a:cs typeface="Arial"/>
              </a:defRPr>
            </a:lvl9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E5FED565-BEEC-4BEB-BC2E-A5957B53D5B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9878BEB5-CE1F-481B-B923-4296C2A9627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vl1pPr algn="r">
              <a:defRPr sz="1100" b="0">
                <a:solidFill>
                  <a:srgbClr val="000000"/>
                </a:solidFill>
                <a:latin typeface="Arial"/>
                <a:ea typeface="Arial"/>
                <a:cs typeface="Arial"/>
              </a:defRPr>
            </a:lvl1pPr>
            <a:lvl2pPr algn="r">
              <a:defRPr sz="1100" b="0">
                <a:solidFill>
                  <a:srgbClr val="000000"/>
                </a:solidFill>
                <a:latin typeface="Arial"/>
                <a:ea typeface="Arial"/>
                <a:cs typeface="Arial"/>
              </a:defRPr>
            </a:lvl2pPr>
            <a:lvl3pPr algn="r">
              <a:defRPr sz="1100" b="0">
                <a:solidFill>
                  <a:srgbClr val="000000"/>
                </a:solidFill>
                <a:latin typeface="Arial"/>
                <a:ea typeface="Arial"/>
                <a:cs typeface="Arial"/>
              </a:defRPr>
            </a:lvl3pPr>
            <a:lvl4pPr algn="r">
              <a:defRPr sz="1100" b="0">
                <a:solidFill>
                  <a:srgbClr val="000000"/>
                </a:solidFill>
                <a:latin typeface="Arial"/>
                <a:ea typeface="Arial"/>
                <a:cs typeface="Arial"/>
              </a:defRPr>
            </a:lvl4pPr>
            <a:lvl5pPr algn="r">
              <a:defRPr sz="1100" b="0">
                <a:solidFill>
                  <a:srgbClr val="000000"/>
                </a:solidFill>
                <a:latin typeface="Arial"/>
                <a:ea typeface="Arial"/>
                <a:cs typeface="Arial"/>
              </a:defRPr>
            </a:lvl5pPr>
            <a:lvl6pPr algn="r">
              <a:defRPr sz="1100" b="0">
                <a:solidFill>
                  <a:srgbClr val="000000"/>
                </a:solidFill>
                <a:latin typeface="Arial"/>
                <a:ea typeface="Arial"/>
                <a:cs typeface="Arial"/>
              </a:defRPr>
            </a:lvl6pPr>
            <a:lvl7pPr algn="r">
              <a:defRPr sz="1100" b="0">
                <a:solidFill>
                  <a:srgbClr val="000000"/>
                </a:solidFill>
                <a:latin typeface="Arial"/>
                <a:ea typeface="Arial"/>
                <a:cs typeface="Arial"/>
              </a:defRPr>
            </a:lvl7pPr>
            <a:lvl8pPr algn="r">
              <a:defRPr sz="1100" b="0">
                <a:solidFill>
                  <a:srgbClr val="000000"/>
                </a:solidFill>
                <a:latin typeface="Arial"/>
                <a:ea typeface="Arial"/>
                <a:cs typeface="Arial"/>
              </a:defRPr>
            </a:lvl8pPr>
            <a:lvl9pPr algn="r">
              <a:defRPr sz="1100" b="0">
                <a:solidFill>
                  <a:srgbClr val="000000"/>
                </a:solidFill>
                <a:latin typeface="Arial"/>
                <a:ea typeface="Arial"/>
                <a:cs typeface="Arial"/>
              </a:defRPr>
            </a:lvl9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55E32909-1FDA-4A05-88E8-FDDB7DB0E3A2}"/>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D1BC2551-2F6C-4651-9781-0E9409D790F1}"/>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6D0EC6B0-076A-48D1-89FD-3B4482FDCE4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vl1pPr algn="l">
              <a:defRPr sz="1900" b="0">
                <a:solidFill>
                  <a:srgbClr val="000000"/>
                </a:solidFill>
                <a:latin typeface="Arial"/>
                <a:ea typeface="Arial"/>
                <a:cs typeface="Arial"/>
              </a:defRPr>
            </a:lvl1pPr>
            <a:lvl2pPr algn="l">
              <a:defRPr sz="1900" b="0">
                <a:solidFill>
                  <a:srgbClr val="000000"/>
                </a:solidFill>
                <a:latin typeface="Arial"/>
                <a:ea typeface="Arial"/>
                <a:cs typeface="Arial"/>
              </a:defRPr>
            </a:lvl2pPr>
            <a:lvl3pPr algn="l">
              <a:defRPr sz="1900" b="0">
                <a:solidFill>
                  <a:srgbClr val="000000"/>
                </a:solidFill>
                <a:latin typeface="Arial"/>
                <a:ea typeface="Arial"/>
                <a:cs typeface="Arial"/>
              </a:defRPr>
            </a:lvl3pPr>
            <a:lvl4pPr algn="l">
              <a:defRPr sz="1900" b="0">
                <a:solidFill>
                  <a:srgbClr val="000000"/>
                </a:solidFill>
                <a:latin typeface="Arial"/>
                <a:ea typeface="Arial"/>
                <a:cs typeface="Arial"/>
              </a:defRPr>
            </a:lvl4pPr>
            <a:lvl5pPr algn="l">
              <a:defRPr sz="1900" b="0">
                <a:solidFill>
                  <a:srgbClr val="000000"/>
                </a:solidFill>
                <a:latin typeface="Arial"/>
                <a:ea typeface="Arial"/>
                <a:cs typeface="Arial"/>
              </a:defRPr>
            </a:lvl5pPr>
            <a:lvl6pPr algn="l">
              <a:defRPr sz="1900" b="0">
                <a:solidFill>
                  <a:srgbClr val="000000"/>
                </a:solidFill>
                <a:latin typeface="Arial"/>
                <a:ea typeface="Arial"/>
                <a:cs typeface="Arial"/>
              </a:defRPr>
            </a:lvl6pPr>
            <a:lvl7pPr algn="l">
              <a:defRPr sz="1900" b="0">
                <a:solidFill>
                  <a:srgbClr val="000000"/>
                </a:solidFill>
                <a:latin typeface="Arial"/>
                <a:ea typeface="Arial"/>
                <a:cs typeface="Arial"/>
              </a:defRPr>
            </a:lvl7pPr>
            <a:lvl8pPr algn="l">
              <a:defRPr sz="1900" b="0">
                <a:solidFill>
                  <a:srgbClr val="000000"/>
                </a:solidFill>
                <a:latin typeface="Arial"/>
                <a:ea typeface="Arial"/>
                <a:cs typeface="Arial"/>
              </a:defRPr>
            </a:lvl8pPr>
            <a:lvl9pPr algn="l">
              <a:defRPr sz="1900" b="0">
                <a:solidFill>
                  <a:srgbClr val="000000"/>
                </a:solidFill>
                <a:latin typeface="Arial"/>
                <a:ea typeface="Arial"/>
                <a:cs typeface="Arial"/>
              </a:defRPr>
            </a:lvl9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163097631"/>
      </p:ext>
    </p:extLst>
  </p:cSld>
</p:sld>
</file>

<file path=ppt/theme/theme1.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2B5C8F"/>
      </a:accent1>
      <a:accent2>
        <a:srgbClr val="E26D5C"/>
      </a:accent2>
      <a:accent3>
        <a:srgbClr val="2ECC71"/>
      </a:accent3>
      <a:accent4>
        <a:srgbClr val="E74C3C"/>
      </a:accent4>
      <a:accent5>
        <a:srgbClr val="3498DB"/>
      </a:accent5>
      <a:accent6>
        <a:srgbClr val="08519C"/>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2026-10-22T02:56:51.5580000Z</dcterms:created>
  <dcterms:modified xsi:type="dcterms:W3CDTF">2026-10-22T02:56:51.5580000Z</dcterms:modified>
</coreProperties>
</file>